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cuatro alternativas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LOGO CON FILETE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4736592"/>
            <a:ext cx="822960" cy="457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logo con filete (layout «Contraportada», logo centrado)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87368" y="1975104"/>
            <a:ext cx="4014216" cy="2834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87368" y="1792224"/>
            <a:ext cx="40142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filete, 11.15 x 7.87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LOGO CON BANDA AL PIE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logo con banda al pie (layout «Contraportada», logo centrado)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LOGO CON EL NOMBRE DEL ESTUDIO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868680"/>
            <a:ext cx="926561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1207008"/>
            <a:ext cx="926561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consolidado, setiembre de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84368" y="1645920"/>
            <a:ext cx="82296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logo con el nombre del estudio (layout «Contraportada», logo centrado)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63040" y="868680"/>
            <a:ext cx="9265615" cy="35478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63040" y="685800"/>
            <a:ext cx="92656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arriba y logo, 25.74 x 9.86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LOGO CON AGRADECIMIENTO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4828032"/>
            <a:ext cx="926561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 a los docentes, estudiantes, egresados y personal administrativo que respondieron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logo con agradecimiento (layout «Contraportada», logo centrado)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75104"/>
            <a:ext cx="9265615" cy="32186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63040" y="1792224"/>
            <a:ext cx="92656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agradecimiento, 25.74 x 8.94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2026-10-08T07:18:38Z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