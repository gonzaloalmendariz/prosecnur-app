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gráficos, las dimensiones y las diferencias significativas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para el índice, de 5 a 13 capítulos, separadores de capítulo y subcapítulo, y cuatro cierres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28027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93793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99639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99639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8021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021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6089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889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71716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3833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13833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49960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49960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29312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29312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68992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1871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71716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74479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3148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1897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1897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54473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54473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8018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1993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2193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658661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71539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1716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64515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6451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12.90 x 5.03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0"/>
            <a:ext cx="11615623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32.27 x 6.86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1143000"/>
            <a:ext cx="11615623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9601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32.27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22676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22676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22676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92275" y="44805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92275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401920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401920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236" y="3898392"/>
            <a:ext cx="830732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236" y="3715512"/>
            <a:ext cx="83073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23.08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75688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75688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0756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756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32788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32788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930271"/>
            <a:ext cx="5486400" cy="30157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7391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732788" y="5220337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732788" y="5037457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732788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732788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32788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0967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0967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717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717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1933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41933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2851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2851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44580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44580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89615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89615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6341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192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15421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49997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4654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24654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43905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43905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93150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3150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2626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5504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4596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60804" y="2971800"/>
            <a:ext cx="510235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0804" y="2788920"/>
            <a:ext cx="5102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14.17 x 6.35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18804" y="2468880"/>
            <a:ext cx="31848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8.85 x 7.11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95547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95547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48621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91842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36308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4370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37476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56432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56432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49257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42160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4370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37476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26564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51600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51600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52478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9217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37476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26564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24953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24953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948379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48379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70272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831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7476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874520"/>
            <a:ext cx="491947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226564" y="1691640"/>
            <a:ext cx="4919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13.67 x 10.67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0178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10178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313432"/>
            <a:ext cx="2624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40864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313432"/>
            <a:ext cx="488364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40864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313432"/>
            <a:ext cx="1355552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40864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4587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971800"/>
            <a:ext cx="163032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999232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971800"/>
            <a:ext cx="3076243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999232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971800"/>
            <a:ext cx="172069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999232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971800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999232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1544" y="4370832"/>
            <a:ext cx="280513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1544" y="4398264"/>
            <a:ext cx="28014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43019" y="4370832"/>
            <a:ext cx="397994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43019" y="4398264"/>
            <a:ext cx="3976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819306" y="4370832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19306" y="4398264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56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58566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7750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34653" y="5029200"/>
            <a:ext cx="5513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88462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682351" y="5029200"/>
            <a:ext cx="4111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2351" y="5056632"/>
            <a:ext cx="4107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0085" y="5029200"/>
            <a:ext cx="292471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90085" y="5056632"/>
            <a:ext cx="29210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11140" y="5029200"/>
            <a:ext cx="118667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11140" y="5056632"/>
            <a:ext cx="11866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2242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512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03701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25.10 x 3.66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160520"/>
            <a:ext cx="903701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397764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25.10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76551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464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464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42916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42916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93329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615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9029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8852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4008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69653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2275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53428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6082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4596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4497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45590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45590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11012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11012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9269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512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800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455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10044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68627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4072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53428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082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4596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75168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46016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56944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6944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88939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88939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2046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546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48338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72114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53428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6082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4596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4070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21496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21496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20168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20168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40998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14755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28592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4038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3428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56082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4596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45643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456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9.60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62224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62224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8439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267712"/>
            <a:ext cx="262439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267712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267712"/>
            <a:ext cx="488364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267712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4587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871216"/>
            <a:ext cx="163032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871216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871216"/>
            <a:ext cx="307624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871216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871216"/>
            <a:ext cx="172069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871216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03701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25.10 x 3.35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11.89 x 3.81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0.99 cm, 12.15 x 1.91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98635" y="5221224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8635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3.23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2.66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24584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0036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29484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0036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884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0036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9516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463040"/>
            <a:ext cx="11615623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32.27 x 8.89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2.32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11.26 x 5.59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331388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1388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p_pie con leyenda de cifras (el motor hoy dibuja la leyenda estándar a la derecha o abajo)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04338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04338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58484" y="1691640"/>
            <a:ext cx="512338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58484" y="1508760"/>
            <a:ext cx="51233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14.23 x 11.73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604360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604360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22750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22750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85066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23.63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371950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71950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31236" y="2194560"/>
            <a:ext cx="66778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031236" y="2011680"/>
            <a:ext cx="6677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18.55 x 9.45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33290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33290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3796" y="1600200"/>
            <a:ext cx="11249863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53796" y="1417320"/>
            <a:ext cx="11249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31.25 x 11.94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61823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61823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74896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74896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5187798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187798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2939796" y="2286000"/>
            <a:ext cx="8963863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24.90 x 7.24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6285078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6285078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225796" y="2194560"/>
            <a:ext cx="6586423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225796" y="201168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18.30 x 9.58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19018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416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9310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0445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0263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7782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929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88073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52290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52290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22676" y="2194560"/>
            <a:ext cx="558058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22676" y="201168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con guías cada 25 %, 15.50 x 10.08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5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5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7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9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1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3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p_dim_radar(inicio_eje_pct = 80)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67838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67838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370168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370168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6084" y="2103120"/>
            <a:ext cx="1465783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6084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8.53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6084" y="5175504"/>
            <a:ext cx="146578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6084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2.44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32.27 x 12.88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73684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73684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2356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62356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1516888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516888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288036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288036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6871716" y="1508760"/>
            <a:ext cx="50319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6871716" y="1325880"/>
            <a:ext cx="5031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13.98 x 2.92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891794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891794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288036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288036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7786116" y="1508760"/>
            <a:ext cx="41175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7786116" y="1325880"/>
            <a:ext cx="41175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11.44 x 2.92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2884526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2884526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288036" y="2057400"/>
            <a:ext cx="1161562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288036" y="18745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32.27 x 10.08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986274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86274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31150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0388" y="3200400"/>
            <a:ext cx="1804866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50388" y="3383280"/>
            <a:ext cx="18012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51596" y="3200400"/>
            <a:ext cx="1149881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1596" y="3383280"/>
            <a:ext cx="11462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81155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94034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33832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27492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2749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9.10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5188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5188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929638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9638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336038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336038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67738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967738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066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066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0985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98783" y="5239512"/>
            <a:ext cx="30663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01756" y="5239512"/>
            <a:ext cx="1383867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756" y="5257800"/>
            <a:ext cx="13802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281965" y="5239512"/>
            <a:ext cx="158584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281965" y="5257800"/>
            <a:ext cx="1582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864156" y="5239512"/>
            <a:ext cx="336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596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2511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47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50269" y="5166360"/>
            <a:ext cx="23547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9313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7550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8091" y="5166360"/>
            <a:ext cx="92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31456" y="5029200"/>
            <a:ext cx="3366364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1456" y="4846320"/>
            <a:ext cx="33663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9.35 x 1.78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32804" y="2057400"/>
            <a:ext cx="48490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32804" y="1874520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32804" y="5843016"/>
            <a:ext cx="48490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32804" y="5660136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32788" y="438912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420624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32788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732788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513838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513838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342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79212" y="2404872"/>
            <a:ext cx="68272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9212" y="2374011"/>
            <a:ext cx="679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58282" y="2404872"/>
            <a:ext cx="458738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58282" y="2374011"/>
            <a:ext cx="45837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42004" y="2404872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42004" y="2374011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24563" y="2404872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24563" y="2374011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8841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17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1296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44055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8747" y="2946654"/>
            <a:ext cx="153156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8747" y="2915793"/>
            <a:ext cx="15279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46654" y="2946654"/>
            <a:ext cx="288970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46654" y="2915793"/>
            <a:ext cx="2886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32702" y="2946654"/>
            <a:ext cx="1616449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32702" y="2915793"/>
            <a:ext cx="16127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5493" y="2946654"/>
            <a:ext cx="195232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45493" y="2915793"/>
            <a:ext cx="195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409444" y="2194560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9444" y="2011680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09444" y="4649724"/>
            <a:ext cx="94942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409444" y="4466844"/>
            <a:ext cx="94942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26.37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83350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83350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4319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591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48979" y="2404872"/>
            <a:ext cx="144668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48979" y="2374011"/>
            <a:ext cx="1443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92003" y="2404872"/>
            <a:ext cx="441761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92003" y="2374011"/>
            <a:ext cx="44139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05958" y="2404872"/>
            <a:ext cx="212575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05958" y="2374011"/>
            <a:ext cx="21220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28052" y="2404872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0744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88091" y="233172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64095" y="2946654"/>
            <a:ext cx="119203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4095" y="2915793"/>
            <a:ext cx="11883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852468" y="2946654"/>
            <a:ext cx="467226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52468" y="2915793"/>
            <a:ext cx="4668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21074" y="2946654"/>
            <a:ext cx="221063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21074" y="2915793"/>
            <a:ext cx="22069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728052" y="2946654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1283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41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80744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88091" y="2873502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2807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1613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33863" y="4860036"/>
            <a:ext cx="1276914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338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07119" y="4860036"/>
            <a:ext cx="373854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07119" y="4829175"/>
            <a:ext cx="37348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42004" y="4860036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42004" y="4829175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24563" y="4860036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245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64095" y="5401818"/>
            <a:ext cx="10222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64095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82700" y="5401818"/>
            <a:ext cx="416296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82700" y="5370957"/>
            <a:ext cx="41593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42004" y="5401818"/>
            <a:ext cx="2040868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004" y="5370957"/>
            <a:ext cx="20372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79214" y="5401818"/>
            <a:ext cx="101860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79214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1283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41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409444" y="2194560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09444" y="2011680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409444" y="4649724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409444" y="4466844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18968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118968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28088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28088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78118" y="5824728"/>
            <a:ext cx="2467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8118" y="5641848"/>
            <a:ext cx="2467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6.85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11418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11418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1463040"/>
            <a:ext cx="11615623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32.27 x 5.71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AZUL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azul al pie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71500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de contacto, 33.87 x 2.67 cm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CLARA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clara al pie (layout «Contraportada», logo centrado, contacto con íconos de Lucide)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5687568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clara, 33.87 x 2.54 cm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BAJO EL LOGO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bajo el logo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4400" y="1975104"/>
            <a:ext cx="10362895" cy="33558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4400" y="1792224"/>
            <a:ext cx="103628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una fila, 28.79 x 9.32 cm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EN TRES COLUMNAS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en tres columnas (layout «Contraportada», logo centrado, contacto con íconos de Lucide)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5128" y="4873752"/>
            <a:ext cx="1152144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35128" y="4690872"/>
            <a:ext cx="11521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tres columnas, 32.00 x 2.92 cm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2026-10-08T09:48:28Z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