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su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ARCOS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arcos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FACETAS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facetas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CÍRCULOS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círculos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BLOQUES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bloques (misma composición que el índice)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5080" y="1965960"/>
            <a:ext cx="5548579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5080" y="1783080"/>
            <a:ext cx="554857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composición a la izquierda, contacto a la derecha, 15.41 x 8.89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