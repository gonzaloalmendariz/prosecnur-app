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226564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03701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25.10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15.50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0168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370168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6084" y="2103120"/>
            <a:ext cx="1465783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6084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8.53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6084" y="5175504"/>
            <a:ext cx="146578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6084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2.44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32.27 x 12.88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73684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3684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2356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62356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516888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516888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288036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288036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6871716" y="1508760"/>
            <a:ext cx="50319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6871716" y="1325880"/>
            <a:ext cx="5031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13.98 x 2.92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891794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891794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288036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288036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7786116" y="1508760"/>
            <a:ext cx="41175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7786116" y="1325880"/>
            <a:ext cx="41175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11.44 x 2.92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2884526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2884526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288036" y="2057400"/>
            <a:ext cx="1161562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288036" y="18745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32.27 x 10.08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27492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2749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9.10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31456" y="5029200"/>
            <a:ext cx="336636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1456" y="4846320"/>
            <a:ext cx="33663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9.35 x 1.78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1463040"/>
            <a:ext cx="11615623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32.27 x 5.71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2026-10-08T09:39:00Z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