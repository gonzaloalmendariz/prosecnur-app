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Letras de significancia en la tabla resumen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Diferencias entre públicos en la misma tabla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Las letras (ya existen en barras)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10896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61188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52044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06908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383280"/>
            <a:ext cx="1280160" cy="1280160"/>
          </a:xfrm>
          <a:prstGeom prst="ellipse">
            <a:avLst/>
          </a:prstGeom>
          <a:ln w="3175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639312"/>
            <a:ext cx="1463040" cy="7772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977640" y="3611880"/>
            <a:ext cx="79260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77640" y="4160520"/>
            <a:ext cx="79260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ANILLO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RÓTULO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7589520" y="2514600"/>
            <a:ext cx="4206240" cy="36576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94944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53712"/>
            <a:ext cx="694944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D: NÚMERO DE FONDO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14884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2834640"/>
            <a:ext cx="2011680" cy="9144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52828" y="2971800"/>
            <a:ext cx="36576" cy="868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35708" y="288036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35708" y="3456432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SUBCAPÍTULO: SIN PERSONAS NI PÚBLICO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separadores de capítulo y uno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A. Número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921508" y="1508760"/>
            <a:ext cx="89821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122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21992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B. Anillo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21508" y="2221992"/>
            <a:ext cx="89821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dentro de un anillo coral fino: recuerda al círculo del ícono, sin llenarlo.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8254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3522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C. Rótulo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21508" y="2935224"/>
            <a:ext cx="89821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538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648456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D. Número de fondo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1508" y="3648456"/>
            <a:ext cx="89821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 detrás de la composición, como marca de agua.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36168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1508" y="4361688"/>
            <a:ext cx="898215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personas ni público: una ruta con el capítulo arriba, el número 2.1 en azul oscuro y el título. No se confunde con un capítulo.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viven en p_slide_seccion (un estilo por variante) sobre la plantilla. El número y el título salen del plan: no se escribe nada nuevo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cifra: mitad y mitad con un gráfico. Es la misma cifra destacada de «Dónde va la cifra destacada» (III.2)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cifras: banda a todo el ancho. Cifras del recetario de Contabilidad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y el detalle los calcula el motor; el rótulo corto se escribe en la app, como el texto de una lámina narrativa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57984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48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57984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48840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57984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48840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57984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48840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57984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48840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488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488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53288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66090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670048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670048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660904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670048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660904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670048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660904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06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377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66090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66090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815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090672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815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090672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81528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090672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81528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090672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81528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0906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815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815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815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38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85032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4069080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4069080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16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42569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42569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416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42569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41655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42569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41655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42569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41655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3616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1330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416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416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37760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37760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28616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37760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28616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377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286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73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45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286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286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3492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58384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58384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349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58384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349240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58384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349240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58384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349240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943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657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3492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34924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bloque_likert y likert_panel: columna Bottom Two Box opcional, con el mismo trato que el Top Two Box.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sube la satisfacción con un aspecto, ¿cuánto sube la satisfacción general? El peso reparte 100 % entre los aspectos que sí la mueven.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239512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Aquí, el trato del personal pesa más que la infraestructura, aunque las dos se evalúan bien.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El peso sale de una regresión de la satisfacción general sobre los aspectos: análisis nuevo en Analítica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LETRAS DE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 por público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508760"/>
          <a:ext cx="7863840" cy="3657600"/>
        </p:xfrm>
        <a:graphic>
          <a:graphicData uri="http://schemas.openxmlformats.org/drawingml/2006/table">
            <a:tbl>
              <a:tblPr/>
              <a:tblGrid>
                <a:gridCol w="3017520"/>
                <a:gridCol w="1600200"/>
                <a:gridCol w="1600200"/>
                <a:gridCol w="16002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endParaRPr cap="none" sz="1100" i="0" b="1" u="none" strike="noStrike">
                        <a:solidFill>
                          <a:srgbClr val="4F7FAF">
                            <a:alpha val="100000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  <a:r>
                        <a:rPr cap="none" sz="11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</a:t>
                      </a:r>
                    </a:p>
                  </a:txBody>
                  <a:tcPr anchor="ctr" marB="50800" marT="254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b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b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 c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70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  <a:r>
                        <a:rPr cap="none" sz="1200" i="0" b="1" u="none" strike="noStrike">
                          <a:solidFill>
                            <a:srgbClr val="4F7FA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</a:p>
                  </a:txBody>
                  <a:tcPr anchor="ctr" marB="88900" marT="889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5166360"/>
            <a:ext cx="78638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público tiene una letra. La letra junto a una cifra dice de qué público es significativamente mayor: «98 %  b» es mayor que estudiantes.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86800" y="19202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7968" y="1874520"/>
            <a:ext cx="301569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va a tamaño legible, en azul, separada de la cifra. Es la misma marca que el motor ya pone en las barras, ahora en la tabla resumen.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Box. Letras ilustrativas (p &lt; 0.05). Base: 51 docentes, 109 estudiantes y 161 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2026-10-08T07:56:17Z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