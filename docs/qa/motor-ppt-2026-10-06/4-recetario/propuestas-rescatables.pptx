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Schenker y Gentleman (2001); Cumming y Finch (2005); Gardner y Altman (1986); Newcombe (1998);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DIFERENCIA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MATRIZ DE PARES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