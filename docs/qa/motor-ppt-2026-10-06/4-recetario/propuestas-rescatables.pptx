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Default Extension="jpeg" ContentType="image/jpeg"/>
  <Default Extension="gif" ContentType="image/gif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Props/app0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officeDocument/2006/relationships/extended-properties" Target="docProps/app.xml"/>
<Relationship Id="rId2" Type="http://schemas.openxmlformats.org/package/2006/relationships/metadata/core-properties" Target="docProps/core.xml"/>
<Relationship Id="rId1" Type="http://schemas.openxmlformats.org/officeDocument/2006/relationships/officeDocument" Target="ppt/presentation.xml"/>
<Relationship Id="rId5" Type="http://schemas.openxmlformats.org/package/2006/relationships/metadata/extended-properties" Target="docProps/app0.xml"/>
<Relationship Id="rId4" Type="http://schemas.openxmlformats.org/officeDocument/2006/relationships/custom-properties" Target="docProps/custom.xml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81" r:id="rId1"/>
  </p:sldMasterIdLst>
  <p:notesMasterIdLst>
    <p:notesMasterId r:id="rId2"/>
  </p:notesMasterIdLst>
  <p:handoutMasterIdLst>
    <p:handoutMasterId r:id="rId3"/>
  </p:handout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2060"/>
    <a:srgbClr val="F2F2F2"/>
    <a:srgbClr val="011F6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Estilo medio 2 - Énfasis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2D5ABB26-0587-4C30-8999-92F81FD0307C}" styleName="Sin estilo ni cuadrícula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7654" autoAdjust="0"/>
    <p:restoredTop sz="94726"/>
  </p:normalViewPr>
  <p:slideViewPr>
    <p:cSldViewPr snapToGrid="0">
      <p:cViewPr varScale="1">
        <p:scale>
          <a:sx n="117" d="100"/>
          <a:sy n="117" d="100"/>
        </p:scale>
        <p:origin x="208" y="41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96" d="100"/>
          <a:sy n="96" d="100"/>
        </p:scale>
        <p:origin x="4328" y="176"/>
      </p:cViewPr>
      <p:guideLst/>
    </p:cSldViewPr>
  </p:notes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handoutMaster" Target="handoutMasters/handoutMaster1.xml"/>
<Relationship Id="rId7" Type="http://schemas.openxmlformats.org/officeDocument/2006/relationships/tableStyles" Target="tableStyles.xml"/>
<Relationship Id="rId2" Type="http://schemas.openxmlformats.org/officeDocument/2006/relationships/notesMaster" Target="notesMasters/notesMaster1.xml"/>
<Relationship Id="rId1" Type="http://schemas.openxmlformats.org/officeDocument/2006/relationships/slideMaster" Target="slideMasters/slideMaster1.xml"/>
<Relationship Id="rId6" Type="http://schemas.openxmlformats.org/officeDocument/2006/relationships/theme" Target="theme/theme1.xml"/>
<Relationship Id="rId5" Type="http://schemas.openxmlformats.org/officeDocument/2006/relationships/viewProps" Target="viewProps.xml"/>
<Relationship Id="rId4" Type="http://schemas.openxmlformats.org/officeDocument/2006/relationships/presProps" Target="presProps.xml"/>
<Relationship Id="rId8" Type="http://schemas.openxmlformats.org/officeDocument/2006/relationships/slide" Target="slides/slide1.xml"/>
<Relationship Id="rId9" Type="http://schemas.openxmlformats.org/officeDocument/2006/relationships/slide" Target="slides/slide2.xml"/>
<Relationship Id="rId10" Type="http://schemas.openxmlformats.org/officeDocument/2006/relationships/slide" Target="slides/slide3.xml"/>
<Relationship Id="rId11" Type="http://schemas.openxmlformats.org/officeDocument/2006/relationships/slide" Target="slides/slide4.xml"/>
<Relationship Id="rId12" Type="http://schemas.openxmlformats.org/officeDocument/2006/relationships/slide" Target="slides/slide5.xml"/>
<Relationship Id="rId13" Type="http://schemas.openxmlformats.org/officeDocument/2006/relationships/slide" Target="slides/slide6.xml"/>
<Relationship Id="rId14" Type="http://schemas.openxmlformats.org/officeDocument/2006/relationships/slide" Target="slides/slide7.xml"/>
<Relationship Id="rId15" Type="http://schemas.openxmlformats.org/officeDocument/2006/relationships/slide" Target="slides/slide8.xml"/>
<Relationship Id="rId16" Type="http://schemas.openxmlformats.org/officeDocument/2006/relationships/slide" Target="slides/slide9.xml"/>
<Relationship Id="rId17" Type="http://schemas.openxmlformats.org/officeDocument/2006/relationships/slide" Target="slides/slide10.xml"/>
<Relationship Id="rId18" Type="http://schemas.openxmlformats.org/officeDocument/2006/relationships/slide" Target="slides/slide11.xml"/>
<Relationship Id="rId19" Type="http://schemas.openxmlformats.org/officeDocument/2006/relationships/slide" Target="slides/slide12.xml"/>
<Relationship Id="rId20" Type="http://schemas.openxmlformats.org/officeDocument/2006/relationships/slide" Target="slides/slide13.xml"/>
<Relationship Id="rId21" Type="http://schemas.openxmlformats.org/officeDocument/2006/relationships/slide" Target="slides/slide14.xml"/>
<Relationship Id="rId22" Type="http://schemas.openxmlformats.org/officeDocument/2006/relationships/slide" Target="slides/slide15.xml"/>
<Relationship Id="rId23" Type="http://schemas.openxmlformats.org/officeDocument/2006/relationships/slide" Target="slides/slide16.xml"/>
<Relationship Id="rId24" Type="http://schemas.openxmlformats.org/officeDocument/2006/relationships/slide" Target="slides/slide17.xml"/>
<Relationship Id="rId25" Type="http://schemas.openxmlformats.org/officeDocument/2006/relationships/slide" Target="slides/slide18.xml"/>
<Relationship Id="rId26" Type="http://schemas.openxmlformats.org/officeDocument/2006/relationships/slide" Target="slides/slide19.xml"/>
<Relationship Id="rId27" Type="http://schemas.openxmlformats.org/officeDocument/2006/relationships/slide" Target="slides/slide20.xml"/>
<Relationship Id="rId28" Type="http://schemas.openxmlformats.org/officeDocument/2006/relationships/slide" Target="slides/slide21.xml"/>
<Relationship Id="rId29" Type="http://schemas.openxmlformats.org/officeDocument/2006/relationships/slide" Target="slides/slide22.xml"/>
<Relationship Id="rId30" Type="http://schemas.openxmlformats.org/officeDocument/2006/relationships/slide" Target="slides/slide23.xml"/>
<Relationship Id="rId31" Type="http://schemas.openxmlformats.org/officeDocument/2006/relationships/slide" Target="slides/slide24.xml"/>
</Relationships>
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638294C7-ABDE-48DB-8562-356CD46C9909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P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417344B-5E31-B92D-CEF0-C9E62F7D3A95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9DF37BE-63F7-D04E-AEC4-DC43A32AA23E}" type="datetimeFigureOut">
              <a:rPr lang="en-PE" smtClean="0"/>
              <a:t>17/04/26</a:t>
            </a:fld>
            <a:endParaRPr lang="en-PE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7BA49C1-6759-4BD3-8AF1-54DC5B70E349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P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5854526-EBE0-BF7C-3A50-49D545061044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222A19B-43E0-1847-B01C-CD0E42EA1A1B}" type="slidenum">
              <a:rPr lang="en-PE" smtClean="0"/>
              <a:t>‹#›</a:t>
            </a:fld>
            <a:endParaRPr lang="en-PE"/>
          </a:p>
        </p:txBody>
      </p:sp>
    </p:spTree>
    <p:extLst>
      <p:ext uri="{BB962C8B-B14F-4D97-AF65-F5344CB8AC3E}">
        <p14:creationId xmlns:p14="http://schemas.microsoft.com/office/powerpoint/2010/main" val="117098387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PE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E8340E0-AD77-4043-A3C3-5BEDD4FD6B77}" type="datetimeFigureOut">
              <a:rPr lang="es-PE" smtClean="0"/>
              <a:t>17/04/26</a:t>
            </a:fld>
            <a:endParaRPr lang="es-PE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PE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PE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AC10FB1-3FC5-4995-84B0-460D8F47CA92}" type="slidenum">
              <a:rPr lang="es-PE" smtClean="0"/>
              <a:t>‹#›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177600934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Portada" preserve="1" userDrawn="1">
  <p:cSld name="Title Slid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45"/>
          <p:cNvSpPr txBox="1">
            <a:spLocks noGrp="1"/>
          </p:cNvSpPr>
          <p:nvPr>
            <p:ph type="ctrTitle"/>
          </p:nvPr>
        </p:nvSpPr>
        <p:spPr>
          <a:xfrm>
            <a:off x="768107" y="2607185"/>
            <a:ext cx="10666542" cy="10261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81F5C"/>
              </a:buClr>
              <a:buSzPts val="4000"/>
              <a:buFont typeface="Arial"/>
              <a:buNone/>
              <a:defRPr sz="2400" b="1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dirty="0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17" name="Google Shape;17;p45"/>
          <p:cNvSpPr txBox="1">
            <a:spLocks noGrp="1"/>
          </p:cNvSpPr>
          <p:nvPr>
            <p:ph type="subTitle" idx="1"/>
          </p:nvPr>
        </p:nvSpPr>
        <p:spPr>
          <a:xfrm>
            <a:off x="757350" y="3566160"/>
            <a:ext cx="10677299" cy="30362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300000"/>
              </a:lnSpc>
              <a:spcBef>
                <a:spcPts val="0"/>
              </a:spcBef>
              <a:spcAft>
                <a:spcPts val="0"/>
              </a:spcAft>
              <a:buClr>
                <a:srgbClr val="081F5C"/>
              </a:buClr>
              <a:buSzPts val="2000"/>
              <a:buNone/>
              <a:defRPr sz="1600" b="1">
                <a:solidFill>
                  <a:srgbClr val="85BB8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1600" b="1">
                <a:latin typeface="Arial"/>
                <a:solidFill>
                  <a:srgbClr val="85BB85"/>
                </a:solidFill>
              </a:defRPr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600" b="1">
                <a:latin typeface="Arial"/>
                <a:solidFill>
                  <a:srgbClr val="85BB85"/>
                </a:solidFill>
              </a:defRPr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9pPr>
          </a:lstStyle>
          <a:p>
            <a:r>
              <a:rPr lang="es-MX" dirty="0" sz="1600" b="1">
                <a:latin typeface="Arial"/>
                <a:solidFill>
                  <a:srgbClr val="85BB85"/>
                </a:solidFill>
              </a:rPr>
              <a:t>Haz clic para editar el estilo de subtítulo del patrón</a:t>
            </a:r>
            <a:endParaRPr lang="es-ES" dirty="0" sz="1600" b="1">
              <a:latin typeface="Arial"/>
              <a:solidFill>
                <a:srgbClr val="85BB85"/>
              </a:solidFill>
            </a:endParaRPr>
          </a:p>
        </p:txBody>
      </p:sp>
      <p:pic>
        <p:nvPicPr>
          <p:cNvPr id="18" name="Google Shape;18;p45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611445" y="265713"/>
            <a:ext cx="3181748" cy="1586491"/>
          </a:xfrm>
          <a:prstGeom prst="rect">
            <a:avLst/>
          </a:prstGeom>
          <a:noFill/>
          <a:ln>
            <a:noFill/>
          </a:ln>
        </p:spPr>
      </p:pic>
      <p:pic>
        <p:nvPicPr>
          <p:cNvPr id="19" name="Google Shape;19;p45"/>
          <p:cNvPicPr preferRelativeResize="0"/>
          <p:nvPr/>
        </p:nvPicPr>
        <p:blipFill rotWithShape="1">
          <a:blip r:embed="rId3">
            <a:alphaModFix/>
          </a:blip>
          <a:srcRect t="29471" b="26643"/>
          <a:stretch/>
        </p:blipFill>
        <p:spPr>
          <a:xfrm>
            <a:off x="501835" y="432317"/>
            <a:ext cx="2632817" cy="1155425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20" name="Google Shape;20;p45"/>
          <p:cNvCxnSpPr/>
          <p:nvPr/>
        </p:nvCxnSpPr>
        <p:spPr>
          <a:xfrm rot="10800000">
            <a:off x="1078290" y="3849773"/>
            <a:ext cx="10032614" cy="2"/>
          </a:xfrm>
          <a:prstGeom prst="straightConnector1">
            <a:avLst/>
          </a:prstGeom>
          <a:noFill/>
          <a:ln w="19050" cap="flat" cmpd="sng">
            <a:solidFill>
              <a:srgbClr val="CA5651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8" name="Marcador de fecha 7">
            <a:extLst>
              <a:ext uri="{FF2B5EF4-FFF2-40B4-BE49-F238E27FC236}">
                <ns3:creationId id="{8EAA0CDE-8D3A-4141-BE76-3F60022B4BC8}"/>
              </a:ext>
            </a:extLst>
          </p:cNvPr>
          <p:cNvSpPr>
            <a:spLocks noGrp="1"/>
          </p:cNvSpPr>
          <p:nvPr>
            <p:ph type="dt" idx="11"/>
          </p:nvPr>
        </p:nvSpPr>
        <p:spPr>
          <a:xfrm>
            <a:off x="8413979" y="5028077"/>
            <a:ext cx="2795705" cy="365125"/>
          </a:xfr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algn="ctr">
              <a:defRPr lang="es-PE" sz="1800" smtClean="0">
                <a:solidFill>
                  <a:srgbClr val="081F5C"/>
                </a:solidFill>
              </a:defRPr>
            </a:lvl1pPr>
          </a:lstStyle>
          <a:p>
            <a:pPr>
              <a:lnSpc>
                <a:spcPct val="90000"/>
              </a:lnSpc>
              <a:buClr>
                <a:srgbClr val="081F5C"/>
              </a:buClr>
              <a:buSzPts val="1800"/>
            </a:pPr>
            <a:fld id="{75C70C58-02E6-BE4A-9320-917330A400ED}" type="datetimeFigureOut">
              <a:rPr lang="en-PE" smtClean="0"/>
              <a:pPr>
                <a:lnSpc>
                  <a:spcPct val="90000"/>
                </a:lnSpc>
                <a:buClr>
                  <a:srgbClr val="081F5C"/>
                </a:buClr>
                <a:buSzPts val="1800"/>
              </a:pPr>
              <a:t>17/04/26</a:t>
            </a:fld>
            <a:endParaRPr lang="en-PE" dirty="0"/>
          </a:p>
        </p:txBody>
      </p:sp>
      <p:sp>
        <p:nvSpPr>
          <p:cNvPr id="4" name="Text Placeholder 3">
            <a:extLst>
              <a:ext uri="{FF2B5EF4-FFF2-40B4-BE49-F238E27FC236}">
                <ns3:creationId id="{F2FE6A90-009D-6D0B-149C-A6854054CF4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727223" y="5937419"/>
            <a:ext cx="4734748" cy="515937"/>
          </a:xfrm>
        </p:spPr>
        <p:txBody>
          <a:bodyPr/>
          <a:lstStyle>
            <a:lvl1pPr algn="ctr">
              <a:defRPr/>
            </a:lvl1pPr>
            <a:lvl2pPr algn="ctr">
              <a:defRPr/>
            </a:lvl2pPr>
            <a:lvl3pPr algn="ctr">
              <a:defRPr/>
            </a:lvl3pPr>
            <a:lvl4pPr algn="ctr">
              <a:defRPr/>
            </a:lvl4pPr>
            <a:lvl5pPr algn="ctr"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185629166"/>
      </p:ext>
    </p:extLst>
  </p:cSld>
  <p:clrMapOvr>
    <a:masterClrMapping/>
  </p:clrMapOvr>
  <p:extLst>
    <p:ext uri="{DCECCB84-F9BA-43D5-87BE-67443E8EF086}">
      <p15:sldGuideLst>
        <p15:guide id="1" orient="horz" pos="391">
          <p15:clr>
            <a:srgbClr val="E4A34C"/>
          </p15:clr>
        </p15:guide>
        <p15:guide id="2" pos="483">
          <p15:clr>
            <a:srgbClr val="E4A34C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r="http://schemas.openxmlformats.org/officeDocument/2006/relationships" matchingName="Blank slide" preserve="1" userDrawn="1">
  <p:cSld name="Section Header"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0" name="Google Shape;90;p46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 flipH="1">
            <a:off x="-10510" y="3985018"/>
            <a:ext cx="3170829" cy="2893273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91" name="Google Shape;91;p46"/>
          <p:cNvCxnSpPr/>
          <p:nvPr/>
        </p:nvCxnSpPr>
        <p:spPr>
          <a:xfrm>
            <a:off x="2290316" y="3370996"/>
            <a:ext cx="9360000" cy="0"/>
          </a:xfrm>
          <a:prstGeom prst="straightConnector1">
            <a:avLst/>
          </a:prstGeom>
          <a:noFill/>
          <a:ln w="254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92" name="Google Shape;92;p46"/>
          <p:cNvSpPr txBox="1">
            <a:spLocks noGrp="1"/>
          </p:cNvSpPr>
          <p:nvPr>
            <p:ph type="title"/>
          </p:nvPr>
        </p:nvSpPr>
        <p:spPr>
          <a:xfrm>
            <a:off x="2290316" y="3692009"/>
            <a:ext cx="9360000" cy="18451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4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dirty="0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93" name="Google Shape;93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994839" y="2317924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94" name="Google Shape;94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0027876" y="2305652"/>
            <a:ext cx="624565" cy="765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95" name="Google Shape;95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9029999" y="2311490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96" name="Google Shape;96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8063036" y="2299219"/>
            <a:ext cx="624565" cy="765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97" name="Google Shape;97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065159" y="2307714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98" name="Google Shape;98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098196" y="2295444"/>
            <a:ext cx="624565" cy="765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99" name="Google Shape;99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100319" y="2301282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100" name="Google Shape;100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133356" y="2289011"/>
            <a:ext cx="624565" cy="765476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01" name="Google Shape;101;p46"/>
          <p:cNvCxnSpPr/>
          <p:nvPr/>
        </p:nvCxnSpPr>
        <p:spPr>
          <a:xfrm>
            <a:off x="4671283" y="6123576"/>
            <a:ext cx="7200000" cy="0"/>
          </a:xfrm>
          <a:prstGeom prst="straightConnector1">
            <a:avLst/>
          </a:prstGeom>
          <a:noFill/>
          <a:ln w="25400" cap="flat" cmpd="sng">
            <a:solidFill>
              <a:srgbClr val="7594CC"/>
            </a:solidFill>
            <a:prstDash val="dot"/>
            <a:miter lim="800000"/>
            <a:headEnd type="none" w="sm" len="sm"/>
            <a:tailEnd type="none" w="sm" len="sm"/>
          </a:ln>
        </p:spPr>
      </p:cxnSp>
      <p:pic>
        <p:nvPicPr>
          <p:cNvPr id="102" name="Google Shape;102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135479" y="2324356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2" name="Google Shape;66;p47">
            <a:extLst>
              <a:ext uri="{FF2B5EF4-FFF2-40B4-BE49-F238E27FC236}">
                <ns3:creationId id="{0CFD2EB8-0056-44C4-CBCA-C1E801F8F1A9}"/>
              </a:ext>
            </a:extLst>
          </p:cNvPr>
          <p:cNvPicPr preferRelativeResize="0"/>
          <p:nvPr userDrawn="1"/>
        </p:nvPicPr>
        <p:blipFill rotWithShape="1">
          <a:blip r:embed="rId5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val="116149932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6">
            <a:extLst>
              <a:ext uri="{FF2B5EF4-FFF2-40B4-BE49-F238E27FC236}">
                <ns2:creationId id="{E427CC29-905D-BA98-A5A4-B7B9F878F0D2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88235" y="1162878"/>
            <a:ext cx="11439939" cy="5068958"/>
          </a:xfrm>
        </p:spPr>
        <p:txBody>
          <a:bodyPr/>
          <a:lstStyle/>
          <a:p>
            <a:endParaRPr lang="en-PE"/>
          </a:p>
        </p:txBody>
      </p:sp>
      <p:pic>
        <p:nvPicPr>
          <p:cNvPr id="8" name="Google Shape;66;p47">
            <a:extLst>
              <a:ext uri="{FF2B5EF4-FFF2-40B4-BE49-F238E27FC236}">
                <ns2:creationId id="{8BCEE9CF-906A-83B1-E504-307DBA50FFE8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6876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itle 1">
            <a:extLst>
              <a:ext uri="{FF2B5EF4-FFF2-40B4-BE49-F238E27FC236}">
                <ns2:creationId id="{4171F0F9-C2A2-7009-053C-1D072BFEE8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8235" y="338328"/>
            <a:ext cx="9799981" cy="397633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4" name="Text Placeholder 3">
            <a:extLst>
              <a:ext uri="{FF2B5EF4-FFF2-40B4-BE49-F238E27FC236}">
                <ns2:creationId id="{7F88E7A4-05C3-50CF-1083-330AAF17F153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288235" y="6327467"/>
            <a:ext cx="2822713" cy="334572"/>
          </a:xfrm>
        </p:spPr>
        <p:txBody>
          <a:bodyPr lIns="90000" anchor="ctr" anchorCtr="0">
            <a:noAutofit/>
          </a:bodyPr>
          <a:lstStyle>
            <a:lvl1pPr algn="l">
              <a:defRPr sz="14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Text Placeholder 3">
            <a:extLst>
              <a:ext uri="{FF2B5EF4-FFF2-40B4-BE49-F238E27FC236}">
                <ns2:creationId id="{3D5B4322-3F63-D11D-E929-B96FF27027F4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8408685" y="6327467"/>
            <a:ext cx="3359062" cy="334572"/>
          </a:xfrm>
        </p:spPr>
        <p:txBody>
          <a:bodyPr lIns="90000" anchor="ctr" anchorCtr="0">
            <a:noAutofit/>
          </a:bodyPr>
          <a:lstStyle>
            <a:lvl1pPr algn="r">
              <a:defRPr sz="14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val="95656925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320734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0" y="1103243"/>
            <a:ext cx="11440491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01564453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_unabarr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924633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0" y="2057400"/>
            <a:ext cx="11440491" cy="29718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1154401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_2columna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20E02211-8E49-B661-C872-8E183915B04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90860" y="1073427"/>
            <a:ext cx="5584687" cy="5128593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5414420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4_panel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2415522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20E02211-8E49-B661-C872-8E183915B04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90860" y="1073427"/>
            <a:ext cx="5584687" cy="2415522"/>
          </a:xfrm>
        </p:spPr>
        <p:txBody>
          <a:bodyPr/>
          <a:lstStyle/>
          <a:p>
            <a:endParaRPr lang="en-PE"/>
          </a:p>
        </p:txBody>
      </p:sp>
      <p:sp>
        <p:nvSpPr>
          <p:cNvPr id="4" name="Picture Placeholder 7">
            <a:extLst>
              <a:ext uri="{FF2B5EF4-FFF2-40B4-BE49-F238E27FC236}">
                <ns2:creationId id="{0E7618E8-58EE-9156-FDF0-B54A424681FA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7501" y="3786810"/>
            <a:ext cx="5584687" cy="2415522"/>
          </a:xfrm>
        </p:spPr>
        <p:txBody>
          <a:bodyPr/>
          <a:lstStyle/>
          <a:p>
            <a:endParaRPr lang="en-PE"/>
          </a:p>
        </p:txBody>
      </p:sp>
      <p:sp>
        <p:nvSpPr>
          <p:cNvPr id="5" name="Picture Placeholder 7">
            <a:extLst>
              <a:ext uri="{FF2B5EF4-FFF2-40B4-BE49-F238E27FC236}">
                <ns2:creationId id="{38CBF1DD-784B-51FC-9DCA-E12D257356C6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6390860" y="3756994"/>
            <a:ext cx="5584687" cy="2415522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22306527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1_Graficos_2columnas_narrativ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2445026"/>
            <a:ext cx="5584687" cy="37800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20E02211-8E49-B661-C872-8E183915B04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90860" y="2415210"/>
            <a:ext cx="5584687" cy="3780000"/>
          </a:xfrm>
        </p:spPr>
        <p:txBody>
          <a:bodyPr/>
          <a:lstStyle/>
          <a:p>
            <a:endParaRPr lang="en-PE"/>
          </a:p>
        </p:txBody>
      </p:sp>
      <p:sp>
        <p:nvSpPr>
          <p:cNvPr id="4" name="Text Placeholder 9">
            <a:extLst>
              <a:ext uri="{FF2B5EF4-FFF2-40B4-BE49-F238E27FC236}">
                <ns2:creationId id="{61A9EDCB-A616-0C04-CD06-97F15158454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17499" y="1145623"/>
            <a:ext cx="11658047" cy="1170000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610890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1_Grafico_narrativ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2388231"/>
            <a:ext cx="11658045" cy="37800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4" name="Text Placeholder 9">
            <a:extLst>
              <a:ext uri="{FF2B5EF4-FFF2-40B4-BE49-F238E27FC236}">
                <ns2:creationId id="{61A9EDCB-A616-0C04-CD06-97F15158454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17499" y="1145623"/>
            <a:ext cx="11658047" cy="1070364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8422600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right_grafico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173926" y="1103313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78395493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left_grafico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173304" y="1088800"/>
            <a:ext cx="5584687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17500" y="1088181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77815501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left_2graficos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173304" y="1088800"/>
            <a:ext cx="5584687" cy="24588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17500" y="1088181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A131479D-68A2-D884-02BA-6963681FAC31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173303" y="3758593"/>
            <a:ext cx="5584687" cy="2458800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214222435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right_2graficos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2455279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173926" y="1103313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AC1445B0-35E6-144B-ABE2-439E7DA6759A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7501" y="3747052"/>
            <a:ext cx="5584687" cy="2455279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321221322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showMasterSp="0" matchingName="Contraportada" preserve="1">
  <p:cSld name="Contraportada"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4" name="Google Shape;104;p53"/>
          <p:cNvGrpSpPr/>
          <p:nvPr/>
        </p:nvGrpSpPr>
        <p:grpSpPr>
          <a:xfrm>
            <a:off x="4312693" y="6088282"/>
            <a:ext cx="368855" cy="419678"/>
            <a:chOff x="1529350" y="258825"/>
            <a:chExt cx="423475" cy="481825"/>
          </a:xfrm>
        </p:grpSpPr>
        <p:sp>
          <p:nvSpPr>
            <p:cNvPr id="105" name="Google Shape;105;p53"/>
            <p:cNvSpPr/>
            <p:nvPr/>
          </p:nvSpPr>
          <p:spPr>
            <a:xfrm>
              <a:off x="1585800" y="258825"/>
              <a:ext cx="310650" cy="430550"/>
            </a:xfrm>
            <a:custGeom>
              <a:avLst/>
              <a:gdLst/>
              <a:ahLst/>
              <a:cxnLst/>
              <a:rect l="l" t="t" r="r" b="b"/>
              <a:pathLst>
                <a:path w="12426" h="17222" extrusionOk="0">
                  <a:moveTo>
                    <a:pt x="6213" y="3388"/>
                  </a:moveTo>
                  <a:cubicBezTo>
                    <a:pt x="7354" y="3388"/>
                    <a:pt x="8384" y="4074"/>
                    <a:pt x="8821" y="5131"/>
                  </a:cubicBezTo>
                  <a:cubicBezTo>
                    <a:pt x="9257" y="6185"/>
                    <a:pt x="9016" y="7399"/>
                    <a:pt x="8206" y="8206"/>
                  </a:cubicBezTo>
                  <a:cubicBezTo>
                    <a:pt x="7666" y="8748"/>
                    <a:pt x="6945" y="9035"/>
                    <a:pt x="6210" y="9035"/>
                  </a:cubicBezTo>
                  <a:cubicBezTo>
                    <a:pt x="5847" y="9035"/>
                    <a:pt x="5481" y="8965"/>
                    <a:pt x="5132" y="8820"/>
                  </a:cubicBezTo>
                  <a:cubicBezTo>
                    <a:pt x="4075" y="8383"/>
                    <a:pt x="3388" y="7354"/>
                    <a:pt x="3388" y="6212"/>
                  </a:cubicBezTo>
                  <a:cubicBezTo>
                    <a:pt x="3391" y="4652"/>
                    <a:pt x="4653" y="3391"/>
                    <a:pt x="6213" y="3388"/>
                  </a:cubicBezTo>
                  <a:close/>
                  <a:moveTo>
                    <a:pt x="6213" y="0"/>
                  </a:moveTo>
                  <a:cubicBezTo>
                    <a:pt x="2825" y="0"/>
                    <a:pt x="1" y="2728"/>
                    <a:pt x="1" y="6212"/>
                  </a:cubicBezTo>
                  <a:cubicBezTo>
                    <a:pt x="1" y="7537"/>
                    <a:pt x="398" y="8718"/>
                    <a:pt x="1163" y="9826"/>
                  </a:cubicBezTo>
                  <a:lnTo>
                    <a:pt x="5737" y="16959"/>
                  </a:lnTo>
                  <a:cubicBezTo>
                    <a:pt x="5847" y="17134"/>
                    <a:pt x="6029" y="17221"/>
                    <a:pt x="6211" y="17221"/>
                  </a:cubicBezTo>
                  <a:cubicBezTo>
                    <a:pt x="6394" y="17221"/>
                    <a:pt x="6576" y="17134"/>
                    <a:pt x="6686" y="16959"/>
                  </a:cubicBezTo>
                  <a:lnTo>
                    <a:pt x="11278" y="9802"/>
                  </a:lnTo>
                  <a:cubicBezTo>
                    <a:pt x="12025" y="8751"/>
                    <a:pt x="12425" y="7498"/>
                    <a:pt x="12422" y="6212"/>
                  </a:cubicBezTo>
                  <a:cubicBezTo>
                    <a:pt x="12422" y="2786"/>
                    <a:pt x="9637" y="0"/>
                    <a:pt x="6213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6" name="Google Shape;106;p53"/>
            <p:cNvSpPr/>
            <p:nvPr/>
          </p:nvSpPr>
          <p:spPr>
            <a:xfrm>
              <a:off x="1529350" y="583200"/>
              <a:ext cx="423475" cy="157450"/>
            </a:xfrm>
            <a:custGeom>
              <a:avLst/>
              <a:gdLst/>
              <a:ahLst/>
              <a:cxnLst/>
              <a:rect l="l" t="t" r="r" b="b"/>
              <a:pathLst>
                <a:path w="16939" h="6298" extrusionOk="0">
                  <a:moveTo>
                    <a:pt x="4050" y="1"/>
                  </a:moveTo>
                  <a:cubicBezTo>
                    <a:pt x="1545" y="582"/>
                    <a:pt x="0" y="1642"/>
                    <a:pt x="0" y="2909"/>
                  </a:cubicBezTo>
                  <a:cubicBezTo>
                    <a:pt x="0" y="5111"/>
                    <a:pt x="4364" y="6297"/>
                    <a:pt x="8471" y="6297"/>
                  </a:cubicBezTo>
                  <a:cubicBezTo>
                    <a:pt x="12575" y="6297"/>
                    <a:pt x="16938" y="5111"/>
                    <a:pt x="16938" y="2909"/>
                  </a:cubicBezTo>
                  <a:cubicBezTo>
                    <a:pt x="16938" y="1642"/>
                    <a:pt x="15391" y="579"/>
                    <a:pt x="12882" y="1"/>
                  </a:cubicBezTo>
                  <a:lnTo>
                    <a:pt x="10040" y="4445"/>
                  </a:lnTo>
                  <a:cubicBezTo>
                    <a:pt x="9673" y="5018"/>
                    <a:pt x="9071" y="5305"/>
                    <a:pt x="8469" y="5305"/>
                  </a:cubicBezTo>
                  <a:cubicBezTo>
                    <a:pt x="7867" y="5305"/>
                    <a:pt x="7265" y="5018"/>
                    <a:pt x="6899" y="4445"/>
                  </a:cubicBezTo>
                  <a:lnTo>
                    <a:pt x="4050" y="1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107" name="Google Shape;107;p53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4089679" y="1975757"/>
            <a:ext cx="4012643" cy="2445629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08" name="Google Shape;108;p53"/>
          <p:cNvGrpSpPr/>
          <p:nvPr/>
        </p:nvGrpSpPr>
        <p:grpSpPr>
          <a:xfrm>
            <a:off x="437469" y="6107730"/>
            <a:ext cx="534042" cy="376166"/>
            <a:chOff x="-1199300" y="3279250"/>
            <a:chExt cx="293025" cy="206400"/>
          </a:xfrm>
        </p:grpSpPr>
        <p:sp>
          <p:nvSpPr>
            <p:cNvPr id="109" name="Google Shape;109;p53"/>
            <p:cNvSpPr/>
            <p:nvPr/>
          </p:nvSpPr>
          <p:spPr>
            <a:xfrm>
              <a:off x="-1183550" y="3395050"/>
              <a:ext cx="261525" cy="90600"/>
            </a:xfrm>
            <a:custGeom>
              <a:avLst/>
              <a:gdLst/>
              <a:ahLst/>
              <a:cxnLst/>
              <a:rect l="l" t="t" r="r" b="b"/>
              <a:pathLst>
                <a:path w="10461" h="3624" extrusionOk="0">
                  <a:moveTo>
                    <a:pt x="3498" y="0"/>
                  </a:moveTo>
                  <a:lnTo>
                    <a:pt x="1" y="3529"/>
                  </a:lnTo>
                  <a:cubicBezTo>
                    <a:pt x="127" y="3623"/>
                    <a:pt x="284" y="3623"/>
                    <a:pt x="442" y="3623"/>
                  </a:cubicBezTo>
                  <a:lnTo>
                    <a:pt x="10051" y="3623"/>
                  </a:lnTo>
                  <a:cubicBezTo>
                    <a:pt x="10208" y="3623"/>
                    <a:pt x="10366" y="3560"/>
                    <a:pt x="10460" y="3529"/>
                  </a:cubicBezTo>
                  <a:lnTo>
                    <a:pt x="6963" y="0"/>
                  </a:lnTo>
                  <a:lnTo>
                    <a:pt x="5986" y="977"/>
                  </a:lnTo>
                  <a:cubicBezTo>
                    <a:pt x="5797" y="1166"/>
                    <a:pt x="5522" y="1260"/>
                    <a:pt x="5242" y="1260"/>
                  </a:cubicBezTo>
                  <a:cubicBezTo>
                    <a:pt x="4963" y="1260"/>
                    <a:pt x="4679" y="1166"/>
                    <a:pt x="4474" y="977"/>
                  </a:cubicBezTo>
                  <a:lnTo>
                    <a:pt x="3498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0" name="Google Shape;110;p53"/>
            <p:cNvSpPr/>
            <p:nvPr/>
          </p:nvSpPr>
          <p:spPr>
            <a:xfrm>
              <a:off x="-1184325" y="3279250"/>
              <a:ext cx="261500" cy="129400"/>
            </a:xfrm>
            <a:custGeom>
              <a:avLst/>
              <a:gdLst/>
              <a:ahLst/>
              <a:cxnLst/>
              <a:rect l="l" t="t" r="r" b="b"/>
              <a:pathLst>
                <a:path w="10460" h="5176" extrusionOk="0">
                  <a:moveTo>
                    <a:pt x="410" y="1"/>
                  </a:moveTo>
                  <a:cubicBezTo>
                    <a:pt x="252" y="1"/>
                    <a:pt x="95" y="64"/>
                    <a:pt x="0" y="95"/>
                  </a:cubicBezTo>
                  <a:lnTo>
                    <a:pt x="3781" y="3876"/>
                  </a:lnTo>
                  <a:lnTo>
                    <a:pt x="4978" y="5105"/>
                  </a:lnTo>
                  <a:cubicBezTo>
                    <a:pt x="5041" y="5152"/>
                    <a:pt x="5143" y="5175"/>
                    <a:pt x="5246" y="5175"/>
                  </a:cubicBezTo>
                  <a:cubicBezTo>
                    <a:pt x="5348" y="5175"/>
                    <a:pt x="5450" y="5152"/>
                    <a:pt x="5513" y="5105"/>
                  </a:cubicBezTo>
                  <a:lnTo>
                    <a:pt x="6711" y="3876"/>
                  </a:lnTo>
                  <a:lnTo>
                    <a:pt x="10460" y="95"/>
                  </a:lnTo>
                  <a:cubicBezTo>
                    <a:pt x="10334" y="1"/>
                    <a:pt x="10176" y="1"/>
                    <a:pt x="10019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1" name="Google Shape;111;p53"/>
            <p:cNvSpPr/>
            <p:nvPr/>
          </p:nvSpPr>
          <p:spPr>
            <a:xfrm>
              <a:off x="-1199300" y="3294225"/>
              <a:ext cx="90600" cy="175650"/>
            </a:xfrm>
            <a:custGeom>
              <a:avLst/>
              <a:gdLst/>
              <a:ahLst/>
              <a:cxnLst/>
              <a:rect l="l" t="t" r="r" b="b"/>
              <a:pathLst>
                <a:path w="3624" h="7026" extrusionOk="0">
                  <a:moveTo>
                    <a:pt x="126" y="0"/>
                  </a:moveTo>
                  <a:cubicBezTo>
                    <a:pt x="32" y="126"/>
                    <a:pt x="0" y="284"/>
                    <a:pt x="0" y="441"/>
                  </a:cubicBezTo>
                  <a:lnTo>
                    <a:pt x="0" y="6585"/>
                  </a:lnTo>
                  <a:cubicBezTo>
                    <a:pt x="0" y="6742"/>
                    <a:pt x="32" y="6900"/>
                    <a:pt x="126" y="7026"/>
                  </a:cubicBezTo>
                  <a:lnTo>
                    <a:pt x="3624" y="3466"/>
                  </a:lnTo>
                  <a:lnTo>
                    <a:pt x="126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2" name="Google Shape;112;p53"/>
            <p:cNvSpPr/>
            <p:nvPr/>
          </p:nvSpPr>
          <p:spPr>
            <a:xfrm>
              <a:off x="-996875" y="3294225"/>
              <a:ext cx="90600" cy="177225"/>
            </a:xfrm>
            <a:custGeom>
              <a:avLst/>
              <a:gdLst/>
              <a:ahLst/>
              <a:cxnLst/>
              <a:rect l="l" t="t" r="r" b="b"/>
              <a:pathLst>
                <a:path w="3624" h="7089" extrusionOk="0">
                  <a:moveTo>
                    <a:pt x="3529" y="0"/>
                  </a:moveTo>
                  <a:lnTo>
                    <a:pt x="0" y="3529"/>
                  </a:lnTo>
                  <a:lnTo>
                    <a:pt x="3529" y="7089"/>
                  </a:lnTo>
                  <a:cubicBezTo>
                    <a:pt x="3592" y="6963"/>
                    <a:pt x="3623" y="6805"/>
                    <a:pt x="3623" y="6648"/>
                  </a:cubicBezTo>
                  <a:lnTo>
                    <a:pt x="3623" y="504"/>
                  </a:lnTo>
                  <a:cubicBezTo>
                    <a:pt x="3592" y="284"/>
                    <a:pt x="3560" y="126"/>
                    <a:pt x="3529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13" name="Google Shape;113;p53"/>
          <p:cNvGrpSpPr/>
          <p:nvPr/>
        </p:nvGrpSpPr>
        <p:grpSpPr>
          <a:xfrm>
            <a:off x="9775153" y="6094969"/>
            <a:ext cx="400230" cy="400230"/>
            <a:chOff x="4456875" y="1435075"/>
            <a:chExt cx="481825" cy="481825"/>
          </a:xfrm>
        </p:grpSpPr>
        <p:sp>
          <p:nvSpPr>
            <p:cNvPr id="114" name="Google Shape;114;p53"/>
            <p:cNvSpPr/>
            <p:nvPr/>
          </p:nvSpPr>
          <p:spPr>
            <a:xfrm>
              <a:off x="4624975" y="1465275"/>
              <a:ext cx="56650" cy="86000"/>
            </a:xfrm>
            <a:custGeom>
              <a:avLst/>
              <a:gdLst/>
              <a:ahLst/>
              <a:cxnLst/>
              <a:rect l="l" t="t" r="r" b="b"/>
              <a:pathLst>
                <a:path w="2266" h="3440" extrusionOk="0">
                  <a:moveTo>
                    <a:pt x="2265" y="0"/>
                  </a:moveTo>
                  <a:cubicBezTo>
                    <a:pt x="1413" y="283"/>
                    <a:pt x="618" y="1196"/>
                    <a:pt x="1" y="2575"/>
                  </a:cubicBezTo>
                  <a:cubicBezTo>
                    <a:pt x="263" y="2801"/>
                    <a:pt x="449" y="3105"/>
                    <a:pt x="534" y="3439"/>
                  </a:cubicBezTo>
                  <a:cubicBezTo>
                    <a:pt x="1106" y="3364"/>
                    <a:pt x="1672" y="3322"/>
                    <a:pt x="2265" y="3304"/>
                  </a:cubicBezTo>
                  <a:lnTo>
                    <a:pt x="2265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5" name="Google Shape;115;p53"/>
            <p:cNvSpPr/>
            <p:nvPr/>
          </p:nvSpPr>
          <p:spPr>
            <a:xfrm>
              <a:off x="4615275" y="1797425"/>
              <a:ext cx="66350" cy="89375"/>
            </a:xfrm>
            <a:custGeom>
              <a:avLst/>
              <a:gdLst/>
              <a:ahLst/>
              <a:cxnLst/>
              <a:rect l="l" t="t" r="r" b="b"/>
              <a:pathLst>
                <a:path w="2654" h="3575" extrusionOk="0">
                  <a:moveTo>
                    <a:pt x="0" y="0"/>
                  </a:moveTo>
                  <a:lnTo>
                    <a:pt x="0" y="0"/>
                  </a:lnTo>
                  <a:cubicBezTo>
                    <a:pt x="618" y="1882"/>
                    <a:pt x="1563" y="3225"/>
                    <a:pt x="2653" y="3574"/>
                  </a:cubicBezTo>
                  <a:lnTo>
                    <a:pt x="2653" y="1316"/>
                  </a:lnTo>
                  <a:cubicBezTo>
                    <a:pt x="2153" y="1135"/>
                    <a:pt x="1768" y="726"/>
                    <a:pt x="1620" y="217"/>
                  </a:cubicBezTo>
                  <a:cubicBezTo>
                    <a:pt x="1057" y="169"/>
                    <a:pt x="518" y="96"/>
                    <a:pt x="0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6" name="Google Shape;116;p53"/>
            <p:cNvSpPr/>
            <p:nvPr/>
          </p:nvSpPr>
          <p:spPr>
            <a:xfrm>
              <a:off x="4583125" y="1547250"/>
              <a:ext cx="28250" cy="28250"/>
            </a:xfrm>
            <a:custGeom>
              <a:avLst/>
              <a:gdLst/>
              <a:ahLst/>
              <a:cxnLst/>
              <a:rect l="l" t="t" r="r" b="b"/>
              <a:pathLst>
                <a:path w="1130" h="1130" extrusionOk="0">
                  <a:moveTo>
                    <a:pt x="567" y="1"/>
                  </a:moveTo>
                  <a:cubicBezTo>
                    <a:pt x="253" y="1"/>
                    <a:pt x="1" y="254"/>
                    <a:pt x="1" y="567"/>
                  </a:cubicBezTo>
                  <a:cubicBezTo>
                    <a:pt x="1" y="880"/>
                    <a:pt x="253" y="1130"/>
                    <a:pt x="567" y="1130"/>
                  </a:cubicBezTo>
                  <a:cubicBezTo>
                    <a:pt x="880" y="1130"/>
                    <a:pt x="1130" y="880"/>
                    <a:pt x="1130" y="567"/>
                  </a:cubicBezTo>
                  <a:cubicBezTo>
                    <a:pt x="1130" y="254"/>
                    <a:pt x="880" y="1"/>
                    <a:pt x="567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7" name="Google Shape;117;p53"/>
            <p:cNvSpPr/>
            <p:nvPr/>
          </p:nvSpPr>
          <p:spPr>
            <a:xfrm>
              <a:off x="4597950" y="1576075"/>
              <a:ext cx="83675" cy="87525"/>
            </a:xfrm>
            <a:custGeom>
              <a:avLst/>
              <a:gdLst/>
              <a:ahLst/>
              <a:cxnLst/>
              <a:rect l="l" t="t" r="r" b="b"/>
              <a:pathLst>
                <a:path w="3347" h="3501" extrusionOk="0">
                  <a:moveTo>
                    <a:pt x="3346" y="1"/>
                  </a:moveTo>
                  <a:cubicBezTo>
                    <a:pt x="2723" y="19"/>
                    <a:pt x="2103" y="73"/>
                    <a:pt x="1485" y="161"/>
                  </a:cubicBezTo>
                  <a:cubicBezTo>
                    <a:pt x="1241" y="654"/>
                    <a:pt x="772" y="998"/>
                    <a:pt x="230" y="1082"/>
                  </a:cubicBezTo>
                  <a:cubicBezTo>
                    <a:pt x="100" y="1817"/>
                    <a:pt x="25" y="2714"/>
                    <a:pt x="1" y="3500"/>
                  </a:cubicBezTo>
                  <a:lnTo>
                    <a:pt x="3346" y="3500"/>
                  </a:lnTo>
                  <a:lnTo>
                    <a:pt x="3346" y="1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8" name="Google Shape;118;p53"/>
            <p:cNvSpPr/>
            <p:nvPr/>
          </p:nvSpPr>
          <p:spPr>
            <a:xfrm>
              <a:off x="4597650" y="1692175"/>
              <a:ext cx="83975" cy="82450"/>
            </a:xfrm>
            <a:custGeom>
              <a:avLst/>
              <a:gdLst/>
              <a:ahLst/>
              <a:cxnLst/>
              <a:rect l="l" t="t" r="r" b="b"/>
              <a:pathLst>
                <a:path w="3359" h="3298" extrusionOk="0">
                  <a:moveTo>
                    <a:pt x="1" y="0"/>
                  </a:moveTo>
                  <a:cubicBezTo>
                    <a:pt x="31" y="1003"/>
                    <a:pt x="154" y="2006"/>
                    <a:pt x="371" y="2987"/>
                  </a:cubicBezTo>
                  <a:cubicBezTo>
                    <a:pt x="1031" y="3135"/>
                    <a:pt x="1699" y="3237"/>
                    <a:pt x="2371" y="3298"/>
                  </a:cubicBezTo>
                  <a:cubicBezTo>
                    <a:pt x="2548" y="2855"/>
                    <a:pt x="2910" y="2509"/>
                    <a:pt x="3358" y="2346"/>
                  </a:cubicBezTo>
                  <a:lnTo>
                    <a:pt x="3358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9" name="Google Shape;119;p53"/>
            <p:cNvSpPr/>
            <p:nvPr/>
          </p:nvSpPr>
          <p:spPr>
            <a:xfrm>
              <a:off x="4798050" y="1663575"/>
              <a:ext cx="28475" cy="28250"/>
            </a:xfrm>
            <a:custGeom>
              <a:avLst/>
              <a:gdLst/>
              <a:ahLst/>
              <a:cxnLst/>
              <a:rect l="l" t="t" r="r" b="b"/>
              <a:pathLst>
                <a:path w="1139" h="1130" extrusionOk="0">
                  <a:moveTo>
                    <a:pt x="564" y="0"/>
                  </a:moveTo>
                  <a:cubicBezTo>
                    <a:pt x="254" y="0"/>
                    <a:pt x="1" y="253"/>
                    <a:pt x="1" y="566"/>
                  </a:cubicBezTo>
                  <a:cubicBezTo>
                    <a:pt x="4" y="876"/>
                    <a:pt x="257" y="1129"/>
                    <a:pt x="567" y="1129"/>
                  </a:cubicBezTo>
                  <a:lnTo>
                    <a:pt x="573" y="1129"/>
                  </a:lnTo>
                  <a:cubicBezTo>
                    <a:pt x="886" y="1129"/>
                    <a:pt x="1139" y="876"/>
                    <a:pt x="1139" y="563"/>
                  </a:cubicBezTo>
                  <a:cubicBezTo>
                    <a:pt x="1139" y="253"/>
                    <a:pt x="886" y="0"/>
                    <a:pt x="573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0" name="Google Shape;120;p53"/>
            <p:cNvSpPr/>
            <p:nvPr/>
          </p:nvSpPr>
          <p:spPr>
            <a:xfrm>
              <a:off x="4710200" y="1435075"/>
              <a:ext cx="228500" cy="228525"/>
            </a:xfrm>
            <a:custGeom>
              <a:avLst/>
              <a:gdLst/>
              <a:ahLst/>
              <a:cxnLst/>
              <a:rect l="l" t="t" r="r" b="b"/>
              <a:pathLst>
                <a:path w="9140" h="9141" extrusionOk="0">
                  <a:moveTo>
                    <a:pt x="1" y="1"/>
                  </a:moveTo>
                  <a:lnTo>
                    <a:pt x="1" y="34"/>
                  </a:lnTo>
                  <a:cubicBezTo>
                    <a:pt x="1729" y="377"/>
                    <a:pt x="3313" y="2283"/>
                    <a:pt x="4075" y="5069"/>
                  </a:cubicBezTo>
                  <a:cubicBezTo>
                    <a:pt x="6833" y="5828"/>
                    <a:pt x="8763" y="7406"/>
                    <a:pt x="9107" y="9140"/>
                  </a:cubicBezTo>
                  <a:lnTo>
                    <a:pt x="9140" y="9140"/>
                  </a:lnTo>
                  <a:cubicBezTo>
                    <a:pt x="8854" y="4298"/>
                    <a:pt x="4843" y="284"/>
                    <a:pt x="1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1" name="Google Shape;121;p53"/>
            <p:cNvSpPr/>
            <p:nvPr/>
          </p:nvSpPr>
          <p:spPr>
            <a:xfrm>
              <a:off x="4819200" y="1593475"/>
              <a:ext cx="89400" cy="70125"/>
            </a:xfrm>
            <a:custGeom>
              <a:avLst/>
              <a:gdLst/>
              <a:ahLst/>
              <a:cxnLst/>
              <a:rect l="l" t="t" r="r" b="b"/>
              <a:pathLst>
                <a:path w="3576" h="2805" extrusionOk="0">
                  <a:moveTo>
                    <a:pt x="1" y="1"/>
                  </a:moveTo>
                  <a:cubicBezTo>
                    <a:pt x="94" y="519"/>
                    <a:pt x="166" y="1061"/>
                    <a:pt x="215" y="1621"/>
                  </a:cubicBezTo>
                  <a:cubicBezTo>
                    <a:pt x="727" y="1777"/>
                    <a:pt x="1136" y="2301"/>
                    <a:pt x="1317" y="2804"/>
                  </a:cubicBezTo>
                  <a:lnTo>
                    <a:pt x="3575" y="2804"/>
                  </a:lnTo>
                  <a:cubicBezTo>
                    <a:pt x="3223" y="1711"/>
                    <a:pt x="1883" y="621"/>
                    <a:pt x="1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2" name="Google Shape;122;p53"/>
            <p:cNvSpPr/>
            <p:nvPr/>
          </p:nvSpPr>
          <p:spPr>
            <a:xfrm>
              <a:off x="4819200" y="1692175"/>
              <a:ext cx="89475" cy="66275"/>
            </a:xfrm>
            <a:custGeom>
              <a:avLst/>
              <a:gdLst/>
              <a:ahLst/>
              <a:cxnLst/>
              <a:rect l="l" t="t" r="r" b="b"/>
              <a:pathLst>
                <a:path w="3579" h="2651" extrusionOk="0">
                  <a:moveTo>
                    <a:pt x="1317" y="0"/>
                  </a:moveTo>
                  <a:cubicBezTo>
                    <a:pt x="1133" y="500"/>
                    <a:pt x="727" y="883"/>
                    <a:pt x="215" y="1033"/>
                  </a:cubicBezTo>
                  <a:cubicBezTo>
                    <a:pt x="166" y="1593"/>
                    <a:pt x="94" y="2132"/>
                    <a:pt x="1" y="2650"/>
                  </a:cubicBezTo>
                  <a:cubicBezTo>
                    <a:pt x="1889" y="2030"/>
                    <a:pt x="3223" y="1078"/>
                    <a:pt x="3578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3" name="Google Shape;123;p53"/>
            <p:cNvSpPr/>
            <p:nvPr/>
          </p:nvSpPr>
          <p:spPr>
            <a:xfrm>
              <a:off x="4456875" y="1691800"/>
              <a:ext cx="225125" cy="225100"/>
            </a:xfrm>
            <a:custGeom>
              <a:avLst/>
              <a:gdLst/>
              <a:ahLst/>
              <a:cxnLst/>
              <a:rect l="l" t="t" r="r" b="b"/>
              <a:pathLst>
                <a:path w="9005" h="9004" extrusionOk="0">
                  <a:moveTo>
                    <a:pt x="1" y="0"/>
                  </a:moveTo>
                  <a:cubicBezTo>
                    <a:pt x="284" y="4839"/>
                    <a:pt x="4162" y="8721"/>
                    <a:pt x="9004" y="9004"/>
                  </a:cubicBezTo>
                  <a:lnTo>
                    <a:pt x="9004" y="8974"/>
                  </a:lnTo>
                  <a:cubicBezTo>
                    <a:pt x="7273" y="8628"/>
                    <a:pt x="5827" y="6697"/>
                    <a:pt x="5066" y="3942"/>
                  </a:cubicBezTo>
                  <a:cubicBezTo>
                    <a:pt x="2283" y="3180"/>
                    <a:pt x="377" y="1726"/>
                    <a:pt x="31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4" name="Google Shape;124;p53"/>
            <p:cNvSpPr/>
            <p:nvPr/>
          </p:nvSpPr>
          <p:spPr>
            <a:xfrm>
              <a:off x="4487000" y="1595125"/>
              <a:ext cx="88925" cy="68475"/>
            </a:xfrm>
            <a:custGeom>
              <a:avLst/>
              <a:gdLst/>
              <a:ahLst/>
              <a:cxnLst/>
              <a:rect l="l" t="t" r="r" b="b"/>
              <a:pathLst>
                <a:path w="3557" h="2739" extrusionOk="0">
                  <a:moveTo>
                    <a:pt x="3397" y="1"/>
                  </a:moveTo>
                  <a:cubicBezTo>
                    <a:pt x="1569" y="636"/>
                    <a:pt x="337" y="1720"/>
                    <a:pt x="0" y="2738"/>
                  </a:cubicBezTo>
                  <a:lnTo>
                    <a:pt x="3313" y="2738"/>
                  </a:lnTo>
                  <a:cubicBezTo>
                    <a:pt x="3337" y="1880"/>
                    <a:pt x="3418" y="913"/>
                    <a:pt x="3556" y="106"/>
                  </a:cubicBezTo>
                  <a:cubicBezTo>
                    <a:pt x="3502" y="73"/>
                    <a:pt x="3448" y="37"/>
                    <a:pt x="3397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5" name="Google Shape;125;p53"/>
            <p:cNvSpPr/>
            <p:nvPr/>
          </p:nvSpPr>
          <p:spPr>
            <a:xfrm>
              <a:off x="4486925" y="1692175"/>
              <a:ext cx="89450" cy="66350"/>
            </a:xfrm>
            <a:custGeom>
              <a:avLst/>
              <a:gdLst/>
              <a:ahLst/>
              <a:cxnLst/>
              <a:rect l="l" t="t" r="r" b="b"/>
              <a:pathLst>
                <a:path w="3578" h="2654" extrusionOk="0">
                  <a:moveTo>
                    <a:pt x="0" y="0"/>
                  </a:moveTo>
                  <a:cubicBezTo>
                    <a:pt x="352" y="1078"/>
                    <a:pt x="1689" y="2030"/>
                    <a:pt x="3578" y="2653"/>
                  </a:cubicBezTo>
                  <a:cubicBezTo>
                    <a:pt x="3418" y="1777"/>
                    <a:pt x="3325" y="889"/>
                    <a:pt x="3300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6" name="Google Shape;126;p53"/>
            <p:cNvSpPr/>
            <p:nvPr/>
          </p:nvSpPr>
          <p:spPr>
            <a:xfrm>
              <a:off x="4456875" y="1435075"/>
              <a:ext cx="225125" cy="228525"/>
            </a:xfrm>
            <a:custGeom>
              <a:avLst/>
              <a:gdLst/>
              <a:ahLst/>
              <a:cxnLst/>
              <a:rect l="l" t="t" r="r" b="b"/>
              <a:pathLst>
                <a:path w="9005" h="9141" extrusionOk="0">
                  <a:moveTo>
                    <a:pt x="9004" y="1"/>
                  </a:moveTo>
                  <a:cubicBezTo>
                    <a:pt x="4162" y="284"/>
                    <a:pt x="284" y="4298"/>
                    <a:pt x="1" y="9140"/>
                  </a:cubicBezTo>
                  <a:lnTo>
                    <a:pt x="37" y="9140"/>
                  </a:lnTo>
                  <a:cubicBezTo>
                    <a:pt x="329" y="7686"/>
                    <a:pt x="1747" y="6267"/>
                    <a:pt x="3969" y="5433"/>
                  </a:cubicBezTo>
                  <a:cubicBezTo>
                    <a:pt x="3715" y="4375"/>
                    <a:pt x="4516" y="3361"/>
                    <a:pt x="5602" y="3361"/>
                  </a:cubicBezTo>
                  <a:cubicBezTo>
                    <a:pt x="5607" y="3361"/>
                    <a:pt x="5612" y="3361"/>
                    <a:pt x="5617" y="3361"/>
                  </a:cubicBezTo>
                  <a:cubicBezTo>
                    <a:pt x="5638" y="3361"/>
                    <a:pt x="5656" y="3364"/>
                    <a:pt x="5677" y="3367"/>
                  </a:cubicBezTo>
                  <a:cubicBezTo>
                    <a:pt x="6511" y="1476"/>
                    <a:pt x="7688" y="293"/>
                    <a:pt x="9004" y="31"/>
                  </a:cubicBezTo>
                  <a:lnTo>
                    <a:pt x="9004" y="1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7" name="Google Shape;127;p53"/>
            <p:cNvSpPr/>
            <p:nvPr/>
          </p:nvSpPr>
          <p:spPr>
            <a:xfrm>
              <a:off x="4710200" y="1691800"/>
              <a:ext cx="228500" cy="225100"/>
            </a:xfrm>
            <a:custGeom>
              <a:avLst/>
              <a:gdLst/>
              <a:ahLst/>
              <a:cxnLst/>
              <a:rect l="l" t="t" r="r" b="b"/>
              <a:pathLst>
                <a:path w="9140" h="9004" extrusionOk="0">
                  <a:moveTo>
                    <a:pt x="9107" y="0"/>
                  </a:moveTo>
                  <a:cubicBezTo>
                    <a:pt x="8760" y="1726"/>
                    <a:pt x="6857" y="3177"/>
                    <a:pt x="4075" y="3942"/>
                  </a:cubicBezTo>
                  <a:cubicBezTo>
                    <a:pt x="3313" y="6721"/>
                    <a:pt x="1729" y="8628"/>
                    <a:pt x="1" y="8971"/>
                  </a:cubicBezTo>
                  <a:lnTo>
                    <a:pt x="1" y="9004"/>
                  </a:lnTo>
                  <a:cubicBezTo>
                    <a:pt x="4843" y="8721"/>
                    <a:pt x="8854" y="4839"/>
                    <a:pt x="9140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8" name="Google Shape;128;p53"/>
            <p:cNvSpPr/>
            <p:nvPr/>
          </p:nvSpPr>
          <p:spPr>
            <a:xfrm>
              <a:off x="4710200" y="1465200"/>
              <a:ext cx="70025" cy="89375"/>
            </a:xfrm>
            <a:custGeom>
              <a:avLst/>
              <a:gdLst/>
              <a:ahLst/>
              <a:cxnLst/>
              <a:rect l="l" t="t" r="r" b="b"/>
              <a:pathLst>
                <a:path w="2801" h="3575" extrusionOk="0">
                  <a:moveTo>
                    <a:pt x="1" y="0"/>
                  </a:moveTo>
                  <a:lnTo>
                    <a:pt x="1" y="3298"/>
                  </a:lnTo>
                  <a:cubicBezTo>
                    <a:pt x="937" y="3328"/>
                    <a:pt x="1961" y="3421"/>
                    <a:pt x="2801" y="3575"/>
                  </a:cubicBezTo>
                  <a:cubicBezTo>
                    <a:pt x="2181" y="1687"/>
                    <a:pt x="1082" y="350"/>
                    <a:pt x="1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9" name="Google Shape;129;p53"/>
            <p:cNvSpPr/>
            <p:nvPr/>
          </p:nvSpPr>
          <p:spPr>
            <a:xfrm>
              <a:off x="4710200" y="1575850"/>
              <a:ext cx="86150" cy="87750"/>
            </a:xfrm>
            <a:custGeom>
              <a:avLst/>
              <a:gdLst/>
              <a:ahLst/>
              <a:cxnLst/>
              <a:rect l="l" t="t" r="r" b="b"/>
              <a:pathLst>
                <a:path w="3446" h="3510" extrusionOk="0">
                  <a:moveTo>
                    <a:pt x="1" y="1"/>
                  </a:moveTo>
                  <a:lnTo>
                    <a:pt x="1" y="3509"/>
                  </a:lnTo>
                  <a:lnTo>
                    <a:pt x="2494" y="3509"/>
                  </a:lnTo>
                  <a:cubicBezTo>
                    <a:pt x="2656" y="3054"/>
                    <a:pt x="3003" y="2554"/>
                    <a:pt x="3445" y="2374"/>
                  </a:cubicBezTo>
                  <a:cubicBezTo>
                    <a:pt x="3385" y="1702"/>
                    <a:pt x="3283" y="1034"/>
                    <a:pt x="3135" y="374"/>
                  </a:cubicBezTo>
                  <a:cubicBezTo>
                    <a:pt x="2208" y="167"/>
                    <a:pt x="1063" y="37"/>
                    <a:pt x="1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0" name="Google Shape;130;p53"/>
            <p:cNvSpPr/>
            <p:nvPr/>
          </p:nvSpPr>
          <p:spPr>
            <a:xfrm>
              <a:off x="4710200" y="1797500"/>
              <a:ext cx="70025" cy="89375"/>
            </a:xfrm>
            <a:custGeom>
              <a:avLst/>
              <a:gdLst/>
              <a:ahLst/>
              <a:cxnLst/>
              <a:rect l="l" t="t" r="r" b="b"/>
              <a:pathLst>
                <a:path w="2801" h="3575" extrusionOk="0">
                  <a:moveTo>
                    <a:pt x="2801" y="0"/>
                  </a:moveTo>
                  <a:lnTo>
                    <a:pt x="2801" y="0"/>
                  </a:lnTo>
                  <a:cubicBezTo>
                    <a:pt x="2283" y="93"/>
                    <a:pt x="1609" y="166"/>
                    <a:pt x="1048" y="214"/>
                  </a:cubicBezTo>
                  <a:cubicBezTo>
                    <a:pt x="892" y="726"/>
                    <a:pt x="503" y="1135"/>
                    <a:pt x="1" y="1316"/>
                  </a:cubicBezTo>
                  <a:lnTo>
                    <a:pt x="1" y="3574"/>
                  </a:lnTo>
                  <a:cubicBezTo>
                    <a:pt x="1082" y="3222"/>
                    <a:pt x="2181" y="1885"/>
                    <a:pt x="2801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1" name="Google Shape;131;p53"/>
            <p:cNvSpPr/>
            <p:nvPr/>
          </p:nvSpPr>
          <p:spPr>
            <a:xfrm>
              <a:off x="4681975" y="1776400"/>
              <a:ext cx="28250" cy="28350"/>
            </a:xfrm>
            <a:custGeom>
              <a:avLst/>
              <a:gdLst/>
              <a:ahLst/>
              <a:cxnLst/>
              <a:rect l="l" t="t" r="r" b="b"/>
              <a:pathLst>
                <a:path w="1130" h="1134" extrusionOk="0">
                  <a:moveTo>
                    <a:pt x="566" y="1"/>
                  </a:moveTo>
                  <a:cubicBezTo>
                    <a:pt x="253" y="1"/>
                    <a:pt x="0" y="251"/>
                    <a:pt x="0" y="564"/>
                  </a:cubicBezTo>
                  <a:lnTo>
                    <a:pt x="0" y="567"/>
                  </a:lnTo>
                  <a:cubicBezTo>
                    <a:pt x="0" y="567"/>
                    <a:pt x="0" y="570"/>
                    <a:pt x="0" y="570"/>
                  </a:cubicBezTo>
                  <a:cubicBezTo>
                    <a:pt x="0" y="880"/>
                    <a:pt x="253" y="1133"/>
                    <a:pt x="566" y="1133"/>
                  </a:cubicBezTo>
                  <a:cubicBezTo>
                    <a:pt x="877" y="1133"/>
                    <a:pt x="1130" y="880"/>
                    <a:pt x="1130" y="570"/>
                  </a:cubicBezTo>
                  <a:cubicBezTo>
                    <a:pt x="1130" y="570"/>
                    <a:pt x="1130" y="567"/>
                    <a:pt x="1130" y="567"/>
                  </a:cubicBezTo>
                  <a:lnTo>
                    <a:pt x="1130" y="564"/>
                  </a:lnTo>
                  <a:cubicBezTo>
                    <a:pt x="1130" y="251"/>
                    <a:pt x="877" y="1"/>
                    <a:pt x="566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2" name="Google Shape;132;p53"/>
            <p:cNvSpPr/>
            <p:nvPr/>
          </p:nvSpPr>
          <p:spPr>
            <a:xfrm>
              <a:off x="4710200" y="1692175"/>
              <a:ext cx="86150" cy="82450"/>
            </a:xfrm>
            <a:custGeom>
              <a:avLst/>
              <a:gdLst/>
              <a:ahLst/>
              <a:cxnLst/>
              <a:rect l="l" t="t" r="r" b="b"/>
              <a:pathLst>
                <a:path w="3446" h="3298" extrusionOk="0">
                  <a:moveTo>
                    <a:pt x="1" y="0"/>
                  </a:moveTo>
                  <a:lnTo>
                    <a:pt x="1" y="2346"/>
                  </a:lnTo>
                  <a:cubicBezTo>
                    <a:pt x="455" y="2506"/>
                    <a:pt x="820" y="2852"/>
                    <a:pt x="1003" y="3298"/>
                  </a:cubicBezTo>
                  <a:cubicBezTo>
                    <a:pt x="1702" y="3234"/>
                    <a:pt x="2506" y="3129"/>
                    <a:pt x="3135" y="2987"/>
                  </a:cubicBezTo>
                  <a:cubicBezTo>
                    <a:pt x="3283" y="2328"/>
                    <a:pt x="3385" y="1660"/>
                    <a:pt x="3445" y="985"/>
                  </a:cubicBezTo>
                  <a:cubicBezTo>
                    <a:pt x="3003" y="807"/>
                    <a:pt x="2656" y="449"/>
                    <a:pt x="2494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33" name="Google Shape;133;p53"/>
          <p:cNvSpPr txBox="1">
            <a:spLocks noGrp="1"/>
          </p:cNvSpPr>
          <p:nvPr>
            <p:ph type="dt" idx="10"/>
          </p:nvPr>
        </p:nvSpPr>
        <p:spPr>
          <a:xfrm>
            <a:off x="991614" y="6123699"/>
            <a:ext cx="212306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134" name="Google Shape;134;p53"/>
          <p:cNvSpPr txBox="1">
            <a:spLocks noGrp="1"/>
          </p:cNvSpPr>
          <p:nvPr>
            <p:ph type="ftr" idx="11"/>
          </p:nvPr>
        </p:nvSpPr>
        <p:spPr>
          <a:xfrm>
            <a:off x="4343413" y="6131637"/>
            <a:ext cx="4393141" cy="3522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5" name="Google Shape;135;p53"/>
          <p:cNvSpPr txBox="1">
            <a:spLocks noGrp="1"/>
          </p:cNvSpPr>
          <p:nvPr>
            <p:ph type="sldNum" idx="12"/>
          </p:nvPr>
        </p:nvSpPr>
        <p:spPr>
          <a:xfrm>
            <a:off x="10211563" y="6136013"/>
            <a:ext cx="1608962" cy="3478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/>
              <a:t>pulso.pucp.edu.pe</a:t>
            </a:r>
            <a:endParaRPr/>
          </a:p>
        </p:txBody>
      </p:sp>
      <p:cxnSp>
        <p:nvCxnSpPr>
          <p:cNvPr id="136" name="Google Shape;136;p53"/>
          <p:cNvCxnSpPr/>
          <p:nvPr/>
        </p:nvCxnSpPr>
        <p:spPr>
          <a:xfrm>
            <a:off x="0" y="6836140"/>
            <a:ext cx="12192000" cy="0"/>
          </a:xfrm>
          <a:prstGeom prst="straightConnector1">
            <a:avLst/>
          </a:prstGeom>
          <a:noFill/>
          <a:ln w="57150" cap="flat" cmpd="sng">
            <a:solidFill>
              <a:srgbClr val="CA5651"/>
            </a:solidFill>
            <a:prstDash val="solid"/>
            <a:miter lim="800000"/>
            <a:headEnd type="none" w="sm" len="sm"/>
            <a:tailEnd type="none" w="sm" len="sm"/>
          </a:ln>
        </p:spPr>
      </p:cxnSp>
    </p:spTree>
    <p:extLst>
      <p:ext uri="{BB962C8B-B14F-4D97-AF65-F5344CB8AC3E}">
        <p14:creationId val="80885163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3_Índice" preserve="1" userDrawn="1">
  <p:cSld name="Indice">
    <p:bg>
      <p:bgPr>
        <a:solidFill>
          <a:srgbClr val="F2F2F2"/>
        </a:solidFill>
        <a:effectLst/>
      </p:bgPr>
    </p:bg>
    <p:spTree>
      <p:nvGrpSpPr>
        <p:cNvPr id="1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8" name="Grupo 87">
            <a:extLst>
              <a:ext uri="{FF2B5EF4-FFF2-40B4-BE49-F238E27FC236}">
                <ns2:creationId id="{C8DC7646-E791-9F27-BA79-8929004D514B}"/>
              </a:ext>
            </a:extLst>
          </p:cNvPr>
          <p:cNvGrpSpPr/>
          <p:nvPr userDrawn="1"/>
        </p:nvGrpSpPr>
        <p:grpSpPr>
          <a:xfrm>
            <a:off x="0" y="-30822"/>
            <a:ext cx="12192000" cy="6888821"/>
            <a:chOff x="0" y="-30822"/>
            <a:chExt cx="12192000" cy="6888821"/>
          </a:xfrm>
        </p:grpSpPr>
        <p:grpSp>
          <p:nvGrpSpPr>
            <p:cNvPr id="85" name="Grupo 84">
              <a:extLst>
                <a:ext uri="{FF2B5EF4-FFF2-40B4-BE49-F238E27FC236}">
                  <ns2:creationId id="{8EB232BD-112B-5AB4-5630-4141328FD263}"/>
                </a:ext>
              </a:extLst>
            </p:cNvPr>
            <p:cNvGrpSpPr/>
            <p:nvPr userDrawn="1"/>
          </p:nvGrpSpPr>
          <p:grpSpPr>
            <a:xfrm>
              <a:off x="0" y="-30822"/>
              <a:ext cx="12192000" cy="6888821"/>
              <a:chOff x="0" y="-30822"/>
              <a:chExt cx="12192000" cy="6888821"/>
            </a:xfrm>
          </p:grpSpPr>
          <p:grpSp>
            <p:nvGrpSpPr>
              <p:cNvPr id="84" name="Grupo 83">
                <a:extLst>
                  <a:ext uri="{FF2B5EF4-FFF2-40B4-BE49-F238E27FC236}">
                    <ns2:creationId id="{B5F24069-AAA5-AE58-1308-4351580F56DD}"/>
                  </a:ext>
                </a:extLst>
              </p:cNvPr>
              <p:cNvGrpSpPr/>
              <p:nvPr userDrawn="1"/>
            </p:nvGrpSpPr>
            <p:grpSpPr>
              <a:xfrm>
                <a:off x="0" y="-30822"/>
                <a:ext cx="12192000" cy="6888821"/>
                <a:chOff x="0" y="-30822"/>
                <a:chExt cx="12192000" cy="6888821"/>
              </a:xfrm>
            </p:grpSpPr>
            <p:sp>
              <p:nvSpPr>
                <p:cNvPr id="74" name="Rectángulo 73">
                  <a:extLst>
                    <a:ext uri="{FF2B5EF4-FFF2-40B4-BE49-F238E27FC236}">
                      <ns2:creationId id="{4DAEADB5-BD80-B4E0-C93E-F551DF1C267A}"/>
                    </a:ext>
                  </a:extLst>
                </p:cNvPr>
                <p:cNvSpPr/>
                <p:nvPr userDrawn="1"/>
              </p:nvSpPr>
              <p:spPr>
                <a:xfrm>
                  <a:off x="0" y="0"/>
                  <a:ext cx="12192000" cy="6857999"/>
                </a:xfrm>
                <a:prstGeom prst="rect">
                  <a:avLst/>
                </a:prstGeom>
                <a:solidFill>
                  <a:srgbClr val="F2F2F2"/>
                </a:solidFill>
                <a:ln>
                  <a:solidFill>
                    <a:srgbClr val="F2F2F2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PE"/>
                </a:p>
              </p:txBody>
            </p:sp>
            <p:grpSp>
              <p:nvGrpSpPr>
                <p:cNvPr id="83" name="Grupo 82">
                  <a:extLst>
                    <a:ext uri="{FF2B5EF4-FFF2-40B4-BE49-F238E27FC236}">
                      <ns2:creationId id="{0F389C32-6385-A385-B044-AF13FCBBF525}"/>
                    </a:ext>
                  </a:extLst>
                </p:cNvPr>
                <p:cNvGrpSpPr/>
                <p:nvPr userDrawn="1"/>
              </p:nvGrpSpPr>
              <p:grpSpPr>
                <a:xfrm>
                  <a:off x="519448" y="-30822"/>
                  <a:ext cx="10282220" cy="5077733"/>
                  <a:chOff x="519448" y="-30822"/>
                  <a:chExt cx="10282220" cy="5077733"/>
                </a:xfrm>
              </p:grpSpPr>
              <p:grpSp>
                <p:nvGrpSpPr>
                  <p:cNvPr id="78" name="Grupo 77">
                    <a:extLst>
                      <a:ext uri="{FF2B5EF4-FFF2-40B4-BE49-F238E27FC236}">
                        <ns2:creationId id="{85CC3AB5-5C01-EFBA-25B6-2F16CAD812EF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2963755" y="-19664"/>
                    <a:ext cx="1097464" cy="5066575"/>
                    <a:chOff x="2963755" y="-19664"/>
                    <a:chExt cx="1097464" cy="5066575"/>
                  </a:xfrm>
                </p:grpSpPr>
                <p:sp>
                  <p:nvSpPr>
                    <p:cNvPr id="33" name="Google Shape;33;p47"/>
                    <p:cNvSpPr/>
                    <p:nvPr/>
                  </p:nvSpPr>
                  <p:spPr>
                    <a:xfrm flipH="1">
                      <a:off x="3484680" y="-19664"/>
                      <a:ext cx="56084" cy="357253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869" h="194507" extrusionOk="0">
                          <a:moveTo>
                            <a:pt x="0" y="0"/>
                          </a:moveTo>
                          <a:lnTo>
                            <a:pt x="0" y="194506"/>
                          </a:lnTo>
                          <a:lnTo>
                            <a:pt x="2869" y="194506"/>
                          </a:lnTo>
                          <a:lnTo>
                            <a:pt x="2869" y="0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4" name="Google Shape;34;p47"/>
                    <p:cNvSpPr/>
                    <p:nvPr/>
                  </p:nvSpPr>
                  <p:spPr>
                    <a:xfrm flipH="1">
                      <a:off x="2963755" y="3962040"/>
                      <a:ext cx="1097464" cy="1084871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41" h="66348" extrusionOk="0">
                          <a:moveTo>
                            <a:pt x="3937" y="25252"/>
                          </a:moveTo>
                          <a:cubicBezTo>
                            <a:pt x="1435" y="29321"/>
                            <a:pt x="0" y="34058"/>
                            <a:pt x="0" y="39128"/>
                          </a:cubicBezTo>
                          <a:cubicBezTo>
                            <a:pt x="0" y="54173"/>
                            <a:pt x="12543" y="66348"/>
                            <a:pt x="28054" y="66348"/>
                          </a:cubicBezTo>
                          <a:cubicBezTo>
                            <a:pt x="43565" y="66348"/>
                            <a:pt x="56141" y="54173"/>
                            <a:pt x="56141" y="39128"/>
                          </a:cubicBezTo>
                          <a:cubicBezTo>
                            <a:pt x="56141" y="34058"/>
                            <a:pt x="54673" y="29288"/>
                            <a:pt x="52171" y="25252"/>
                          </a:cubicBezTo>
                          <a:lnTo>
                            <a:pt x="52271" y="25252"/>
                          </a:lnTo>
                          <a:cubicBezTo>
                            <a:pt x="40763" y="7939"/>
                            <a:pt x="41964" y="0"/>
                            <a:pt x="41964" y="0"/>
                          </a:cubicBezTo>
                          <a:lnTo>
                            <a:pt x="28054" y="0"/>
                          </a:lnTo>
                          <a:lnTo>
                            <a:pt x="14177" y="0"/>
                          </a:lnTo>
                          <a:cubicBezTo>
                            <a:pt x="14177" y="0"/>
                            <a:pt x="15378" y="7939"/>
                            <a:pt x="3837" y="25252"/>
                          </a:cubicBezTo>
                          <a:close/>
                        </a:path>
                      </a:pathLst>
                    </a:custGeom>
                    <a:solidFill>
                      <a:srgbClr val="7594CC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5" name="Google Shape;35;p47"/>
                    <p:cNvSpPr/>
                    <p:nvPr/>
                  </p:nvSpPr>
                  <p:spPr>
                    <a:xfrm flipH="1">
                      <a:off x="3240845" y="3680554"/>
                      <a:ext cx="543190" cy="281454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7" h="17213" extrusionOk="0">
                          <a:moveTo>
                            <a:pt x="13877" y="17212"/>
                          </a:moveTo>
                          <a:lnTo>
                            <a:pt x="13877" y="17212"/>
                          </a:lnTo>
                          <a:lnTo>
                            <a:pt x="27787" y="17212"/>
                          </a:lnTo>
                          <a:lnTo>
                            <a:pt x="27787" y="5738"/>
                          </a:lnTo>
                          <a:lnTo>
                            <a:pt x="24017" y="0"/>
                          </a:lnTo>
                          <a:lnTo>
                            <a:pt x="13877" y="0"/>
                          </a:lnTo>
                          <a:lnTo>
                            <a:pt x="13877" y="0"/>
                          </a:lnTo>
                          <a:lnTo>
                            <a:pt x="3770" y="0"/>
                          </a:lnTo>
                          <a:lnTo>
                            <a:pt x="0" y="5738"/>
                          </a:lnTo>
                          <a:lnTo>
                            <a:pt x="0" y="17212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6" name="Google Shape;36;p47"/>
                    <p:cNvSpPr/>
                    <p:nvPr/>
                  </p:nvSpPr>
                  <p:spPr>
                    <a:xfrm flipH="1">
                      <a:off x="3196517" y="3521249"/>
                      <a:ext cx="632526" cy="405282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7" h="24786" extrusionOk="0">
                          <a:moveTo>
                            <a:pt x="32357" y="24785"/>
                          </a:moveTo>
                          <a:lnTo>
                            <a:pt x="1" y="24785"/>
                          </a:lnTo>
                          <a:lnTo>
                            <a:pt x="1" y="10342"/>
                          </a:lnTo>
                          <a:cubicBezTo>
                            <a:pt x="1" y="4637"/>
                            <a:pt x="4637" y="1"/>
                            <a:pt x="10341" y="1"/>
                          </a:cubicBezTo>
                          <a:lnTo>
                            <a:pt x="22016" y="1"/>
                          </a:lnTo>
                          <a:cubicBezTo>
                            <a:pt x="27754" y="1"/>
                            <a:pt x="32357" y="4637"/>
                            <a:pt x="32357" y="10342"/>
                          </a:cubicBezTo>
                          <a:lnTo>
                            <a:pt x="32357" y="24785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7" name="Google Shape;37;p47"/>
                    <p:cNvSpPr/>
                    <p:nvPr/>
                  </p:nvSpPr>
                  <p:spPr>
                    <a:xfrm flipH="1">
                      <a:off x="3182951" y="4347319"/>
                      <a:ext cx="696408" cy="405284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17213" h="11976" extrusionOk="0">
                          <a:moveTo>
                            <a:pt x="17213" y="5238"/>
                          </a:moveTo>
                          <a:cubicBezTo>
                            <a:pt x="16445" y="11976"/>
                            <a:pt x="10041" y="10475"/>
                            <a:pt x="8807" y="5571"/>
                          </a:cubicBezTo>
                          <a:cubicBezTo>
                            <a:pt x="8740" y="5571"/>
                            <a:pt x="8673" y="5538"/>
                            <a:pt x="8606" y="5538"/>
                          </a:cubicBezTo>
                          <a:cubicBezTo>
                            <a:pt x="8540" y="5538"/>
                            <a:pt x="8473" y="5571"/>
                            <a:pt x="8406" y="5571"/>
                          </a:cubicBezTo>
                          <a:cubicBezTo>
                            <a:pt x="7172" y="10441"/>
                            <a:pt x="767" y="11976"/>
                            <a:pt x="0" y="5238"/>
                          </a:cubicBezTo>
                          <a:cubicBezTo>
                            <a:pt x="334" y="4604"/>
                            <a:pt x="467" y="4270"/>
                            <a:pt x="834" y="4170"/>
                          </a:cubicBezTo>
                          <a:cubicBezTo>
                            <a:pt x="1935" y="2936"/>
                            <a:pt x="3836" y="1"/>
                            <a:pt x="5471" y="2002"/>
                          </a:cubicBezTo>
                          <a:cubicBezTo>
                            <a:pt x="6038" y="2703"/>
                            <a:pt x="5571" y="2869"/>
                            <a:pt x="5171" y="2502"/>
                          </a:cubicBezTo>
                          <a:cubicBezTo>
                            <a:pt x="4070" y="1302"/>
                            <a:pt x="3069" y="3170"/>
                            <a:pt x="2502" y="4170"/>
                          </a:cubicBezTo>
                          <a:lnTo>
                            <a:pt x="8006" y="4170"/>
                          </a:lnTo>
                          <a:lnTo>
                            <a:pt x="8606" y="4170"/>
                          </a:lnTo>
                          <a:lnTo>
                            <a:pt x="9240" y="4170"/>
                          </a:lnTo>
                          <a:lnTo>
                            <a:pt x="14711" y="4170"/>
                          </a:lnTo>
                          <a:cubicBezTo>
                            <a:pt x="14144" y="3170"/>
                            <a:pt x="13110" y="1302"/>
                            <a:pt x="12009" y="2502"/>
                          </a:cubicBezTo>
                          <a:cubicBezTo>
                            <a:pt x="11642" y="2869"/>
                            <a:pt x="11175" y="2703"/>
                            <a:pt x="11742" y="2002"/>
                          </a:cubicBezTo>
                          <a:cubicBezTo>
                            <a:pt x="13376" y="34"/>
                            <a:pt x="15278" y="2903"/>
                            <a:pt x="16379" y="4170"/>
                          </a:cubicBezTo>
                          <a:cubicBezTo>
                            <a:pt x="16746" y="4237"/>
                            <a:pt x="16879" y="4604"/>
                            <a:pt x="17213" y="5238"/>
                          </a:cubicBezTo>
                          <a:close/>
                          <a:moveTo>
                            <a:pt x="7572" y="4904"/>
                          </a:moveTo>
                          <a:lnTo>
                            <a:pt x="1435" y="4904"/>
                          </a:lnTo>
                          <a:lnTo>
                            <a:pt x="1435" y="4904"/>
                          </a:lnTo>
                          <a:cubicBezTo>
                            <a:pt x="1401" y="4904"/>
                            <a:pt x="1335" y="4904"/>
                            <a:pt x="1301" y="4937"/>
                          </a:cubicBezTo>
                          <a:cubicBezTo>
                            <a:pt x="1201" y="4971"/>
                            <a:pt x="1034" y="5304"/>
                            <a:pt x="934" y="5505"/>
                          </a:cubicBezTo>
                          <a:cubicBezTo>
                            <a:pt x="1134" y="6972"/>
                            <a:pt x="1768" y="8740"/>
                            <a:pt x="3403" y="9007"/>
                          </a:cubicBezTo>
                          <a:cubicBezTo>
                            <a:pt x="4337" y="9140"/>
                            <a:pt x="5271" y="8774"/>
                            <a:pt x="5971" y="8173"/>
                          </a:cubicBezTo>
                          <a:cubicBezTo>
                            <a:pt x="6905" y="7406"/>
                            <a:pt x="7406" y="6338"/>
                            <a:pt x="7606" y="5171"/>
                          </a:cubicBezTo>
                          <a:cubicBezTo>
                            <a:pt x="7639" y="5004"/>
                            <a:pt x="7706" y="4904"/>
                            <a:pt x="7572" y="4904"/>
                          </a:cubicBezTo>
                          <a:close/>
                          <a:moveTo>
                            <a:pt x="9674" y="4904"/>
                          </a:moveTo>
                          <a:cubicBezTo>
                            <a:pt x="9540" y="4904"/>
                            <a:pt x="9574" y="5004"/>
                            <a:pt x="9607" y="5171"/>
                          </a:cubicBezTo>
                          <a:cubicBezTo>
                            <a:pt x="9807" y="6338"/>
                            <a:pt x="10341" y="7406"/>
                            <a:pt x="11275" y="8173"/>
                          </a:cubicBezTo>
                          <a:cubicBezTo>
                            <a:pt x="11975" y="8774"/>
                            <a:pt x="12876" y="9140"/>
                            <a:pt x="13810" y="9007"/>
                          </a:cubicBezTo>
                          <a:cubicBezTo>
                            <a:pt x="15445" y="8740"/>
                            <a:pt x="16078" y="6972"/>
                            <a:pt x="16279" y="5505"/>
                          </a:cubicBezTo>
                          <a:cubicBezTo>
                            <a:pt x="16178" y="5304"/>
                            <a:pt x="16012" y="5004"/>
                            <a:pt x="15912" y="4937"/>
                          </a:cubicBezTo>
                          <a:cubicBezTo>
                            <a:pt x="15878" y="4904"/>
                            <a:pt x="15812" y="4904"/>
                            <a:pt x="15778" y="4904"/>
                          </a:cubicBezTo>
                          <a:lnTo>
                            <a:pt x="15778" y="4904"/>
                          </a:lnTo>
                          <a:lnTo>
                            <a:pt x="9674" y="4904"/>
                          </a:lnTo>
                          <a:close/>
                        </a:path>
                      </a:pathLst>
                    </a:custGeom>
                    <a:solidFill>
                      <a:schemeClr val="lt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</p:grpSp>
              <p:grpSp>
                <p:nvGrpSpPr>
                  <p:cNvPr id="77" name="Grupo 76">
                    <a:extLst>
                      <a:ext uri="{FF2B5EF4-FFF2-40B4-BE49-F238E27FC236}">
                        <ns2:creationId id="{7585FE78-9191-1F4E-E077-18CBBD6214A8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2152406" y="-30822"/>
                    <a:ext cx="1000065" cy="3308215"/>
                    <a:chOff x="2152406" y="-30822"/>
                    <a:chExt cx="1000065" cy="3308215"/>
                  </a:xfrm>
                </p:grpSpPr>
                <p:sp>
                  <p:nvSpPr>
                    <p:cNvPr id="39" name="Google Shape;39;p47"/>
                    <p:cNvSpPr/>
                    <p:nvPr/>
                  </p:nvSpPr>
                  <p:spPr>
                    <a:xfrm flipH="1">
                      <a:off x="2626488" y="-30822"/>
                      <a:ext cx="51712" cy="180116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903" h="101407" extrusionOk="0">
                          <a:moveTo>
                            <a:pt x="1" y="1"/>
                          </a:moveTo>
                          <a:lnTo>
                            <a:pt x="1" y="101407"/>
                          </a:lnTo>
                          <a:lnTo>
                            <a:pt x="2903" y="101407"/>
                          </a:lnTo>
                          <a:lnTo>
                            <a:pt x="2903" y="1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0" name="Google Shape;40;p47"/>
                    <p:cNvSpPr/>
                    <p:nvPr/>
                  </p:nvSpPr>
                  <p:spPr>
                    <a:xfrm flipH="1">
                      <a:off x="2152406" y="2121636"/>
                      <a:ext cx="1000065" cy="1155757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41" h="66348" extrusionOk="0">
                          <a:moveTo>
                            <a:pt x="3937" y="25252"/>
                          </a:moveTo>
                          <a:cubicBezTo>
                            <a:pt x="1435" y="29321"/>
                            <a:pt x="1" y="34058"/>
                            <a:pt x="1" y="39128"/>
                          </a:cubicBezTo>
                          <a:cubicBezTo>
                            <a:pt x="1" y="54173"/>
                            <a:pt x="12543" y="66348"/>
                            <a:pt x="28054" y="66348"/>
                          </a:cubicBezTo>
                          <a:cubicBezTo>
                            <a:pt x="43565" y="66348"/>
                            <a:pt x="56141" y="54173"/>
                            <a:pt x="56141" y="39128"/>
                          </a:cubicBezTo>
                          <a:cubicBezTo>
                            <a:pt x="56141" y="34058"/>
                            <a:pt x="54673" y="29321"/>
                            <a:pt x="52171" y="25252"/>
                          </a:cubicBezTo>
                          <a:lnTo>
                            <a:pt x="52305" y="25252"/>
                          </a:lnTo>
                          <a:cubicBezTo>
                            <a:pt x="40763" y="7939"/>
                            <a:pt x="41964" y="0"/>
                            <a:pt x="41964" y="0"/>
                          </a:cubicBezTo>
                          <a:lnTo>
                            <a:pt x="28054" y="0"/>
                          </a:lnTo>
                          <a:lnTo>
                            <a:pt x="14178" y="0"/>
                          </a:lnTo>
                          <a:cubicBezTo>
                            <a:pt x="14178" y="0"/>
                            <a:pt x="15378" y="7939"/>
                            <a:pt x="3837" y="25252"/>
                          </a:cubicBezTo>
                          <a:close/>
                        </a:path>
                      </a:pathLst>
                    </a:custGeom>
                    <a:solidFill>
                      <a:srgbClr val="E4A34C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1" name="Google Shape;41;p47"/>
                    <p:cNvSpPr/>
                    <p:nvPr/>
                  </p:nvSpPr>
                  <p:spPr>
                    <a:xfrm flipH="1">
                      <a:off x="2404905" y="1821756"/>
                      <a:ext cx="494983" cy="299844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7" h="17213" extrusionOk="0">
                          <a:moveTo>
                            <a:pt x="13877" y="17212"/>
                          </a:moveTo>
                          <a:lnTo>
                            <a:pt x="13877" y="17212"/>
                          </a:lnTo>
                          <a:lnTo>
                            <a:pt x="27787" y="17212"/>
                          </a:lnTo>
                          <a:lnTo>
                            <a:pt x="27787" y="5738"/>
                          </a:lnTo>
                          <a:lnTo>
                            <a:pt x="24018" y="0"/>
                          </a:lnTo>
                          <a:lnTo>
                            <a:pt x="13877" y="0"/>
                          </a:lnTo>
                          <a:lnTo>
                            <a:pt x="13877" y="0"/>
                          </a:lnTo>
                          <a:lnTo>
                            <a:pt x="3770" y="0"/>
                          </a:lnTo>
                          <a:lnTo>
                            <a:pt x="1" y="5738"/>
                          </a:lnTo>
                          <a:lnTo>
                            <a:pt x="1" y="17212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2" name="Google Shape;42;p47"/>
                    <p:cNvSpPr/>
                    <p:nvPr/>
                  </p:nvSpPr>
                  <p:spPr>
                    <a:xfrm flipH="1">
                      <a:off x="2364493" y="1652635"/>
                      <a:ext cx="576408" cy="43174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8" h="24785" extrusionOk="0">
                          <a:moveTo>
                            <a:pt x="32357" y="24785"/>
                          </a:moveTo>
                          <a:lnTo>
                            <a:pt x="1" y="24785"/>
                          </a:lnTo>
                          <a:lnTo>
                            <a:pt x="1" y="10308"/>
                          </a:lnTo>
                          <a:cubicBezTo>
                            <a:pt x="1" y="4603"/>
                            <a:pt x="4638" y="0"/>
                            <a:pt x="10342" y="0"/>
                          </a:cubicBezTo>
                          <a:lnTo>
                            <a:pt x="22050" y="0"/>
                          </a:lnTo>
                          <a:cubicBezTo>
                            <a:pt x="27754" y="0"/>
                            <a:pt x="32357" y="4603"/>
                            <a:pt x="32357" y="10308"/>
                          </a:cubicBezTo>
                          <a:lnTo>
                            <a:pt x="32357" y="24785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grpSp>
                  <p:nvGrpSpPr>
                    <p:cNvPr id="43" name="Google Shape;43;p47"/>
                    <p:cNvGrpSpPr/>
                    <p:nvPr/>
                  </p:nvGrpSpPr>
                  <p:grpSpPr>
                    <a:xfrm flipH="1">
                      <a:off x="2365776" y="2607516"/>
                      <a:ext cx="593635" cy="330320"/>
                      <a:chOff x="4982311" y="5560895"/>
                      <a:chExt cx="247738" cy="140954"/>
                    </a:xfrm>
                  </p:grpSpPr>
                  <p:sp>
                    <p:nvSpPr>
                      <p:cNvPr id="44" name="Google Shape;44;p47"/>
                      <p:cNvSpPr/>
                      <p:nvPr/>
                    </p:nvSpPr>
                    <p:spPr>
                      <a:xfrm>
                        <a:off x="5053027" y="5560895"/>
                        <a:ext cx="106305" cy="14095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7873" h="10441" extrusionOk="0">
                            <a:moveTo>
                              <a:pt x="3102" y="4904"/>
                            </a:moveTo>
                            <a:cubicBezTo>
                              <a:pt x="1334" y="5437"/>
                              <a:pt x="0" y="7572"/>
                              <a:pt x="0" y="10141"/>
                            </a:cubicBezTo>
                            <a:cubicBezTo>
                              <a:pt x="0" y="10241"/>
                              <a:pt x="0" y="10341"/>
                              <a:pt x="0" y="10441"/>
                            </a:cubicBezTo>
                            <a:lnTo>
                              <a:pt x="7872" y="10441"/>
                            </a:lnTo>
                            <a:cubicBezTo>
                              <a:pt x="7872" y="10341"/>
                              <a:pt x="7872" y="10241"/>
                              <a:pt x="7872" y="10141"/>
                            </a:cubicBezTo>
                            <a:cubicBezTo>
                              <a:pt x="7872" y="7572"/>
                              <a:pt x="6538" y="5437"/>
                              <a:pt x="4770" y="4904"/>
                            </a:cubicBezTo>
                            <a:cubicBezTo>
                              <a:pt x="5771" y="4570"/>
                              <a:pt x="6505" y="3636"/>
                              <a:pt x="6505" y="2535"/>
                            </a:cubicBezTo>
                            <a:cubicBezTo>
                              <a:pt x="6505" y="1134"/>
                              <a:pt x="5371" y="0"/>
                              <a:pt x="3936" y="0"/>
                            </a:cubicBezTo>
                            <a:cubicBezTo>
                              <a:pt x="2502" y="0"/>
                              <a:pt x="1334" y="1134"/>
                              <a:pt x="1334" y="2535"/>
                            </a:cubicBezTo>
                            <a:cubicBezTo>
                              <a:pt x="1368" y="3636"/>
                              <a:pt x="2102" y="4570"/>
                              <a:pt x="3102" y="4904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45" name="Google Shape;45;p47"/>
                      <p:cNvSpPr/>
                      <p:nvPr/>
                    </p:nvSpPr>
                    <p:spPr>
                      <a:xfrm>
                        <a:off x="4982311" y="5572142"/>
                        <a:ext cx="77923" cy="11844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5771" h="8774" extrusionOk="0">
                            <a:moveTo>
                              <a:pt x="2602" y="4137"/>
                            </a:moveTo>
                            <a:cubicBezTo>
                              <a:pt x="1101" y="4571"/>
                              <a:pt x="0" y="6372"/>
                              <a:pt x="0" y="8540"/>
                            </a:cubicBezTo>
                            <a:cubicBezTo>
                              <a:pt x="0" y="8607"/>
                              <a:pt x="0" y="8707"/>
                              <a:pt x="0" y="8774"/>
                            </a:cubicBezTo>
                            <a:lnTo>
                              <a:pt x="4737" y="8774"/>
                            </a:lnTo>
                            <a:cubicBezTo>
                              <a:pt x="4803" y="7673"/>
                              <a:pt x="5104" y="6606"/>
                              <a:pt x="5671" y="5672"/>
                            </a:cubicBezTo>
                            <a:lnTo>
                              <a:pt x="5771" y="5505"/>
                            </a:lnTo>
                            <a:cubicBezTo>
                              <a:pt x="5304" y="4838"/>
                              <a:pt x="4703" y="4337"/>
                              <a:pt x="4003" y="4137"/>
                            </a:cubicBezTo>
                            <a:cubicBezTo>
                              <a:pt x="4870" y="3837"/>
                              <a:pt x="5471" y="3070"/>
                              <a:pt x="5471" y="2136"/>
                            </a:cubicBezTo>
                            <a:cubicBezTo>
                              <a:pt x="5471" y="935"/>
                              <a:pt x="4503" y="1"/>
                              <a:pt x="3302" y="1"/>
                            </a:cubicBezTo>
                            <a:cubicBezTo>
                              <a:pt x="2102" y="1"/>
                              <a:pt x="1134" y="935"/>
                              <a:pt x="1134" y="2136"/>
                            </a:cubicBezTo>
                            <a:cubicBezTo>
                              <a:pt x="1134" y="3036"/>
                              <a:pt x="1735" y="3837"/>
                              <a:pt x="2602" y="4137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46" name="Google Shape;46;p47"/>
                      <p:cNvSpPr/>
                      <p:nvPr/>
                    </p:nvSpPr>
                    <p:spPr>
                      <a:xfrm>
                        <a:off x="5152113" y="5572142"/>
                        <a:ext cx="77936" cy="11844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5772" h="8774" extrusionOk="0">
                            <a:moveTo>
                              <a:pt x="1769" y="4137"/>
                            </a:moveTo>
                            <a:cubicBezTo>
                              <a:pt x="1068" y="4337"/>
                              <a:pt x="468" y="4838"/>
                              <a:pt x="1" y="5505"/>
                            </a:cubicBezTo>
                            <a:lnTo>
                              <a:pt x="101" y="5672"/>
                            </a:lnTo>
                            <a:cubicBezTo>
                              <a:pt x="668" y="6606"/>
                              <a:pt x="968" y="7673"/>
                              <a:pt x="1035" y="8774"/>
                            </a:cubicBezTo>
                            <a:lnTo>
                              <a:pt x="5771" y="8774"/>
                            </a:lnTo>
                            <a:cubicBezTo>
                              <a:pt x="5771" y="8707"/>
                              <a:pt x="5771" y="8607"/>
                              <a:pt x="5771" y="8540"/>
                            </a:cubicBezTo>
                            <a:cubicBezTo>
                              <a:pt x="5771" y="6372"/>
                              <a:pt x="4671" y="4571"/>
                              <a:pt x="3170" y="4137"/>
                            </a:cubicBezTo>
                            <a:cubicBezTo>
                              <a:pt x="4037" y="3837"/>
                              <a:pt x="4637" y="3070"/>
                              <a:pt x="4637" y="2136"/>
                            </a:cubicBezTo>
                            <a:cubicBezTo>
                              <a:pt x="4637" y="935"/>
                              <a:pt x="3670" y="1"/>
                              <a:pt x="2469" y="1"/>
                            </a:cubicBezTo>
                            <a:cubicBezTo>
                              <a:pt x="1268" y="1"/>
                              <a:pt x="301" y="935"/>
                              <a:pt x="301" y="2136"/>
                            </a:cubicBezTo>
                            <a:cubicBezTo>
                              <a:pt x="301" y="3036"/>
                              <a:pt x="901" y="3837"/>
                              <a:pt x="1769" y="4137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</p:grpSp>
              </p:grpSp>
              <p:grpSp>
                <p:nvGrpSpPr>
                  <p:cNvPr id="76" name="Grupo 75">
                    <a:extLst>
                      <a:ext uri="{FF2B5EF4-FFF2-40B4-BE49-F238E27FC236}">
                        <ns2:creationId id="{68430AA9-969E-B49C-1E01-7021AE3D77D9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1409182" y="-19665"/>
                    <a:ext cx="1097444" cy="4918981"/>
                    <a:chOff x="1409182" y="-19665"/>
                    <a:chExt cx="1097444" cy="4918981"/>
                  </a:xfrm>
                </p:grpSpPr>
                <p:sp>
                  <p:nvSpPr>
                    <p:cNvPr id="48" name="Google Shape;48;p47"/>
                    <p:cNvSpPr/>
                    <p:nvPr/>
                  </p:nvSpPr>
                  <p:spPr>
                    <a:xfrm flipH="1">
                      <a:off x="1929447" y="-19665"/>
                      <a:ext cx="56729" cy="3375768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902" h="181064" extrusionOk="0">
                          <a:moveTo>
                            <a:pt x="0" y="0"/>
                          </a:moveTo>
                          <a:lnTo>
                            <a:pt x="0" y="181063"/>
                          </a:lnTo>
                          <a:lnTo>
                            <a:pt x="2902" y="181063"/>
                          </a:lnTo>
                          <a:lnTo>
                            <a:pt x="2902" y="0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9" name="Google Shape;49;p47"/>
                    <p:cNvSpPr/>
                    <p:nvPr/>
                  </p:nvSpPr>
                  <p:spPr>
                    <a:xfrm flipH="1">
                      <a:off x="1409182" y="3737705"/>
                      <a:ext cx="1097444" cy="1161611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40" h="66315" extrusionOk="0">
                          <a:moveTo>
                            <a:pt x="3970" y="25219"/>
                          </a:moveTo>
                          <a:cubicBezTo>
                            <a:pt x="1468" y="29288"/>
                            <a:pt x="0" y="34025"/>
                            <a:pt x="0" y="39095"/>
                          </a:cubicBezTo>
                          <a:cubicBezTo>
                            <a:pt x="0" y="54139"/>
                            <a:pt x="12576" y="66315"/>
                            <a:pt x="28087" y="66315"/>
                          </a:cubicBezTo>
                          <a:cubicBezTo>
                            <a:pt x="43598" y="66315"/>
                            <a:pt x="56140" y="54139"/>
                            <a:pt x="56140" y="39095"/>
                          </a:cubicBezTo>
                          <a:cubicBezTo>
                            <a:pt x="56140" y="34025"/>
                            <a:pt x="54706" y="29288"/>
                            <a:pt x="52204" y="25219"/>
                          </a:cubicBezTo>
                          <a:lnTo>
                            <a:pt x="52304" y="25219"/>
                          </a:lnTo>
                          <a:cubicBezTo>
                            <a:pt x="40796" y="7906"/>
                            <a:pt x="41963" y="0"/>
                            <a:pt x="41963" y="0"/>
                          </a:cubicBezTo>
                          <a:lnTo>
                            <a:pt x="28087" y="0"/>
                          </a:lnTo>
                          <a:lnTo>
                            <a:pt x="14177" y="0"/>
                          </a:lnTo>
                          <a:cubicBezTo>
                            <a:pt x="14177" y="0"/>
                            <a:pt x="15378" y="7906"/>
                            <a:pt x="3870" y="25219"/>
                          </a:cubicBezTo>
                          <a:close/>
                        </a:path>
                      </a:pathLst>
                    </a:custGeom>
                    <a:solidFill>
                      <a:srgbClr val="9688D3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50" name="Google Shape;50;p47"/>
                    <p:cNvSpPr/>
                    <p:nvPr/>
                  </p:nvSpPr>
                  <p:spPr>
                    <a:xfrm flipH="1">
                      <a:off x="1686252" y="3435561"/>
                      <a:ext cx="543209" cy="302108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8" h="17247" extrusionOk="0">
                          <a:moveTo>
                            <a:pt x="13911" y="17246"/>
                          </a:moveTo>
                          <a:lnTo>
                            <a:pt x="13911" y="17246"/>
                          </a:lnTo>
                          <a:lnTo>
                            <a:pt x="27787" y="17246"/>
                          </a:lnTo>
                          <a:lnTo>
                            <a:pt x="27787" y="5738"/>
                          </a:lnTo>
                          <a:lnTo>
                            <a:pt x="24018" y="1"/>
                          </a:lnTo>
                          <a:lnTo>
                            <a:pt x="13911" y="1"/>
                          </a:lnTo>
                          <a:lnTo>
                            <a:pt x="13911" y="1"/>
                          </a:lnTo>
                          <a:lnTo>
                            <a:pt x="3770" y="1"/>
                          </a:lnTo>
                          <a:lnTo>
                            <a:pt x="1" y="5738"/>
                          </a:lnTo>
                          <a:lnTo>
                            <a:pt x="1" y="17246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51" name="Google Shape;51;p47"/>
                    <p:cNvSpPr/>
                    <p:nvPr/>
                  </p:nvSpPr>
                  <p:spPr>
                    <a:xfrm flipH="1">
                      <a:off x="1641279" y="3265499"/>
                      <a:ext cx="632526" cy="43416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7" h="24786" extrusionOk="0">
                          <a:moveTo>
                            <a:pt x="32357" y="24785"/>
                          </a:moveTo>
                          <a:lnTo>
                            <a:pt x="1" y="24785"/>
                          </a:lnTo>
                          <a:lnTo>
                            <a:pt x="1" y="10342"/>
                          </a:lnTo>
                          <a:cubicBezTo>
                            <a:pt x="1" y="4604"/>
                            <a:pt x="4604" y="1"/>
                            <a:pt x="10308" y="1"/>
                          </a:cubicBezTo>
                          <a:lnTo>
                            <a:pt x="22016" y="1"/>
                          </a:lnTo>
                          <a:cubicBezTo>
                            <a:pt x="27720" y="1"/>
                            <a:pt x="32357" y="4604"/>
                            <a:pt x="32357" y="10342"/>
                          </a:cubicBez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grpSp>
                  <p:nvGrpSpPr>
                    <p:cNvPr id="52" name="Google Shape;52;p47"/>
                    <p:cNvGrpSpPr/>
                    <p:nvPr/>
                  </p:nvGrpSpPr>
                  <p:grpSpPr>
                    <a:xfrm flipH="1">
                      <a:off x="1733284" y="4107325"/>
                      <a:ext cx="426276" cy="556462"/>
                      <a:chOff x="4421084" y="5282716"/>
                      <a:chExt cx="162108" cy="236138"/>
                    </a:xfrm>
                  </p:grpSpPr>
                  <p:sp>
                    <p:nvSpPr>
                      <p:cNvPr id="53" name="Google Shape;53;p47"/>
                      <p:cNvSpPr/>
                      <p:nvPr/>
                    </p:nvSpPr>
                    <p:spPr>
                      <a:xfrm>
                        <a:off x="4470861" y="5466511"/>
                        <a:ext cx="61273" cy="1597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3203" h="835" extrusionOk="0">
                            <a:moveTo>
                              <a:pt x="3169" y="301"/>
                            </a:moveTo>
                            <a:cubicBezTo>
                              <a:pt x="3203" y="468"/>
                              <a:pt x="3103" y="668"/>
                              <a:pt x="2903" y="701"/>
                            </a:cubicBezTo>
                            <a:cubicBezTo>
                              <a:pt x="2035" y="835"/>
                              <a:pt x="1168" y="835"/>
                              <a:pt x="334" y="701"/>
                            </a:cubicBezTo>
                            <a:cubicBezTo>
                              <a:pt x="134" y="668"/>
                              <a:pt x="0" y="468"/>
                              <a:pt x="34" y="301"/>
                            </a:cubicBezTo>
                            <a:cubicBezTo>
                              <a:pt x="101" y="134"/>
                              <a:pt x="267" y="1"/>
                              <a:pt x="434" y="34"/>
                            </a:cubicBezTo>
                            <a:cubicBezTo>
                              <a:pt x="1235" y="167"/>
                              <a:pt x="2002" y="167"/>
                              <a:pt x="2769" y="34"/>
                            </a:cubicBezTo>
                            <a:cubicBezTo>
                              <a:pt x="2969" y="1"/>
                              <a:pt x="3136" y="134"/>
                              <a:pt x="3169" y="301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4" name="Google Shape;54;p47"/>
                      <p:cNvSpPr/>
                      <p:nvPr/>
                    </p:nvSpPr>
                    <p:spPr>
                      <a:xfrm>
                        <a:off x="4470230" y="5481185"/>
                        <a:ext cx="61273" cy="1597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3203" h="835" extrusionOk="0">
                            <a:moveTo>
                              <a:pt x="3169" y="301"/>
                            </a:moveTo>
                            <a:cubicBezTo>
                              <a:pt x="3202" y="468"/>
                              <a:pt x="3069" y="668"/>
                              <a:pt x="2869" y="701"/>
                            </a:cubicBezTo>
                            <a:cubicBezTo>
                              <a:pt x="2035" y="835"/>
                              <a:pt x="1168" y="835"/>
                              <a:pt x="334" y="701"/>
                            </a:cubicBezTo>
                            <a:cubicBezTo>
                              <a:pt x="134" y="668"/>
                              <a:pt x="0" y="468"/>
                              <a:pt x="33" y="301"/>
                            </a:cubicBezTo>
                            <a:cubicBezTo>
                              <a:pt x="67" y="134"/>
                              <a:pt x="267" y="1"/>
                              <a:pt x="434" y="34"/>
                            </a:cubicBezTo>
                            <a:cubicBezTo>
                              <a:pt x="1201" y="168"/>
                              <a:pt x="2002" y="168"/>
                              <a:pt x="2769" y="34"/>
                            </a:cubicBezTo>
                            <a:cubicBezTo>
                              <a:pt x="2936" y="1"/>
                              <a:pt x="3102" y="134"/>
                              <a:pt x="3169" y="301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5" name="Google Shape;55;p47"/>
                      <p:cNvSpPr/>
                      <p:nvPr/>
                    </p:nvSpPr>
                    <p:spPr>
                      <a:xfrm>
                        <a:off x="4470230" y="5495878"/>
                        <a:ext cx="61273" cy="1595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3203" h="834" extrusionOk="0">
                            <a:moveTo>
                              <a:pt x="3169" y="300"/>
                            </a:moveTo>
                            <a:cubicBezTo>
                              <a:pt x="3202" y="467"/>
                              <a:pt x="3069" y="667"/>
                              <a:pt x="2869" y="701"/>
                            </a:cubicBezTo>
                            <a:cubicBezTo>
                              <a:pt x="2035" y="834"/>
                              <a:pt x="1168" y="834"/>
                              <a:pt x="334" y="701"/>
                            </a:cubicBezTo>
                            <a:cubicBezTo>
                              <a:pt x="134" y="667"/>
                              <a:pt x="0" y="467"/>
                              <a:pt x="33" y="300"/>
                            </a:cubicBezTo>
                            <a:cubicBezTo>
                              <a:pt x="67" y="134"/>
                              <a:pt x="267" y="0"/>
                              <a:pt x="434" y="33"/>
                            </a:cubicBezTo>
                            <a:cubicBezTo>
                              <a:pt x="1201" y="167"/>
                              <a:pt x="2002" y="167"/>
                              <a:pt x="2769" y="33"/>
                            </a:cubicBezTo>
                            <a:cubicBezTo>
                              <a:pt x="2936" y="0"/>
                              <a:pt x="3102" y="134"/>
                              <a:pt x="3169" y="300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6" name="Google Shape;56;p47"/>
                      <p:cNvSpPr/>
                      <p:nvPr/>
                    </p:nvSpPr>
                    <p:spPr>
                      <a:xfrm>
                        <a:off x="4482990" y="5507988"/>
                        <a:ext cx="35104" cy="10866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1835" h="568" extrusionOk="0">
                            <a:moveTo>
                              <a:pt x="1835" y="201"/>
                            </a:moveTo>
                            <a:cubicBezTo>
                              <a:pt x="1835" y="334"/>
                              <a:pt x="1768" y="468"/>
                              <a:pt x="1668" y="468"/>
                            </a:cubicBezTo>
                            <a:cubicBezTo>
                              <a:pt x="1168" y="568"/>
                              <a:pt x="667" y="568"/>
                              <a:pt x="200" y="468"/>
                            </a:cubicBezTo>
                            <a:cubicBezTo>
                              <a:pt x="100" y="468"/>
                              <a:pt x="0" y="334"/>
                              <a:pt x="34" y="201"/>
                            </a:cubicBezTo>
                            <a:cubicBezTo>
                              <a:pt x="67" y="101"/>
                              <a:pt x="167" y="1"/>
                              <a:pt x="267" y="34"/>
                            </a:cubicBezTo>
                            <a:cubicBezTo>
                              <a:pt x="701" y="134"/>
                              <a:pt x="1168" y="134"/>
                              <a:pt x="1601" y="34"/>
                            </a:cubicBezTo>
                            <a:cubicBezTo>
                              <a:pt x="1701" y="1"/>
                              <a:pt x="1802" y="101"/>
                              <a:pt x="1835" y="201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7" name="Google Shape;57;p47"/>
                      <p:cNvSpPr/>
                      <p:nvPr/>
                    </p:nvSpPr>
                    <p:spPr>
                      <a:xfrm>
                        <a:off x="4421084" y="5282716"/>
                        <a:ext cx="162108" cy="18571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8474" h="9708" extrusionOk="0">
                            <a:moveTo>
                              <a:pt x="4237" y="1"/>
                            </a:moveTo>
                            <a:cubicBezTo>
                              <a:pt x="1902" y="1"/>
                              <a:pt x="1" y="1869"/>
                              <a:pt x="1" y="4204"/>
                            </a:cubicBezTo>
                            <a:cubicBezTo>
                              <a:pt x="1" y="5938"/>
                              <a:pt x="1869" y="7840"/>
                              <a:pt x="2536" y="9307"/>
                            </a:cubicBezTo>
                            <a:cubicBezTo>
                              <a:pt x="2669" y="9608"/>
                              <a:pt x="5771" y="9708"/>
                              <a:pt x="5938" y="9307"/>
                            </a:cubicBezTo>
                            <a:cubicBezTo>
                              <a:pt x="6338" y="8273"/>
                              <a:pt x="8473" y="5938"/>
                              <a:pt x="8473" y="4204"/>
                            </a:cubicBezTo>
                            <a:cubicBezTo>
                              <a:pt x="8473" y="1869"/>
                              <a:pt x="6572" y="1"/>
                              <a:pt x="4237" y="1"/>
                            </a:cubicBezTo>
                            <a:close/>
                            <a:moveTo>
                              <a:pt x="7172" y="3703"/>
                            </a:moveTo>
                            <a:lnTo>
                              <a:pt x="7172" y="3703"/>
                            </a:lnTo>
                            <a:cubicBezTo>
                              <a:pt x="6972" y="2836"/>
                              <a:pt x="6472" y="2202"/>
                              <a:pt x="5905" y="1802"/>
                            </a:cubicBezTo>
                            <a:cubicBezTo>
                              <a:pt x="5771" y="1735"/>
                              <a:pt x="5705" y="1535"/>
                              <a:pt x="5771" y="1402"/>
                            </a:cubicBezTo>
                            <a:cubicBezTo>
                              <a:pt x="5838" y="1235"/>
                              <a:pt x="6005" y="1168"/>
                              <a:pt x="6172" y="1268"/>
                            </a:cubicBezTo>
                            <a:cubicBezTo>
                              <a:pt x="6872" y="1669"/>
                              <a:pt x="7473" y="2369"/>
                              <a:pt x="7739" y="3336"/>
                            </a:cubicBezTo>
                            <a:cubicBezTo>
                              <a:pt x="7806" y="3570"/>
                              <a:pt x="7706" y="3837"/>
                              <a:pt x="7539" y="3937"/>
                            </a:cubicBezTo>
                            <a:cubicBezTo>
                              <a:pt x="7373" y="4004"/>
                              <a:pt x="7206" y="3904"/>
                              <a:pt x="7172" y="3703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</p:grpSp>
              </p:grpSp>
              <p:grpSp>
                <p:nvGrpSpPr>
                  <p:cNvPr id="75" name="Grupo 74">
                    <a:extLst>
                      <a:ext uri="{FF2B5EF4-FFF2-40B4-BE49-F238E27FC236}">
                        <ns2:creationId id="{5502EE12-F1AA-52B5-F2D6-9E9780236EE6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519448" y="-6500"/>
                    <a:ext cx="1078000" cy="3309431"/>
                    <a:chOff x="519448" y="-6500"/>
                    <a:chExt cx="1078000" cy="3309431"/>
                  </a:xfrm>
                </p:grpSpPr>
                <p:sp>
                  <p:nvSpPr>
                    <p:cNvPr id="59" name="Google Shape;59;p47"/>
                    <p:cNvSpPr/>
                    <p:nvPr/>
                  </p:nvSpPr>
                  <p:spPr>
                    <a:xfrm flipH="1">
                      <a:off x="1030823" y="-6500"/>
                      <a:ext cx="55709" cy="1786100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903" h="101440" extrusionOk="0">
                          <a:moveTo>
                            <a:pt x="0" y="0"/>
                          </a:moveTo>
                          <a:lnTo>
                            <a:pt x="0" y="101440"/>
                          </a:lnTo>
                          <a:lnTo>
                            <a:pt x="2902" y="101440"/>
                          </a:lnTo>
                          <a:lnTo>
                            <a:pt x="2902" y="0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60" name="Google Shape;60;p47"/>
                    <p:cNvSpPr/>
                    <p:nvPr/>
                  </p:nvSpPr>
                  <p:spPr>
                    <a:xfrm flipH="1">
                      <a:off x="519448" y="2134712"/>
                      <a:ext cx="1078000" cy="1168219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74" h="66348" extrusionOk="0">
                          <a:moveTo>
                            <a:pt x="3970" y="25252"/>
                          </a:moveTo>
                          <a:cubicBezTo>
                            <a:pt x="1468" y="29321"/>
                            <a:pt x="0" y="34058"/>
                            <a:pt x="0" y="39128"/>
                          </a:cubicBezTo>
                          <a:cubicBezTo>
                            <a:pt x="0" y="54172"/>
                            <a:pt x="12576" y="66348"/>
                            <a:pt x="28087" y="66348"/>
                          </a:cubicBezTo>
                          <a:cubicBezTo>
                            <a:pt x="43598" y="66348"/>
                            <a:pt x="56174" y="54172"/>
                            <a:pt x="56174" y="39128"/>
                          </a:cubicBezTo>
                          <a:cubicBezTo>
                            <a:pt x="56174" y="34058"/>
                            <a:pt x="54706" y="29321"/>
                            <a:pt x="52204" y="25252"/>
                          </a:cubicBezTo>
                          <a:lnTo>
                            <a:pt x="52304" y="25252"/>
                          </a:lnTo>
                          <a:cubicBezTo>
                            <a:pt x="40796" y="7939"/>
                            <a:pt x="41964" y="0"/>
                            <a:pt x="41964" y="0"/>
                          </a:cubicBezTo>
                          <a:lnTo>
                            <a:pt x="28087" y="0"/>
                          </a:lnTo>
                          <a:lnTo>
                            <a:pt x="14177" y="0"/>
                          </a:lnTo>
                          <a:cubicBezTo>
                            <a:pt x="14177" y="0"/>
                            <a:pt x="15378" y="7939"/>
                            <a:pt x="3870" y="25252"/>
                          </a:cubicBezTo>
                          <a:close/>
                        </a:path>
                      </a:pathLst>
                    </a:custGeom>
                    <a:solidFill>
                      <a:srgbClr val="EFD25E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61" name="Google Shape;61;p47"/>
                    <p:cNvSpPr/>
                    <p:nvPr/>
                  </p:nvSpPr>
                  <p:spPr>
                    <a:xfrm flipH="1">
                      <a:off x="792096" y="1831582"/>
                      <a:ext cx="533243" cy="303095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7" h="17214" extrusionOk="0">
                          <a:moveTo>
                            <a:pt x="13910" y="17213"/>
                          </a:moveTo>
                          <a:lnTo>
                            <a:pt x="13910" y="17213"/>
                          </a:lnTo>
                          <a:lnTo>
                            <a:pt x="27787" y="17213"/>
                          </a:lnTo>
                          <a:lnTo>
                            <a:pt x="27787" y="5738"/>
                          </a:lnTo>
                          <a:lnTo>
                            <a:pt x="24017" y="1"/>
                          </a:lnTo>
                          <a:lnTo>
                            <a:pt x="13910" y="1"/>
                          </a:lnTo>
                          <a:lnTo>
                            <a:pt x="13910" y="1"/>
                          </a:lnTo>
                          <a:lnTo>
                            <a:pt x="3770" y="1"/>
                          </a:lnTo>
                          <a:lnTo>
                            <a:pt x="0" y="5738"/>
                          </a:lnTo>
                          <a:lnTo>
                            <a:pt x="0" y="17213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62" name="Google Shape;62;p47"/>
                    <p:cNvSpPr/>
                    <p:nvPr/>
                  </p:nvSpPr>
                  <p:spPr>
                    <a:xfrm flipH="1">
                      <a:off x="747928" y="1660055"/>
                      <a:ext cx="620962" cy="437000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8" h="24819" extrusionOk="0">
                          <a:moveTo>
                            <a:pt x="32357" y="24818"/>
                          </a:moveTo>
                          <a:lnTo>
                            <a:pt x="1" y="24818"/>
                          </a:lnTo>
                          <a:lnTo>
                            <a:pt x="1" y="10341"/>
                          </a:lnTo>
                          <a:cubicBezTo>
                            <a:pt x="1" y="4637"/>
                            <a:pt x="4638" y="1"/>
                            <a:pt x="10342" y="1"/>
                          </a:cubicBezTo>
                          <a:lnTo>
                            <a:pt x="22017" y="1"/>
                          </a:lnTo>
                          <a:cubicBezTo>
                            <a:pt x="27721" y="1"/>
                            <a:pt x="32357" y="4637"/>
                            <a:pt x="32357" y="10341"/>
                          </a:cubicBezTo>
                          <a:lnTo>
                            <a:pt x="32357" y="24818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grpSp>
                  <p:nvGrpSpPr>
                    <p:cNvPr id="63" name="Google Shape;63;p47"/>
                    <p:cNvGrpSpPr/>
                    <p:nvPr/>
                  </p:nvGrpSpPr>
                  <p:grpSpPr>
                    <a:xfrm flipH="1">
                      <a:off x="835265" y="2525624"/>
                      <a:ext cx="467867" cy="437787"/>
                      <a:chOff x="5646013" y="5370038"/>
                      <a:chExt cx="181243" cy="184819"/>
                    </a:xfrm>
                  </p:grpSpPr>
                  <p:sp>
                    <p:nvSpPr>
                      <p:cNvPr id="64" name="Google Shape;64;p47"/>
                      <p:cNvSpPr/>
                      <p:nvPr/>
                    </p:nvSpPr>
                    <p:spPr>
                      <a:xfrm>
                        <a:off x="5646013" y="5370038"/>
                        <a:ext cx="149914" cy="18481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9741" h="12009" extrusionOk="0">
                            <a:moveTo>
                              <a:pt x="9407" y="5838"/>
                            </a:moveTo>
                            <a:cubicBezTo>
                              <a:pt x="9007" y="5871"/>
                              <a:pt x="8407" y="5871"/>
                              <a:pt x="7973" y="5771"/>
                            </a:cubicBezTo>
                            <a:cubicBezTo>
                              <a:pt x="7206" y="5571"/>
                              <a:pt x="5972" y="3803"/>
                              <a:pt x="5438" y="3036"/>
                            </a:cubicBezTo>
                            <a:cubicBezTo>
                              <a:pt x="4904" y="2302"/>
                              <a:pt x="5138" y="434"/>
                              <a:pt x="5004" y="334"/>
                            </a:cubicBezTo>
                            <a:cubicBezTo>
                              <a:pt x="4904" y="234"/>
                              <a:pt x="4704" y="0"/>
                              <a:pt x="4237" y="234"/>
                            </a:cubicBezTo>
                            <a:cubicBezTo>
                              <a:pt x="3803" y="434"/>
                              <a:pt x="3303" y="1134"/>
                              <a:pt x="3336" y="2235"/>
                            </a:cubicBezTo>
                            <a:cubicBezTo>
                              <a:pt x="3370" y="3336"/>
                              <a:pt x="3803" y="4370"/>
                              <a:pt x="3770" y="4904"/>
                            </a:cubicBezTo>
                            <a:cubicBezTo>
                              <a:pt x="3770" y="5438"/>
                              <a:pt x="3203" y="5504"/>
                              <a:pt x="2369" y="5738"/>
                            </a:cubicBezTo>
                            <a:cubicBezTo>
                              <a:pt x="1502" y="5971"/>
                              <a:pt x="668" y="6171"/>
                              <a:pt x="334" y="6672"/>
                            </a:cubicBezTo>
                            <a:cubicBezTo>
                              <a:pt x="1" y="7172"/>
                              <a:pt x="668" y="7973"/>
                              <a:pt x="768" y="8073"/>
                            </a:cubicBezTo>
                            <a:cubicBezTo>
                              <a:pt x="868" y="8173"/>
                              <a:pt x="601" y="8273"/>
                              <a:pt x="801" y="8907"/>
                            </a:cubicBezTo>
                            <a:cubicBezTo>
                              <a:pt x="968" y="9540"/>
                              <a:pt x="1502" y="9674"/>
                              <a:pt x="1502" y="9674"/>
                            </a:cubicBezTo>
                            <a:cubicBezTo>
                              <a:pt x="1502" y="9674"/>
                              <a:pt x="1402" y="10108"/>
                              <a:pt x="1635" y="10508"/>
                            </a:cubicBezTo>
                            <a:cubicBezTo>
                              <a:pt x="1835" y="10875"/>
                              <a:pt x="2369" y="11008"/>
                              <a:pt x="2369" y="11008"/>
                            </a:cubicBezTo>
                            <a:cubicBezTo>
                              <a:pt x="2369" y="11008"/>
                              <a:pt x="2269" y="11575"/>
                              <a:pt x="2669" y="11809"/>
                            </a:cubicBezTo>
                            <a:cubicBezTo>
                              <a:pt x="3103" y="12009"/>
                              <a:pt x="5204" y="11976"/>
                              <a:pt x="5972" y="11575"/>
                            </a:cubicBezTo>
                            <a:cubicBezTo>
                              <a:pt x="6739" y="11208"/>
                              <a:pt x="7473" y="10541"/>
                              <a:pt x="8107" y="10408"/>
                            </a:cubicBezTo>
                            <a:cubicBezTo>
                              <a:pt x="8507" y="10341"/>
                              <a:pt x="9241" y="10341"/>
                              <a:pt x="9741" y="10341"/>
                            </a:cubicBezTo>
                            <a:cubicBezTo>
                              <a:pt x="9708" y="10308"/>
                              <a:pt x="9708" y="10274"/>
                              <a:pt x="9708" y="10241"/>
                            </a:cubicBezTo>
                            <a:lnTo>
                              <a:pt x="9407" y="5871"/>
                            </a:lnTo>
                            <a:cubicBezTo>
                              <a:pt x="9407" y="5871"/>
                              <a:pt x="9407" y="5838"/>
                              <a:pt x="9407" y="5838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65" name="Google Shape;65;p47"/>
                      <p:cNvSpPr/>
                      <p:nvPr/>
                    </p:nvSpPr>
                    <p:spPr>
                      <a:xfrm>
                        <a:off x="5794383" y="5453211"/>
                        <a:ext cx="32873" cy="7907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2136" h="5138" extrusionOk="0">
                            <a:moveTo>
                              <a:pt x="1469" y="0"/>
                            </a:moveTo>
                            <a:lnTo>
                              <a:pt x="335" y="100"/>
                            </a:lnTo>
                            <a:cubicBezTo>
                              <a:pt x="168" y="100"/>
                              <a:pt x="1" y="267"/>
                              <a:pt x="34" y="434"/>
                            </a:cubicBezTo>
                            <a:lnTo>
                              <a:pt x="335" y="4804"/>
                            </a:lnTo>
                            <a:cubicBezTo>
                              <a:pt x="335" y="5004"/>
                              <a:pt x="501" y="5137"/>
                              <a:pt x="668" y="5104"/>
                            </a:cubicBezTo>
                            <a:lnTo>
                              <a:pt x="1802" y="5037"/>
                            </a:lnTo>
                            <a:cubicBezTo>
                              <a:pt x="1969" y="5037"/>
                              <a:pt x="2136" y="4870"/>
                              <a:pt x="2102" y="4670"/>
                            </a:cubicBezTo>
                            <a:lnTo>
                              <a:pt x="1802" y="334"/>
                            </a:lnTo>
                            <a:cubicBezTo>
                              <a:pt x="1802" y="134"/>
                              <a:pt x="1635" y="0"/>
                              <a:pt x="1469" y="0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</p:grpSp>
              </p:grpSp>
              <p:grpSp>
                <p:nvGrpSpPr>
                  <p:cNvPr id="82" name="Grupo 81">
                    <a:extLst>
                      <a:ext uri="{FF2B5EF4-FFF2-40B4-BE49-F238E27FC236}">
                        <ns2:creationId id="{75F81D91-57EA-7CD4-76C4-C2E056786758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4030308" y="-10073"/>
                    <a:ext cx="6771360" cy="5033423"/>
                    <a:chOff x="4030308" y="-10073"/>
                    <a:chExt cx="6771360" cy="5033423"/>
                  </a:xfrm>
                </p:grpSpPr>
                <p:sp>
                  <p:nvSpPr>
                    <p:cNvPr id="67" name="Google Shape;162;p4">
                      <a:extLst>
                        <a:ext uri="{FF2B5EF4-FFF2-40B4-BE49-F238E27FC236}">
                          <ns2:creationId id="{8C053564-E291-7036-9849-E3D5EAAB9F97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916074" y="3296693"/>
                      <a:ext cx="3860800" cy="498400"/>
                    </a:xfrm>
                    <a:prstGeom prst="rect">
                      <a:avLst/>
                    </a:prstGeom>
                    <a:solidFill>
                      <a:srgbClr val="D8D8D8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81F5C"/>
                        </a:buClr>
                        <a:buSzPts val="1867"/>
                        <a:buFont typeface="Arial"/>
                        <a:buNone/>
                      </a:pPr>
                      <a:r>
                        <a:rPr lang="es-ES" sz="1867" b="0" i="0" u="none" strike="noStrike" cap="none">
                          <a:solidFill>
                            <a:srgbClr val="081F5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Metodología y ficha técnica</a:t>
                      </a:r>
                      <a:endParaRPr/>
                    </a:p>
                  </p:txBody>
                </p:sp>
                <p:sp>
                  <p:nvSpPr>
                    <p:cNvPr id="68" name="Google Shape;163;p4">
                      <a:extLst>
                        <a:ext uri="{FF2B5EF4-FFF2-40B4-BE49-F238E27FC236}">
                          <ns2:creationId id="{BAA31CF6-DA67-A9AD-C346-F155E1114D4A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375894" y="3297217"/>
                      <a:ext cx="446800" cy="498400"/>
                    </a:xfrm>
                    <a:prstGeom prst="rect">
                      <a:avLst/>
                    </a:prstGeom>
                    <a:solidFill>
                      <a:srgbClr val="CA565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000"/>
                        <a:buFont typeface="Arial"/>
                        <a:buNone/>
                      </a:pPr>
                      <a:r>
                        <a:rPr lang="es-ES" sz="2000" b="1" i="0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</a:t>
                      </a:r>
                      <a:endParaRPr sz="2000" b="1" i="0" u="none" strike="noStrike" cap="none">
                        <a:solidFill>
                          <a:srgbClr val="FFFFF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69" name="Google Shape;164;p4">
                      <a:extLst>
                        <a:ext uri="{FF2B5EF4-FFF2-40B4-BE49-F238E27FC236}">
                          <ns2:creationId id="{925F0D0F-F8C0-6958-4120-B4EC17533519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925200" y="3912458"/>
                      <a:ext cx="3860800" cy="498400"/>
                    </a:xfrm>
                    <a:prstGeom prst="rect">
                      <a:avLst/>
                    </a:prstGeom>
                    <a:solidFill>
                      <a:srgbClr val="D8D8D8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81F5C"/>
                        </a:buClr>
                        <a:buSzPts val="1867"/>
                        <a:buFont typeface="Arial"/>
                        <a:buNone/>
                      </a:pPr>
                      <a:r>
                        <a:rPr lang="es-ES" sz="1867" b="0" i="0" u="none" strike="noStrike" cap="none">
                          <a:solidFill>
                            <a:srgbClr val="081F5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Principales resultados</a:t>
                      </a:r>
                      <a:endParaRPr/>
                    </a:p>
                  </p:txBody>
                </p:sp>
                <p:sp>
                  <p:nvSpPr>
                    <p:cNvPr id="70" name="Google Shape;165;p4">
                      <a:extLst>
                        <a:ext uri="{FF2B5EF4-FFF2-40B4-BE49-F238E27FC236}">
                          <ns2:creationId id="{13620749-211E-E705-DB7B-40035A9C9C41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368366" y="3917347"/>
                      <a:ext cx="446800" cy="498400"/>
                    </a:xfrm>
                    <a:prstGeom prst="rect">
                      <a:avLst/>
                    </a:prstGeom>
                    <a:solidFill>
                      <a:srgbClr val="CA565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000"/>
                        <a:buFont typeface="Arial"/>
                        <a:buNone/>
                      </a:pPr>
                      <a:r>
                        <a:rPr lang="es-ES" sz="2000" b="1" i="0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  <a:endParaRPr sz="2000" b="1" i="0" u="none" strike="noStrike" cap="none">
                        <a:solidFill>
                          <a:srgbClr val="FFFFF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71" name="Google Shape;166;p4">
                      <a:extLst>
                        <a:ext uri="{FF2B5EF4-FFF2-40B4-BE49-F238E27FC236}">
                          <ns2:creationId id="{2D300DB7-733E-CB48-25EF-CAA6E364E71D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940868" y="4522986"/>
                      <a:ext cx="3860800" cy="498400"/>
                    </a:xfrm>
                    <a:prstGeom prst="rect">
                      <a:avLst/>
                    </a:prstGeom>
                    <a:solidFill>
                      <a:srgbClr val="D8D8D8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81F5C"/>
                        </a:buClr>
                        <a:buSzPts val="1867"/>
                        <a:buFont typeface="Arial"/>
                        <a:buNone/>
                      </a:pPr>
                      <a:r>
                        <a:rPr lang="es-ES" sz="1867" b="0" i="0" u="none" strike="noStrike" cap="none">
                          <a:solidFill>
                            <a:srgbClr val="081F5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Conclusiones</a:t>
                      </a:r>
                      <a:endParaRPr sz="1867" b="0" i="0" u="none" strike="noStrike" cap="none">
                        <a:solidFill>
                          <a:srgbClr val="081F5C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72" name="Google Shape;167;p4">
                      <a:extLst>
                        <a:ext uri="{FF2B5EF4-FFF2-40B4-BE49-F238E27FC236}">
                          <ns2:creationId id="{367D4370-DE9A-7F18-B999-D2DCB824E429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357152" y="4524950"/>
                      <a:ext cx="469200" cy="498400"/>
                    </a:xfrm>
                    <a:prstGeom prst="rect">
                      <a:avLst/>
                    </a:prstGeom>
                    <a:solidFill>
                      <a:srgbClr val="CA565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000"/>
                        <a:buFont typeface="Arial"/>
                        <a:buNone/>
                      </a:pPr>
                      <a:r>
                        <a:rPr lang="es-ES" sz="2000" b="1" i="0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</a:t>
                      </a:r>
                      <a:endParaRPr sz="2000" b="1" i="0" u="none" strike="noStrike" cap="none">
                        <a:solidFill>
                          <a:srgbClr val="FFFFF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grpSp>
                  <p:nvGrpSpPr>
                    <p:cNvPr id="81" name="Grupo 80">
                      <a:extLst>
                        <a:ext uri="{FF2B5EF4-FFF2-40B4-BE49-F238E27FC236}">
                          <ns2:creationId id="{C639CC98-357F-6D21-C80A-5E483FD61429}"/>
                        </a:ext>
                      </a:extLst>
                    </p:cNvPr>
                    <p:cNvGrpSpPr/>
                    <p:nvPr userDrawn="1"/>
                  </p:nvGrpSpPr>
                  <p:grpSpPr>
                    <a:xfrm>
                      <a:off x="4030308" y="-10073"/>
                      <a:ext cx="6746566" cy="3631109"/>
                      <a:chOff x="4030308" y="-10073"/>
                      <a:chExt cx="6746566" cy="3631109"/>
                    </a:xfrm>
                  </p:grpSpPr>
                  <p:sp>
                    <p:nvSpPr>
                      <p:cNvPr id="22" name="Google Shape;161;p4">
                        <a:extLst>
                          <a:ext uri="{FF2B5EF4-FFF2-40B4-BE49-F238E27FC236}">
                            <ns2:creationId id="{5D3A8B80-3C98-7987-D2A1-3DEBB8BD3851}"/>
                          </a:ext>
                        </a:extLst>
                      </p:cNvPr>
                      <p:cNvSpPr txBox="1"/>
                      <p:nvPr/>
                    </p:nvSpPr>
                    <p:spPr>
                      <a:xfrm flipH="1">
                        <a:off x="6916174" y="2675189"/>
                        <a:ext cx="3860700" cy="498300"/>
                      </a:xfrm>
                      <a:prstGeom prst="rect">
                        <a:avLst/>
                      </a:prstGeom>
                      <a:solidFill>
                        <a:srgbClr val="D8D8D8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15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600"/>
                          <a:buFont typeface="Arial"/>
                          <a:buNone/>
                        </a:pPr>
                        <a:endParaRPr sz="16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endParaRPr>
                      </a:p>
                      <a:p>
                        <a:pPr marL="0" marR="0" lvl="0" indent="0" algn="l" rtl="0">
                          <a:lnSpc>
                            <a:spcPct val="115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rgbClr val="081F5C"/>
                          </a:buClr>
                          <a:buSzPts val="1867"/>
                          <a:buFont typeface="Arial"/>
                          <a:buNone/>
                        </a:pPr>
                        <a:r>
                          <a:rPr lang="es-ES" sz="1867" b="0" i="0" u="none" strike="noStrike" cap="none" dirty="0">
                            <a:solidFill>
                              <a:srgbClr val="081F5C"/>
                            </a:solidFill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Objetivo del estudio</a:t>
                        </a:r>
                        <a:endParaRPr dirty="0"/>
                      </a:p>
                      <a:p>
                        <a:pPr marL="0" marR="0" lvl="0" indent="0" algn="l" rtl="0">
                          <a:lnSpc>
                            <a:spcPct val="115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600"/>
                          <a:buFont typeface="Arial"/>
                          <a:buNone/>
                        </a:pPr>
                        <a:endParaRPr sz="16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endParaRPr>
                      </a:p>
                    </p:txBody>
                  </p:sp>
                  <p:grpSp>
                    <p:nvGrpSpPr>
                      <p:cNvPr id="80" name="Grupo 79">
                        <a:extLst>
                          <a:ext uri="{FF2B5EF4-FFF2-40B4-BE49-F238E27FC236}">
                            <ns2:creationId id="{5D13158C-D07C-3379-A7BD-71B1BE8EC342}"/>
                          </a:ext>
                        </a:extLst>
                      </p:cNvPr>
                      <p:cNvGrpSpPr/>
                      <p:nvPr userDrawn="1"/>
                    </p:nvGrpSpPr>
                    <p:grpSpPr>
                      <a:xfrm>
                        <a:off x="4030308" y="-10073"/>
                        <a:ext cx="2783258" cy="3631109"/>
                        <a:chOff x="4030308" y="-10073"/>
                        <a:chExt cx="2783258" cy="3631109"/>
                      </a:xfrm>
                    </p:grpSpPr>
                    <p:grpSp>
                      <p:nvGrpSpPr>
                        <p:cNvPr id="79" name="Grupo 78">
                          <a:extLst>
                            <a:ext uri="{FF2B5EF4-FFF2-40B4-BE49-F238E27FC236}">
                              <ns2:creationId id="{AC0525B5-4474-C729-3271-78E63E434CFD}"/>
                            </a:ext>
                          </a:extLst>
                        </p:cNvPr>
                        <p:cNvGrpSpPr/>
                        <p:nvPr userDrawn="1"/>
                      </p:nvGrpSpPr>
                      <p:grpSpPr>
                        <a:xfrm>
                          <a:off x="4030308" y="-10073"/>
                          <a:ext cx="1108793" cy="3631109"/>
                          <a:chOff x="4030308" y="-10073"/>
                          <a:chExt cx="1108793" cy="3631109"/>
                        </a:xfrm>
                      </p:grpSpPr>
                      <p:sp>
                        <p:nvSpPr>
                          <p:cNvPr id="25" name="Google Shape;25;p47"/>
                          <p:cNvSpPr/>
                          <p:nvPr/>
                        </p:nvSpPr>
                        <p:spPr>
                          <a:xfrm flipH="1">
                            <a:off x="4556302" y="-10073"/>
                            <a:ext cx="56629" cy="2104854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2869" h="101407" extrusionOk="0">
                                <a:moveTo>
                                  <a:pt x="0" y="0"/>
                                </a:moveTo>
                                <a:lnTo>
                                  <a:pt x="0" y="101406"/>
                                </a:lnTo>
                                <a:lnTo>
                                  <a:pt x="2869" y="101406"/>
                                </a:lnTo>
                                <a:lnTo>
                                  <a:pt x="2869" y="0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rgbClr val="071C2B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sp>
                        <p:nvSpPr>
                          <p:cNvPr id="26" name="Google Shape;26;p47"/>
                          <p:cNvSpPr/>
                          <p:nvPr/>
                        </p:nvSpPr>
                        <p:spPr>
                          <a:xfrm flipH="1">
                            <a:off x="4030308" y="2451075"/>
                            <a:ext cx="1108793" cy="1169961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56175" h="66348" extrusionOk="0">
                                <a:moveTo>
                                  <a:pt x="3970" y="25218"/>
                                </a:moveTo>
                                <a:cubicBezTo>
                                  <a:pt x="1469" y="29288"/>
                                  <a:pt x="1" y="34025"/>
                                  <a:pt x="1" y="39128"/>
                                </a:cubicBezTo>
                                <a:cubicBezTo>
                                  <a:pt x="1" y="54139"/>
                                  <a:pt x="12576" y="66348"/>
                                  <a:pt x="28088" y="66348"/>
                                </a:cubicBezTo>
                                <a:cubicBezTo>
                                  <a:pt x="43599" y="66348"/>
                                  <a:pt x="56174" y="54139"/>
                                  <a:pt x="56174" y="39128"/>
                                </a:cubicBezTo>
                                <a:cubicBezTo>
                                  <a:pt x="56174" y="34025"/>
                                  <a:pt x="54707" y="29288"/>
                                  <a:pt x="52205" y="25218"/>
                                </a:cubicBezTo>
                                <a:lnTo>
                                  <a:pt x="52305" y="25218"/>
                                </a:lnTo>
                                <a:cubicBezTo>
                                  <a:pt x="40797" y="7906"/>
                                  <a:pt x="41997" y="0"/>
                                  <a:pt x="41997" y="0"/>
                                </a:cubicBezTo>
                                <a:lnTo>
                                  <a:pt x="28088" y="0"/>
                                </a:lnTo>
                                <a:lnTo>
                                  <a:pt x="14178" y="0"/>
                                </a:lnTo>
                                <a:cubicBezTo>
                                  <a:pt x="14178" y="0"/>
                                  <a:pt x="15378" y="7906"/>
                                  <a:pt x="3870" y="25218"/>
                                </a:cubicBezTo>
                                <a:close/>
                              </a:path>
                            </a:pathLst>
                          </a:custGeom>
                          <a:solidFill>
                            <a:srgbClr val="85BB85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sp>
                        <p:nvSpPr>
                          <p:cNvPr id="27" name="Google Shape;27;p47"/>
                          <p:cNvSpPr/>
                          <p:nvPr/>
                        </p:nvSpPr>
                        <p:spPr>
                          <a:xfrm flipH="1">
                            <a:off x="4310760" y="2146910"/>
                            <a:ext cx="548466" cy="304129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27787" h="17247" extrusionOk="0">
                                <a:moveTo>
                                  <a:pt x="13911" y="17246"/>
                                </a:moveTo>
                                <a:lnTo>
                                  <a:pt x="13911" y="17246"/>
                                </a:lnTo>
                                <a:lnTo>
                                  <a:pt x="27787" y="17246"/>
                                </a:lnTo>
                                <a:lnTo>
                                  <a:pt x="27787" y="5738"/>
                                </a:lnTo>
                                <a:lnTo>
                                  <a:pt x="24051" y="1"/>
                                </a:lnTo>
                                <a:lnTo>
                                  <a:pt x="13911" y="1"/>
                                </a:lnTo>
                                <a:lnTo>
                                  <a:pt x="13911" y="1"/>
                                </a:lnTo>
                                <a:lnTo>
                                  <a:pt x="3770" y="1"/>
                                </a:lnTo>
                                <a:lnTo>
                                  <a:pt x="1" y="5738"/>
                                </a:lnTo>
                                <a:lnTo>
                                  <a:pt x="1" y="17246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chemeClr val="dk2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sp>
                        <p:nvSpPr>
                          <p:cNvPr id="28" name="Google Shape;28;p47"/>
                          <p:cNvSpPr/>
                          <p:nvPr/>
                        </p:nvSpPr>
                        <p:spPr>
                          <a:xfrm flipH="1">
                            <a:off x="4265330" y="1975710"/>
                            <a:ext cx="638669" cy="437052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32357" h="24785" extrusionOk="0">
                                <a:moveTo>
                                  <a:pt x="32357" y="24785"/>
                                </a:moveTo>
                                <a:lnTo>
                                  <a:pt x="0" y="24785"/>
                                </a:lnTo>
                                <a:lnTo>
                                  <a:pt x="0" y="10341"/>
                                </a:lnTo>
                                <a:cubicBezTo>
                                  <a:pt x="0" y="4637"/>
                                  <a:pt x="4637" y="1"/>
                                  <a:pt x="10341" y="1"/>
                                </a:cubicBezTo>
                                <a:lnTo>
                                  <a:pt x="22016" y="1"/>
                                </a:lnTo>
                                <a:cubicBezTo>
                                  <a:pt x="27720" y="1"/>
                                  <a:pt x="32357" y="4637"/>
                                  <a:pt x="32357" y="10341"/>
                                </a:cubicBezTo>
                                <a:lnTo>
                                  <a:pt x="32357" y="24785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rgbClr val="071C2B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grpSp>
                        <p:nvGrpSpPr>
                          <p:cNvPr id="29" name="Google Shape;29;p47"/>
                          <p:cNvGrpSpPr/>
                          <p:nvPr/>
                        </p:nvGrpSpPr>
                        <p:grpSpPr>
                          <a:xfrm flipH="1">
                            <a:off x="4286109" y="2852846"/>
                            <a:ext cx="608576" cy="456656"/>
                            <a:chOff x="3155126" y="5507486"/>
                            <a:chExt cx="229208" cy="192497"/>
                          </a:xfrm>
                        </p:grpSpPr>
                        <p:sp>
                          <p:nvSpPr>
                            <p:cNvPr id="30" name="Google Shape;30;p47"/>
                            <p:cNvSpPr/>
                            <p:nvPr/>
                          </p:nvSpPr>
                          <p:spPr>
                            <a:xfrm>
                              <a:off x="3155126" y="5556264"/>
                              <a:ext cx="143704" cy="143719"/>
                            </a:xfrm>
                            <a:custGeom>
                              <a:avLst/>
                              <a:gdLst/>
                              <a:ahLst/>
                              <a:cxnLst/>
                              <a:rect l="l" t="t" r="r" b="b"/>
                              <a:pathLst>
                                <a:path w="9140" h="9141" extrusionOk="0">
                                  <a:moveTo>
                                    <a:pt x="4570" y="3102"/>
                                  </a:moveTo>
                                  <a:cubicBezTo>
                                    <a:pt x="5371" y="3102"/>
                                    <a:pt x="6038" y="3770"/>
                                    <a:pt x="6038" y="4570"/>
                                  </a:cubicBezTo>
                                  <a:cubicBezTo>
                                    <a:pt x="6038" y="5404"/>
                                    <a:pt x="5371" y="6038"/>
                                    <a:pt x="4570" y="6038"/>
                                  </a:cubicBezTo>
                                  <a:cubicBezTo>
                                    <a:pt x="3736" y="6038"/>
                                    <a:pt x="3102" y="5404"/>
                                    <a:pt x="3102" y="4570"/>
                                  </a:cubicBezTo>
                                  <a:cubicBezTo>
                                    <a:pt x="3102" y="3770"/>
                                    <a:pt x="3736" y="3102"/>
                                    <a:pt x="4570" y="3102"/>
                                  </a:cubicBezTo>
                                  <a:close/>
                                  <a:moveTo>
                                    <a:pt x="6738" y="7305"/>
                                  </a:moveTo>
                                  <a:cubicBezTo>
                                    <a:pt x="6938" y="7139"/>
                                    <a:pt x="7105" y="6972"/>
                                    <a:pt x="7272" y="6772"/>
                                  </a:cubicBezTo>
                                  <a:lnTo>
                                    <a:pt x="8373" y="7105"/>
                                  </a:lnTo>
                                  <a:cubicBezTo>
                                    <a:pt x="8473" y="6939"/>
                                    <a:pt x="8573" y="6772"/>
                                    <a:pt x="8640" y="6605"/>
                                  </a:cubicBezTo>
                                  <a:lnTo>
                                    <a:pt x="7806" y="5838"/>
                                  </a:lnTo>
                                  <a:cubicBezTo>
                                    <a:pt x="7906" y="5604"/>
                                    <a:pt x="7972" y="5371"/>
                                    <a:pt x="8006" y="5104"/>
                                  </a:cubicBezTo>
                                  <a:lnTo>
                                    <a:pt x="9107" y="4870"/>
                                  </a:lnTo>
                                  <a:cubicBezTo>
                                    <a:pt x="9107" y="4770"/>
                                    <a:pt x="9140" y="4670"/>
                                    <a:pt x="9140" y="4570"/>
                                  </a:cubicBezTo>
                                  <a:cubicBezTo>
                                    <a:pt x="9140" y="4503"/>
                                    <a:pt x="9107" y="4403"/>
                                    <a:pt x="9107" y="4303"/>
                                  </a:cubicBezTo>
                                  <a:lnTo>
                                    <a:pt x="8006" y="4036"/>
                                  </a:lnTo>
                                  <a:cubicBezTo>
                                    <a:pt x="7972" y="3803"/>
                                    <a:pt x="7906" y="3536"/>
                                    <a:pt x="7806" y="3336"/>
                                  </a:cubicBezTo>
                                  <a:lnTo>
                                    <a:pt x="8640" y="2535"/>
                                  </a:lnTo>
                                  <a:cubicBezTo>
                                    <a:pt x="8573" y="2369"/>
                                    <a:pt x="8473" y="2202"/>
                                    <a:pt x="8373" y="2068"/>
                                  </a:cubicBezTo>
                                  <a:lnTo>
                                    <a:pt x="7272" y="2402"/>
                                  </a:lnTo>
                                  <a:cubicBezTo>
                                    <a:pt x="7105" y="2202"/>
                                    <a:pt x="6938" y="2002"/>
                                    <a:pt x="6738" y="1868"/>
                                  </a:cubicBezTo>
                                  <a:lnTo>
                                    <a:pt x="7072" y="767"/>
                                  </a:lnTo>
                                  <a:cubicBezTo>
                                    <a:pt x="6938" y="667"/>
                                    <a:pt x="6772" y="567"/>
                                    <a:pt x="6605" y="501"/>
                                  </a:cubicBezTo>
                                  <a:lnTo>
                                    <a:pt x="5804" y="1335"/>
                                  </a:lnTo>
                                  <a:cubicBezTo>
                                    <a:pt x="5571" y="1234"/>
                                    <a:pt x="5337" y="1168"/>
                                    <a:pt x="5104" y="1134"/>
                                  </a:cubicBezTo>
                                  <a:lnTo>
                                    <a:pt x="4837" y="34"/>
                                  </a:lnTo>
                                  <a:cubicBezTo>
                                    <a:pt x="4737" y="0"/>
                                    <a:pt x="4637" y="0"/>
                                    <a:pt x="4570" y="0"/>
                                  </a:cubicBezTo>
                                  <a:cubicBezTo>
                                    <a:pt x="4470" y="0"/>
                                    <a:pt x="4370" y="0"/>
                                    <a:pt x="4270" y="34"/>
                                  </a:cubicBezTo>
                                  <a:lnTo>
                                    <a:pt x="4003" y="1134"/>
                                  </a:lnTo>
                                  <a:cubicBezTo>
                                    <a:pt x="3769" y="1168"/>
                                    <a:pt x="3536" y="1234"/>
                                    <a:pt x="3302" y="1335"/>
                                  </a:cubicBezTo>
                                  <a:lnTo>
                                    <a:pt x="2502" y="501"/>
                                  </a:lnTo>
                                  <a:cubicBezTo>
                                    <a:pt x="2335" y="567"/>
                                    <a:pt x="2202" y="667"/>
                                    <a:pt x="2035" y="767"/>
                                  </a:cubicBezTo>
                                  <a:lnTo>
                                    <a:pt x="2368" y="1868"/>
                                  </a:lnTo>
                                  <a:cubicBezTo>
                                    <a:pt x="2168" y="2035"/>
                                    <a:pt x="2001" y="2202"/>
                                    <a:pt x="1835" y="2402"/>
                                  </a:cubicBezTo>
                                  <a:lnTo>
                                    <a:pt x="734" y="2068"/>
                                  </a:lnTo>
                                  <a:cubicBezTo>
                                    <a:pt x="634" y="2202"/>
                                    <a:pt x="567" y="2369"/>
                                    <a:pt x="467" y="2535"/>
                                  </a:cubicBezTo>
                                  <a:lnTo>
                                    <a:pt x="1301" y="3336"/>
                                  </a:lnTo>
                                  <a:cubicBezTo>
                                    <a:pt x="1201" y="3536"/>
                                    <a:pt x="1134" y="3803"/>
                                    <a:pt x="1101" y="4036"/>
                                  </a:cubicBezTo>
                                  <a:lnTo>
                                    <a:pt x="0" y="4303"/>
                                  </a:lnTo>
                                  <a:cubicBezTo>
                                    <a:pt x="0" y="4403"/>
                                    <a:pt x="0" y="4470"/>
                                    <a:pt x="0" y="4570"/>
                                  </a:cubicBezTo>
                                  <a:cubicBezTo>
                                    <a:pt x="0" y="4670"/>
                                    <a:pt x="0" y="4770"/>
                                    <a:pt x="0" y="4870"/>
                                  </a:cubicBezTo>
                                  <a:lnTo>
                                    <a:pt x="1101" y="5104"/>
                                  </a:lnTo>
                                  <a:cubicBezTo>
                                    <a:pt x="1134" y="5371"/>
                                    <a:pt x="1201" y="5604"/>
                                    <a:pt x="1301" y="5838"/>
                                  </a:cubicBezTo>
                                  <a:lnTo>
                                    <a:pt x="467" y="6605"/>
                                  </a:lnTo>
                                  <a:cubicBezTo>
                                    <a:pt x="567" y="6772"/>
                                    <a:pt x="634" y="6939"/>
                                    <a:pt x="734" y="7105"/>
                                  </a:cubicBezTo>
                                  <a:lnTo>
                                    <a:pt x="1835" y="6772"/>
                                  </a:lnTo>
                                  <a:cubicBezTo>
                                    <a:pt x="2001" y="6972"/>
                                    <a:pt x="2168" y="7139"/>
                                    <a:pt x="2368" y="7305"/>
                                  </a:cubicBezTo>
                                  <a:lnTo>
                                    <a:pt x="2035" y="8406"/>
                                  </a:lnTo>
                                  <a:cubicBezTo>
                                    <a:pt x="2202" y="8506"/>
                                    <a:pt x="2368" y="8573"/>
                                    <a:pt x="2502" y="8673"/>
                                  </a:cubicBezTo>
                                  <a:lnTo>
                                    <a:pt x="3302" y="7839"/>
                                  </a:lnTo>
                                  <a:cubicBezTo>
                                    <a:pt x="3536" y="7939"/>
                                    <a:pt x="3769" y="8006"/>
                                    <a:pt x="4003" y="8039"/>
                                  </a:cubicBezTo>
                                  <a:lnTo>
                                    <a:pt x="4270" y="9140"/>
                                  </a:lnTo>
                                  <a:cubicBezTo>
                                    <a:pt x="4370" y="9140"/>
                                    <a:pt x="4470" y="9140"/>
                                    <a:pt x="4570" y="9140"/>
                                  </a:cubicBezTo>
                                  <a:cubicBezTo>
                                    <a:pt x="4637" y="9140"/>
                                    <a:pt x="4737" y="9140"/>
                                    <a:pt x="4837" y="9140"/>
                                  </a:cubicBezTo>
                                  <a:lnTo>
                                    <a:pt x="5104" y="8039"/>
                                  </a:lnTo>
                                  <a:cubicBezTo>
                                    <a:pt x="5337" y="8006"/>
                                    <a:pt x="5571" y="7939"/>
                                    <a:pt x="5804" y="7839"/>
                                  </a:cubicBezTo>
                                  <a:lnTo>
                                    <a:pt x="6605" y="8673"/>
                                  </a:lnTo>
                                  <a:cubicBezTo>
                                    <a:pt x="6772" y="8573"/>
                                    <a:pt x="6938" y="8506"/>
                                    <a:pt x="7072" y="8406"/>
                                  </a:cubicBezTo>
                                  <a:close/>
                                </a:path>
                              </a:pathLst>
                            </a:custGeom>
                            <a:solidFill>
                              <a:schemeClr val="lt1"/>
                            </a:solidFill>
                            <a:ln>
                              <a:noFill/>
                            </a:ln>
                          </p:spPr>
                          <p:txBody>
                            <a:bodyPr spcFirstLastPara="1" wrap="square" lIns="91425" tIns="91425" rIns="91425" bIns="91425" anchor="ctr" anchorCtr="0">
                              <a:noAutofit/>
                            </a:bodyPr>
                            <a:lstStyle/>
                            <a:p>
                              <a:pPr marL="0" marR="0" lvl="0" indent="0" algn="l" rtl="0">
                                <a:lnSpc>
                                  <a:spcPct val="100000"/>
                                </a:lnSpc>
                                <a:spcBef>
                                  <a:spcPts val="0"/>
                                </a:spcBef>
                                <a:spcAft>
                                  <a:spcPts val="0"/>
                                </a:spcAft>
                                <a:buClr>
                                  <a:schemeClr val="dk1"/>
                                </a:buClr>
                                <a:buSzPts val="1867"/>
                                <a:buFont typeface="Arial"/>
                                <a:buNone/>
                              </a:pPr>
                              <a:endParaRPr sz="1867" b="0" i="0" u="none" strike="noStrike" cap="none">
                                <a:solidFill>
                                  <a:srgbClr val="000000"/>
                                </a:solidFill>
                                <a:latin typeface="Calibri"/>
                                <a:ea typeface="Calibri"/>
                                <a:cs typeface="Calibri"/>
                                <a:sym typeface="Calibri"/>
                              </a:endParaRPr>
                            </a:p>
                          </p:txBody>
                        </p:sp>
                        <p:sp>
                          <p:nvSpPr>
                            <p:cNvPr id="31" name="Google Shape;31;p47"/>
                            <p:cNvSpPr/>
                            <p:nvPr/>
                          </p:nvSpPr>
                          <p:spPr>
                            <a:xfrm>
                              <a:off x="3272091" y="5507486"/>
                              <a:ext cx="112243" cy="112243"/>
                            </a:xfrm>
                            <a:custGeom>
                              <a:avLst/>
                              <a:gdLst/>
                              <a:ahLst/>
                              <a:cxnLst/>
                              <a:rect l="l" t="t" r="r" b="b"/>
                              <a:pathLst>
                                <a:path w="7139" h="7139" extrusionOk="0">
                                  <a:moveTo>
                                    <a:pt x="3803" y="2435"/>
                                  </a:moveTo>
                                  <a:cubicBezTo>
                                    <a:pt x="4404" y="2569"/>
                                    <a:pt x="4837" y="3169"/>
                                    <a:pt x="4704" y="3803"/>
                                  </a:cubicBezTo>
                                  <a:cubicBezTo>
                                    <a:pt x="4604" y="4437"/>
                                    <a:pt x="4004" y="4837"/>
                                    <a:pt x="3370" y="4737"/>
                                  </a:cubicBezTo>
                                  <a:cubicBezTo>
                                    <a:pt x="2736" y="4603"/>
                                    <a:pt x="2336" y="4003"/>
                                    <a:pt x="2436" y="3369"/>
                                  </a:cubicBezTo>
                                  <a:cubicBezTo>
                                    <a:pt x="2569" y="2735"/>
                                    <a:pt x="3170" y="2335"/>
                                    <a:pt x="3803" y="2435"/>
                                  </a:cubicBezTo>
                                  <a:close/>
                                  <a:moveTo>
                                    <a:pt x="4871" y="6004"/>
                                  </a:moveTo>
                                  <a:cubicBezTo>
                                    <a:pt x="5071" y="5904"/>
                                    <a:pt x="5204" y="5804"/>
                                    <a:pt x="5371" y="5671"/>
                                  </a:cubicBezTo>
                                  <a:lnTo>
                                    <a:pt x="6172" y="6104"/>
                                  </a:lnTo>
                                  <a:cubicBezTo>
                                    <a:pt x="6272" y="5971"/>
                                    <a:pt x="6372" y="5871"/>
                                    <a:pt x="6439" y="5771"/>
                                  </a:cubicBezTo>
                                  <a:lnTo>
                                    <a:pt x="5905" y="5037"/>
                                  </a:lnTo>
                                  <a:cubicBezTo>
                                    <a:pt x="6038" y="4870"/>
                                    <a:pt x="6105" y="4703"/>
                                    <a:pt x="6172" y="4503"/>
                                  </a:cubicBezTo>
                                  <a:lnTo>
                                    <a:pt x="7072" y="4470"/>
                                  </a:lnTo>
                                  <a:cubicBezTo>
                                    <a:pt x="7072" y="4370"/>
                                    <a:pt x="7106" y="4303"/>
                                    <a:pt x="7106" y="4236"/>
                                  </a:cubicBezTo>
                                  <a:cubicBezTo>
                                    <a:pt x="7139" y="4170"/>
                                    <a:pt x="7139" y="4103"/>
                                    <a:pt x="7139" y="4036"/>
                                  </a:cubicBezTo>
                                  <a:lnTo>
                                    <a:pt x="6339" y="3669"/>
                                  </a:lnTo>
                                  <a:cubicBezTo>
                                    <a:pt x="6339" y="3469"/>
                                    <a:pt x="6305" y="3269"/>
                                    <a:pt x="6272" y="3069"/>
                                  </a:cubicBezTo>
                                  <a:lnTo>
                                    <a:pt x="7039" y="2602"/>
                                  </a:lnTo>
                                  <a:cubicBezTo>
                                    <a:pt x="7006" y="2435"/>
                                    <a:pt x="6939" y="2302"/>
                                    <a:pt x="6906" y="2168"/>
                                  </a:cubicBezTo>
                                  <a:lnTo>
                                    <a:pt x="6005" y="2268"/>
                                  </a:lnTo>
                                  <a:cubicBezTo>
                                    <a:pt x="5905" y="2102"/>
                                    <a:pt x="5805" y="1935"/>
                                    <a:pt x="5671" y="1801"/>
                                  </a:cubicBezTo>
                                  <a:lnTo>
                                    <a:pt x="6072" y="1001"/>
                                  </a:lnTo>
                                  <a:cubicBezTo>
                                    <a:pt x="5972" y="901"/>
                                    <a:pt x="5872" y="801"/>
                                    <a:pt x="5738" y="701"/>
                                  </a:cubicBezTo>
                                  <a:lnTo>
                                    <a:pt x="5004" y="1234"/>
                                  </a:lnTo>
                                  <a:cubicBezTo>
                                    <a:pt x="4837" y="1134"/>
                                    <a:pt x="4671" y="1034"/>
                                    <a:pt x="4471" y="967"/>
                                  </a:cubicBezTo>
                                  <a:lnTo>
                                    <a:pt x="4437" y="67"/>
                                  </a:lnTo>
                                  <a:cubicBezTo>
                                    <a:pt x="4370" y="67"/>
                                    <a:pt x="4304" y="33"/>
                                    <a:pt x="4237" y="33"/>
                                  </a:cubicBezTo>
                                  <a:cubicBezTo>
                                    <a:pt x="4170" y="33"/>
                                    <a:pt x="4070" y="0"/>
                                    <a:pt x="4004" y="0"/>
                                  </a:cubicBezTo>
                                  <a:lnTo>
                                    <a:pt x="3637" y="834"/>
                                  </a:lnTo>
                                  <a:cubicBezTo>
                                    <a:pt x="3436" y="801"/>
                                    <a:pt x="3270" y="834"/>
                                    <a:pt x="3070" y="867"/>
                                  </a:cubicBezTo>
                                  <a:lnTo>
                                    <a:pt x="2569" y="100"/>
                                  </a:lnTo>
                                  <a:cubicBezTo>
                                    <a:pt x="2436" y="167"/>
                                    <a:pt x="2302" y="200"/>
                                    <a:pt x="2169" y="267"/>
                                  </a:cubicBezTo>
                                  <a:lnTo>
                                    <a:pt x="2269" y="1134"/>
                                  </a:lnTo>
                                  <a:cubicBezTo>
                                    <a:pt x="2102" y="1234"/>
                                    <a:pt x="1935" y="1368"/>
                                    <a:pt x="1769" y="1468"/>
                                  </a:cubicBezTo>
                                  <a:lnTo>
                                    <a:pt x="968" y="1067"/>
                                  </a:lnTo>
                                  <a:cubicBezTo>
                                    <a:pt x="868" y="1168"/>
                                    <a:pt x="768" y="1301"/>
                                    <a:pt x="701" y="1401"/>
                                  </a:cubicBezTo>
                                  <a:lnTo>
                                    <a:pt x="1235" y="2135"/>
                                  </a:lnTo>
                                  <a:cubicBezTo>
                                    <a:pt x="1101" y="2302"/>
                                    <a:pt x="1035" y="2468"/>
                                    <a:pt x="968" y="2669"/>
                                  </a:cubicBezTo>
                                  <a:lnTo>
                                    <a:pt x="67" y="2702"/>
                                  </a:lnTo>
                                  <a:cubicBezTo>
                                    <a:pt x="67" y="2769"/>
                                    <a:pt x="34" y="2835"/>
                                    <a:pt x="34" y="2902"/>
                                  </a:cubicBezTo>
                                  <a:cubicBezTo>
                                    <a:pt x="1" y="2969"/>
                                    <a:pt x="1" y="3069"/>
                                    <a:pt x="1" y="3136"/>
                                  </a:cubicBezTo>
                                  <a:lnTo>
                                    <a:pt x="801" y="3503"/>
                                  </a:lnTo>
                                  <a:cubicBezTo>
                                    <a:pt x="801" y="3703"/>
                                    <a:pt x="835" y="3903"/>
                                    <a:pt x="868" y="4070"/>
                                  </a:cubicBezTo>
                                  <a:lnTo>
                                    <a:pt x="101" y="4570"/>
                                  </a:lnTo>
                                  <a:cubicBezTo>
                                    <a:pt x="134" y="4703"/>
                                    <a:pt x="201" y="4837"/>
                                    <a:pt x="234" y="4970"/>
                                  </a:cubicBezTo>
                                  <a:lnTo>
                                    <a:pt x="1135" y="4870"/>
                                  </a:lnTo>
                                  <a:cubicBezTo>
                                    <a:pt x="1235" y="5070"/>
                                    <a:pt x="1335" y="5204"/>
                                    <a:pt x="1468" y="5371"/>
                                  </a:cubicBezTo>
                                  <a:lnTo>
                                    <a:pt x="1068" y="6171"/>
                                  </a:lnTo>
                                  <a:cubicBezTo>
                                    <a:pt x="1168" y="6271"/>
                                    <a:pt x="1268" y="6371"/>
                                    <a:pt x="1402" y="6471"/>
                                  </a:cubicBezTo>
                                  <a:lnTo>
                                    <a:pt x="2136" y="5938"/>
                                  </a:lnTo>
                                  <a:cubicBezTo>
                                    <a:pt x="2302" y="6038"/>
                                    <a:pt x="2469" y="6104"/>
                                    <a:pt x="2669" y="6171"/>
                                  </a:cubicBezTo>
                                  <a:lnTo>
                                    <a:pt x="2703" y="7072"/>
                                  </a:lnTo>
                                  <a:cubicBezTo>
                                    <a:pt x="2769" y="7105"/>
                                    <a:pt x="2836" y="7105"/>
                                    <a:pt x="2903" y="7138"/>
                                  </a:cubicBezTo>
                                  <a:cubicBezTo>
                                    <a:pt x="2969" y="7138"/>
                                    <a:pt x="3070" y="7138"/>
                                    <a:pt x="3136" y="7138"/>
                                  </a:cubicBezTo>
                                  <a:lnTo>
                                    <a:pt x="3503" y="6338"/>
                                  </a:lnTo>
                                  <a:cubicBezTo>
                                    <a:pt x="3703" y="6338"/>
                                    <a:pt x="3870" y="6338"/>
                                    <a:pt x="4070" y="6305"/>
                                  </a:cubicBezTo>
                                  <a:lnTo>
                                    <a:pt x="4571" y="7038"/>
                                  </a:lnTo>
                                  <a:cubicBezTo>
                                    <a:pt x="4704" y="7005"/>
                                    <a:pt x="4837" y="6972"/>
                                    <a:pt x="4971" y="6905"/>
                                  </a:cubicBezTo>
                                  <a:close/>
                                </a:path>
                              </a:pathLst>
                            </a:custGeom>
                            <a:solidFill>
                              <a:schemeClr val="lt1"/>
                            </a:solidFill>
                            <a:ln>
                              <a:noFill/>
                            </a:ln>
                          </p:spPr>
                          <p:txBody>
                            <a:bodyPr spcFirstLastPara="1" wrap="square" lIns="91425" tIns="91425" rIns="91425" bIns="91425" anchor="ctr" anchorCtr="0">
                              <a:noAutofit/>
                            </a:bodyPr>
                            <a:lstStyle/>
                            <a:p>
                              <a:pPr marL="0" marR="0" lvl="0" indent="0" algn="l" rtl="0">
                                <a:lnSpc>
                                  <a:spcPct val="100000"/>
                                </a:lnSpc>
                                <a:spcBef>
                                  <a:spcPts val="0"/>
                                </a:spcBef>
                                <a:spcAft>
                                  <a:spcPts val="0"/>
                                </a:spcAft>
                                <a:buClr>
                                  <a:schemeClr val="dk1"/>
                                </a:buClr>
                                <a:buSzPts val="1867"/>
                                <a:buFont typeface="Arial"/>
                                <a:buNone/>
                              </a:pPr>
                              <a:endParaRPr sz="1867" b="0" i="0" u="none" strike="noStrike" cap="none">
                                <a:solidFill>
                                  <a:srgbClr val="000000"/>
                                </a:solidFill>
                                <a:latin typeface="Calibri"/>
                                <a:ea typeface="Calibri"/>
                                <a:cs typeface="Calibri"/>
                                <a:sym typeface="Calibri"/>
                              </a:endParaRPr>
                            </a:p>
                          </p:txBody>
                        </p:sp>
                      </p:grpSp>
                    </p:grpSp>
                    <p:sp>
                      <p:nvSpPr>
                        <p:cNvPr id="73" name="Google Shape;168;p4">
                          <a:extLst>
                            <a:ext uri="{FF2B5EF4-FFF2-40B4-BE49-F238E27FC236}">
                              <ns2:creationId id="{42D39793-A0E3-06ED-A437-DB70F67EAEC2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 flipH="1">
                          <a:off x="6366766" y="2668005"/>
                          <a:ext cx="446800" cy="496000"/>
                        </a:xfrm>
                        <a:prstGeom prst="rect">
                          <a:avLst/>
                        </a:prstGeom>
                        <a:solidFill>
                          <a:srgbClr val="CA5651"/>
                        </a:solidFill>
                        <a:ln>
                          <a:noFill/>
                        </a:ln>
                      </p:spPr>
                      <p:txBody>
                        <a:bodyPr spcFirstLastPara="1" wrap="square" lIns="91425" tIns="91425" rIns="91425" bIns="91425" anchor="ctr" anchorCtr="0">
                          <a:noAutofit/>
                        </a:bodyPr>
                        <a:lstStyle/>
                        <a:p>
                          <a:pPr marL="0" marR="0" lvl="0" indent="0" algn="ctr" rtl="0">
                            <a:lnSpc>
                              <a:spcPct val="115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FFFFFF"/>
                            </a:buClr>
                            <a:buSzPts val="2000"/>
                            <a:buFont typeface="Arial"/>
                            <a:buNone/>
                          </a:pPr>
                          <a:r>
                            <a:rPr lang="es-ES" sz="2000" b="1" i="0" u="none" strike="noStrike" cap="none" dirty="0">
                              <a:solidFill>
                                <a:srgbClr val="FFFFFF"/>
                              </a:solidFill>
                              <a:latin typeface="Arial"/>
                              <a:ea typeface="Arial"/>
                              <a:cs typeface="Arial"/>
                              <a:sym typeface="Arial"/>
                            </a:rPr>
                            <a:t>1</a:t>
                          </a:r>
                          <a:endParaRPr sz="2000" b="1" i="0" u="none" strike="noStrike" cap="none" dirty="0">
                            <a:solidFill>
                              <a:srgbClr val="FFFFFF"/>
                            </a:solidFill>
                            <a:latin typeface="Arial"/>
                            <a:ea typeface="Arial"/>
                            <a:cs typeface="Arial"/>
                            <a:sym typeface="Arial"/>
                          </a:endParaRPr>
                        </a:p>
                      </p:txBody>
                    </p:sp>
                  </p:grpSp>
                </p:grpSp>
              </p:grpSp>
            </p:grpSp>
          </p:grpSp>
          <p:pic>
            <p:nvPicPr>
              <p:cNvPr id="66" name="Google Shape;66;p47"/>
              <p:cNvPicPr preferRelativeResize="0"/>
              <p:nvPr/>
            </p:nvPicPr>
            <p:blipFill rotWithShape="1">
              <a:blip r:embed="rId2">
                <a:alphaModFix/>
              </a:blip>
              <a:srcRect t="29471" b="26643"/>
              <a:stretch/>
            </p:blipFill>
            <p:spPr>
              <a:xfrm>
                <a:off x="10088216" y="158826"/>
                <a:ext cx="1927827" cy="846037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sp>
          <p:nvSpPr>
            <p:cNvPr id="87" name="Rectángulo 86">
              <a:extLst>
                <a:ext uri="{FF2B5EF4-FFF2-40B4-BE49-F238E27FC236}">
                  <ns2:creationId id="{44F8ED50-9949-206B-8011-088F0FCF9B7F}"/>
                </a:ext>
              </a:extLst>
            </p:cNvPr>
            <p:cNvSpPr/>
            <p:nvPr userDrawn="1"/>
          </p:nvSpPr>
          <p:spPr>
            <a:xfrm>
              <a:off x="6357148" y="1686560"/>
              <a:ext cx="4077171" cy="711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lvl="0" indent="0" eaLnBrk="1" hangingPunct="1">
                <a:lnSpc>
                  <a:spcPct val="90000"/>
                </a:lnSpc>
                <a:buClr>
                  <a:srgbClr val="081F5C"/>
                </a:buClr>
                <a:buSzPct val="100000"/>
                <a:buNone/>
              </a:pPr>
              <a:r>
                <a:rPr lang="es-PE" sz="3600" b="1" dirty="0">
                  <a:solidFill>
                    <a:srgbClr val="081F5C"/>
                  </a:solidFill>
                  <a:latin typeface="Arial"/>
                  <a:cs typeface="Arial"/>
                </a:rPr>
                <a:t>ÍNDICE</a:t>
              </a:r>
            </a:p>
          </p:txBody>
        </p:sp>
      </p:grpSp>
    </p:spTree>
    <p:extLst>
      <p:ext uri="{BB962C8B-B14F-4D97-AF65-F5344CB8AC3E}">
        <p14:creationId val="251564292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Objetivos_Seccion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ns2:creationId id="{F3496E21-1CC1-1562-B8EF-F13A853214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 flipH="1">
            <a:off x="188427" y="2039831"/>
            <a:ext cx="688445" cy="4152762"/>
          </a:xfrm>
        </p:spPr>
        <p:txBody>
          <a:bodyPr vert="vert" anchor="ctr">
            <a:normAutofit/>
          </a:bodyPr>
          <a:lstStyle>
            <a:lvl1pPr>
              <a:defRPr sz="2400" b="1">
                <a:latin typeface="Arial"/>
                <a:solidFill>
                  <a:srgbClr val="CA5651"/>
                </a:solidFill>
              </a:defRPr>
            </a:lvl1pPr>
          </a:lstStyle>
          <a:p>
            <a:endParaRPr lang="es-PE"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3" name="Marcador de contenido 2">
            <a:extLst>
              <a:ext uri="{FF2B5EF4-FFF2-40B4-BE49-F238E27FC236}">
                <ns2:creationId id="{42B474CF-1676-A4EF-9FE6-8FD3FDBC9F9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79450" y="1894058"/>
            <a:ext cx="1712520" cy="1730120"/>
          </a:xfrm>
        </p:spPr>
        <p:txBody>
          <a:bodyPr>
            <a:noAutofit/>
          </a:bodyPr>
          <a:lstStyle>
            <a:lvl1pPr algn="ctr">
              <a:defRPr sz="1400"/>
            </a:lvl1pPr>
            <a:lvl2pPr algn="ctr">
              <a:defRPr sz="1200"/>
            </a:lvl2pPr>
            <a:lvl3pPr algn="ctr">
              <a:defRPr sz="1100"/>
            </a:lvl3pPr>
            <a:lvl4pPr algn="ctr">
              <a:defRPr sz="1050"/>
            </a:lvl4pPr>
            <a:lvl5pPr algn="ctr">
              <a:defRPr sz="105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MX" dirty="0"/>
              <a:t>Haga clic para modificar los estilos de texto del patrón</a:t>
            </a:r>
          </a:p>
          <a:p>
            <a:pPr lvl="1"/>
            <a:r>
              <a:rPr lang="es-MX" dirty="0"/>
              <a:t>Segundo nivel</a:t>
            </a:r>
          </a:p>
          <a:p>
            <a:pPr lvl="2"/>
            <a:r>
              <a:rPr lang="es-MX" dirty="0"/>
              <a:t>Tercer nivel</a:t>
            </a:r>
          </a:p>
          <a:p>
            <a:pPr lvl="3"/>
            <a:r>
              <a:rPr lang="es-MX" dirty="0"/>
              <a:t>Cuarto nivel</a:t>
            </a:r>
          </a:p>
          <a:p>
            <a:pPr lvl="4"/>
            <a:r>
              <a:rPr lang="es-MX" dirty="0"/>
              <a:t>Quinto nivel</a:t>
            </a:r>
            <a:endParaRPr lang="es-PE" dirty="0"/>
          </a:p>
        </p:txBody>
      </p:sp>
      <p:sp>
        <p:nvSpPr>
          <p:cNvPr id="5" name="Marcador de fecha 4">
            <a:extLst>
              <a:ext uri="{FF2B5EF4-FFF2-40B4-BE49-F238E27FC236}">
                <ns2:creationId id="{85802C2C-2392-652E-671F-B5DE27A596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4CB4CB-0240-FB4C-81F1-218533927016}" type="datetimeFigureOut">
              <a:rPr lang="es-PE" smtClean="0"/>
              <a:t>17/04/26</a:t>
            </a:fld>
            <a:endParaRPr lang="es-PE"/>
          </a:p>
        </p:txBody>
      </p:sp>
      <p:sp>
        <p:nvSpPr>
          <p:cNvPr id="6" name="Marcador de pie de página 5">
            <a:extLst>
              <a:ext uri="{FF2B5EF4-FFF2-40B4-BE49-F238E27FC236}">
                <ns2:creationId id="{D124750E-54F6-9473-05C9-240E1231DA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7" name="Marcador de número de diapositiva 6">
            <a:extLst>
              <a:ext uri="{FF2B5EF4-FFF2-40B4-BE49-F238E27FC236}">
                <ns2:creationId id="{83D48AE0-5959-BCF9-366A-905A170F7C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4050D1-9692-1B4E-8937-2D8254AE23DD}" type="slidenum">
              <a:rPr lang="es-PE" smtClean="0"/>
              <a:t>‹#›</a:t>
            </a:fld>
            <a:endParaRPr lang="es-PE"/>
          </a:p>
        </p:txBody>
      </p:sp>
      <p:pic>
        <p:nvPicPr>
          <p:cNvPr id="32" name="Google Shape;66;p47">
            <a:extLst>
              <a:ext uri="{FF2B5EF4-FFF2-40B4-BE49-F238E27FC236}">
                <ns2:creationId id="{F63067B3-DFE3-B1BF-80C5-536AAE2A10CA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6" name="Google Shape;72;p48">
            <a:extLst>
              <a:ext uri="{FF2B5EF4-FFF2-40B4-BE49-F238E27FC236}">
                <ns2:creationId id="{75249170-6132-C248-A55A-C653C9BA7545}"/>
              </a:ext>
            </a:extLst>
          </p:cNvPr>
          <p:cNvCxnSpPr/>
          <p:nvPr userDrawn="1"/>
        </p:nvCxnSpPr>
        <p:spPr>
          <a:xfrm>
            <a:off x="1" y="1973179"/>
            <a:ext cx="546871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cxnSp>
        <p:nvCxnSpPr>
          <p:cNvPr id="17" name="Google Shape;73;p48">
            <a:extLst>
              <a:ext uri="{FF2B5EF4-FFF2-40B4-BE49-F238E27FC236}">
                <ns2:creationId id="{07FF0BA0-0FAB-E2CC-A14D-E3FCA236548A}"/>
              </a:ext>
            </a:extLst>
          </p:cNvPr>
          <p:cNvCxnSpPr/>
          <p:nvPr userDrawn="1"/>
        </p:nvCxnSpPr>
        <p:spPr>
          <a:xfrm>
            <a:off x="1078187" y="2470066"/>
            <a:ext cx="0" cy="1421565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18" name="Google Shape;74;p48">
            <a:extLst>
              <a:ext uri="{FF2B5EF4-FFF2-40B4-BE49-F238E27FC236}">
                <ns2:creationId id="{D16943E3-BE7E-2557-CD49-E965872D3141}"/>
              </a:ext>
            </a:extLst>
          </p:cNvPr>
          <p:cNvSpPr/>
          <p:nvPr userDrawn="1"/>
        </p:nvSpPr>
        <p:spPr>
          <a:xfrm>
            <a:off x="123133" y="1978203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" name="Google Shape;75;p48">
            <a:extLst>
              <a:ext uri="{FF2B5EF4-FFF2-40B4-BE49-F238E27FC236}">
                <ns2:creationId id="{19C29BE4-E3A8-9C44-4DD5-BBE0888F6762}"/>
              </a:ext>
            </a:extLst>
          </p:cNvPr>
          <p:cNvSpPr/>
          <p:nvPr userDrawn="1"/>
        </p:nvSpPr>
        <p:spPr>
          <a:xfrm rot="10800000">
            <a:off x="1083730" y="3452335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0" name="Google Shape;76;p48">
            <a:extLst>
              <a:ext uri="{FF2B5EF4-FFF2-40B4-BE49-F238E27FC236}">
                <ns2:creationId id="{02DC3559-CE35-33AC-E48D-2320876FDC8E}"/>
              </a:ext>
            </a:extLst>
          </p:cNvPr>
          <p:cNvCxnSpPr/>
          <p:nvPr userDrawn="1"/>
        </p:nvCxnSpPr>
        <p:spPr>
          <a:xfrm>
            <a:off x="1602826" y="4380291"/>
            <a:ext cx="10589175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12" name="Marcador de texto 11">
            <a:extLst>
              <a:ext uri="{FF2B5EF4-FFF2-40B4-BE49-F238E27FC236}">
                <ns2:creationId id="{19C0EB30-EE04-65A5-B77F-F1F99FE302AC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3561719" y="1716723"/>
            <a:ext cx="7792081" cy="2093912"/>
          </a:xfrm>
        </p:spPr>
        <p:txBody>
          <a:bodyPr wrap="square" anchor="ctr">
            <a:noAutofit/>
          </a:bodyPr>
          <a:lstStyle>
            <a:lvl1pPr algn="just">
              <a:defRPr sz="2000" b="0">
                <a:solidFill>
                  <a:srgbClr val="081F5C"/>
                </a:solidFill>
              </a:defRPr>
            </a:lvl1pPr>
            <a:lvl2pPr algn="just">
              <a:defRPr sz="2000" b="0">
                <a:solidFill>
                  <a:srgbClr val="081F5C"/>
                </a:solidFill>
              </a:defRPr>
            </a:lvl2pPr>
            <a:lvl3pPr algn="just">
              <a:defRPr sz="2000" b="0">
                <a:solidFill>
                  <a:srgbClr val="081F5C"/>
                </a:solidFill>
              </a:defRPr>
            </a:lvl3pPr>
            <a:lvl4pPr algn="just">
              <a:defRPr sz="2000" b="0">
                <a:solidFill>
                  <a:srgbClr val="081F5C"/>
                </a:solidFill>
              </a:defRPr>
            </a:lvl4pPr>
            <a:lvl5pPr algn="just">
              <a:defRPr sz="2000" b="0">
                <a:solidFill>
                  <a:srgbClr val="081F5C"/>
                </a:solidFill>
              </a:defRPr>
            </a:lvl5pPr>
          </a:lstStyle>
          <a:p>
            <a:pPr lvl="0"/>
            <a:r>
              <a:rPr lang="es-MX" dirty="0"/>
              <a:t>Haga clic para modificar los estilos de texto del patrón</a:t>
            </a:r>
          </a:p>
        </p:txBody>
      </p:sp>
    </p:spTree>
    <p:extLst>
      <p:ext uri="{BB962C8B-B14F-4D97-AF65-F5344CB8AC3E}">
        <p14:creationId val="394633493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p="http://schemas.openxmlformats.org/presentationml/2006/main" xmlns:p14="http://schemas.microsoft.com/office/powerpoint/2010/main" matchingName="diseño contenido 3" preserve="1">
  <p:cSld name="General Objective"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48"/>
          <p:cNvSpPr txBox="1">
            <a:spLocks noGrp="1"/>
          </p:cNvSpPr>
          <p:nvPr>
            <p:ph type="dt" idx="10"/>
          </p:nvPr>
        </p:nvSpPr>
        <p:spPr>
          <a:xfrm>
            <a:off x="9178312" y="635635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400"/>
              <a:buFont typeface="Arial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9pPr>
          </a:lstStyle>
          <a:p>
            <a:endParaRPr/>
          </a:p>
        </p:txBody>
      </p:sp>
      <p:sp>
        <p:nvSpPr>
          <p:cNvPr id="69" name="Google Shape;69;p48"/>
          <p:cNvSpPr txBox="1">
            <a:spLocks noGrp="1"/>
          </p:cNvSpPr>
          <p:nvPr>
            <p:ph type="ftr" idx="11"/>
          </p:nvPr>
        </p:nvSpPr>
        <p:spPr>
          <a:xfrm>
            <a:off x="4038600" y="6356351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400"/>
              <a:buFont typeface="Arial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48"/>
          <p:cNvSpPr txBox="1">
            <a:spLocks noGrp="1"/>
          </p:cNvSpPr>
          <p:nvPr>
            <p:ph type="sldNum" idx="12"/>
          </p:nvPr>
        </p:nvSpPr>
        <p:spPr>
          <a:xfrm>
            <a:off x="332429" y="635635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‹#›</a:t>
            </a:fld>
            <a:endParaRPr/>
          </a:p>
        </p:txBody>
      </p:sp>
      <p:sp>
        <p:nvSpPr>
          <p:cNvPr id="71" name="Google Shape;71;p48"/>
          <p:cNvSpPr txBox="1">
            <a:spLocks noGrp="1"/>
          </p:cNvSpPr>
          <p:nvPr>
            <p:ph type="body" idx="1"/>
          </p:nvPr>
        </p:nvSpPr>
        <p:spPr>
          <a:xfrm>
            <a:off x="3224465" y="1973179"/>
            <a:ext cx="7908759" cy="21729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1400" b="0">
                <a:latin typeface="Arial"/>
                <a:solidFill>
                  <a:srgbClr val="081F5C"/>
                </a:solidFill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9pPr>
          </a:lstStyle>
          <a:p>
            <a:pPr lvl="0" algn="just">
              <a:lnSpc>
                <a:spcPct val="100000"/>
              </a:lnSpc>
            </a:pPr>
            <a:r>
              <a:rPr lang="es-MX" sz="1400" b="0">
                <a:latin typeface="Arial"/>
                <a:solidFill>
                  <a:srgbClr val="081F5C"/>
                </a:solidFill>
              </a:rPr>
              <a:t>Haga clic para modificar los estilos de texto del patrón</a:t>
            </a:r>
          </a:p>
        </p:txBody>
      </p:sp>
      <p:cxnSp>
        <p:nvCxnSpPr>
          <p:cNvPr id="72" name="Google Shape;72;p48"/>
          <p:cNvCxnSpPr/>
          <p:nvPr/>
        </p:nvCxnSpPr>
        <p:spPr>
          <a:xfrm>
            <a:off x="1" y="1973179"/>
            <a:ext cx="546871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cxnSp>
        <p:nvCxnSpPr>
          <p:cNvPr id="73" name="Google Shape;73;p48"/>
          <p:cNvCxnSpPr/>
          <p:nvPr/>
        </p:nvCxnSpPr>
        <p:spPr>
          <a:xfrm>
            <a:off x="1078187" y="2470066"/>
            <a:ext cx="0" cy="1421565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74" name="Google Shape;74;p48"/>
          <p:cNvSpPr/>
          <p:nvPr/>
        </p:nvSpPr>
        <p:spPr>
          <a:xfrm>
            <a:off x="123133" y="1978203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" name="Google Shape;75;p48"/>
          <p:cNvSpPr/>
          <p:nvPr/>
        </p:nvSpPr>
        <p:spPr>
          <a:xfrm rot="10800000">
            <a:off x="1083730" y="3452335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76" name="Google Shape;76;p48"/>
          <p:cNvCxnSpPr/>
          <p:nvPr/>
        </p:nvCxnSpPr>
        <p:spPr>
          <a:xfrm>
            <a:off x="1602826" y="4380291"/>
            <a:ext cx="10589175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cxnSp>
        <p:nvCxnSpPr>
          <p:cNvPr id="77" name="Google Shape;77;p48"/>
          <p:cNvCxnSpPr/>
          <p:nvPr/>
        </p:nvCxnSpPr>
        <p:spPr>
          <a:xfrm>
            <a:off x="0" y="6324266"/>
            <a:ext cx="749901" cy="19295"/>
          </a:xfrm>
          <a:prstGeom prst="straightConnector1">
            <a:avLst/>
          </a:prstGeom>
          <a:noFill/>
          <a:ln w="25400" cap="flat" cmpd="sng">
            <a:solidFill>
              <a:srgbClr val="7594CC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78" name="Google Shape;78;p48"/>
          <p:cNvSpPr txBox="1">
            <a:spLocks noGrp="1"/>
          </p:cNvSpPr>
          <p:nvPr>
            <p:ph type="title"/>
          </p:nvPr>
        </p:nvSpPr>
        <p:spPr>
          <a:xfrm rot="-5400000">
            <a:off x="-2054354" y="4995992"/>
            <a:ext cx="5230631" cy="457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Calibri"/>
              <a:buNone/>
              <a:defRPr sz="2400" u="none" b="1">
                <a:latin typeface="Arial"/>
                <a:solidFill>
                  <a:srgbClr val="CA565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79" name="Google Shape;79;p48"/>
          <p:cNvSpPr txBox="1">
            <a:spLocks noGrp="1"/>
          </p:cNvSpPr>
          <p:nvPr>
            <p:ph type="body" idx="2"/>
          </p:nvPr>
        </p:nvSpPr>
        <p:spPr>
          <a:xfrm>
            <a:off x="939250" y="462990"/>
            <a:ext cx="8733879" cy="8823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666666"/>
              </a:buClr>
              <a:buSzPts val="3000"/>
              <a:buNone/>
              <a:defRPr sz="1400" b="0">
                <a:solidFill>
                  <a:srgbClr val="081F5C"/>
                </a:solidFill>
                <a:latin typeface="Arial"/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9pPr>
          </a:lstStyle>
          <a:p>
            <a:pPr lvl="0" algn="just">
              <a:lnSpc>
                <a:spcPct val="100000"/>
              </a:lnSpc>
            </a:pPr>
            <a:r>
              <a:rPr lang="es-MX" sz="1400" b="0">
                <a:latin typeface="Arial"/>
                <a:solidFill>
                  <a:srgbClr val="081F5C"/>
                </a:solidFill>
              </a:rPr>
              <a:t>Haga clic para modificar los estilos de texto del patrón</a:t>
            </a:r>
          </a:p>
        </p:txBody>
      </p:sp>
    </p:spTree>
    <p:extLst>
      <p:ext uri="{BB962C8B-B14F-4D97-AF65-F5344CB8AC3E}">
        <p14:creationId val="2275540259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Google Shape;83;p50">
            <a:extLst>
              <a:ext uri="{FF2B5EF4-FFF2-40B4-BE49-F238E27FC236}">
                <ns2:creationId id="{68C69994-8571-CF4D-63D7-22A19CC07C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Picture Placeholder 6">
            <a:extLst>
              <a:ext uri="{FF2B5EF4-FFF2-40B4-BE49-F238E27FC236}">
                <ns2:creationId id="{61DE5BAB-AAF2-6FE6-0DA4-29396849529B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2192000" cy="6858000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2321386189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userDrawn="1">
  <p:cSld name="poblacion_2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2" name="Place holder 1">
            <a:extLst>
              <a:ext uri="{FF2B5EF4-FFF2-40B4-BE49-F238E27FC236}">
                <ns3:creationId id="{2D673E48-04D3-F5BF-45EB-9E91DBD21B82}"/>
              </a:ext>
            </a:extLst>
          </p:cNvPr>
          <p:cNvSpPr>
            <a:spLocks noGrp="1"/>
          </p:cNvSpPr>
          <p:nvPr>
            <p:ph sz="half" idx="10"/>
          </p:nvPr>
        </p:nvSpPr>
        <p:spPr>
          <a:xfrm>
            <a:off x="355599" y="1300480"/>
            <a:ext cx="4643783" cy="4876483"/>
          </a:xfrm>
        </p:spPr>
        <p:txBody>
          <a:bodyPr/>
          <a:lstStyle>
            <a:lvl1pPr>
              <a:defRPr>
                <a:solidFill>
                  <a:srgbClr val="F2F2F2"/>
                </a:solidFill>
              </a:defRPr>
            </a:lvl1pPr>
            <a:lvl2pPr>
              <a:defRPr>
                <a:solidFill>
                  <a:srgbClr val="F2F2F2"/>
                </a:solidFill>
              </a:defRPr>
            </a:lvl2pPr>
            <a:lvl3pPr>
              <a:defRPr>
                <a:solidFill>
                  <a:srgbClr val="F2F2F2"/>
                </a:solidFill>
              </a:defRPr>
            </a:lvl3pPr>
            <a:lvl4pPr>
              <a:defRPr>
                <a:solidFill>
                  <a:srgbClr val="F2F2F2"/>
                </a:solidFill>
              </a:defRPr>
            </a:lvl4pPr>
            <a:lvl5pPr>
              <a:defRPr>
                <a:solidFill>
                  <a:srgbClr val="F2F2F2"/>
                </a:solidFill>
              </a:defRPr>
            </a:lvl5pPr>
          </a:lstStyle>
          <a:p>
            <a:pPr lvl="0"/>
            <a:r>
              <a:rPr lang="es-MX" dirty="0"/>
              <a:t>Haga clic para modificar los estilos de texto del patrón</a:t>
            </a:r>
          </a:p>
          <a:p>
            <a:pPr lvl="1"/>
            <a:r>
              <a:rPr lang="es-MX" dirty="0"/>
              <a:t>Segundo nivel</a:t>
            </a:r>
          </a:p>
          <a:p>
            <a:pPr lvl="2"/>
            <a:r>
              <a:rPr lang="es-MX" dirty="0"/>
              <a:t>Tercer nivel</a:t>
            </a:r>
          </a:p>
          <a:p>
            <a:pPr lvl="3"/>
            <a:r>
              <a:rPr lang="es-MX" dirty="0"/>
              <a:t>Cuarto nivel</a:t>
            </a:r>
          </a:p>
          <a:p>
            <a:pPr lvl="4"/>
            <a:r>
              <a:rPr lang="es-MX" dirty="0"/>
              <a:t>Quinto nivel</a:t>
            </a:r>
            <a:endParaRPr lang="es-PE" dirty="0"/>
          </a:p>
        </p:txBody>
      </p:sp>
      <p:sp>
        <p:nvSpPr>
          <p:cNvPr id="5" name="Place holder 2">
            <a:extLst>
              <a:ext uri="{FF2B5EF4-FFF2-40B4-BE49-F238E27FC236}">
                <ns3:creationId id="{79837775-7BC6-2849-10D0-C24A5339D1C6}"/>
              </a:ext>
            </a:extLst>
          </p:cNvPr>
          <p:cNvSpPr>
            <a:spLocks noGrp="1"/>
          </p:cNvSpPr>
          <p:nvPr>
            <p:ph sz="half" idx="11"/>
          </p:nvPr>
        </p:nvSpPr>
        <p:spPr>
          <a:xfrm>
            <a:off x="7192617" y="1300480"/>
            <a:ext cx="4643783" cy="4876483"/>
          </a:xfrm>
        </p:spPr>
        <p:txBody>
          <a:bodyPr/>
          <a:lstStyle>
            <a:lvl1pPr>
              <a:defRPr>
                <a:solidFill>
                  <a:srgbClr val="F2F2F2"/>
                </a:solidFill>
              </a:defRPr>
            </a:lvl1pPr>
            <a:lvl2pPr>
              <a:defRPr>
                <a:solidFill>
                  <a:srgbClr val="F2F2F2"/>
                </a:solidFill>
              </a:defRPr>
            </a:lvl2pPr>
            <a:lvl3pPr>
              <a:defRPr>
                <a:solidFill>
                  <a:srgbClr val="F2F2F2"/>
                </a:solidFill>
              </a:defRPr>
            </a:lvl3pPr>
            <a:lvl4pPr>
              <a:defRPr>
                <a:solidFill>
                  <a:srgbClr val="F2F2F2"/>
                </a:solidFill>
              </a:defRPr>
            </a:lvl4pPr>
            <a:lvl5pPr>
              <a:defRPr>
                <a:solidFill>
                  <a:srgbClr val="F2F2F2"/>
                </a:solidFill>
              </a:defRPr>
            </a:lvl5pPr>
          </a:lstStyle>
          <a:p>
            <a:pPr lvl="0"/>
            <a:r>
              <a:rPr lang="es-MX" dirty="0"/>
              <a:t>Haga clic para modificar los estilos de texto del patrón</a:t>
            </a:r>
          </a:p>
          <a:p>
            <a:pPr lvl="1"/>
            <a:r>
              <a:rPr lang="es-MX" dirty="0"/>
              <a:t>Segundo nivel</a:t>
            </a:r>
          </a:p>
          <a:p>
            <a:pPr lvl="2"/>
            <a:r>
              <a:rPr lang="es-MX" dirty="0"/>
              <a:t>Tercer nivel</a:t>
            </a:r>
          </a:p>
          <a:p>
            <a:pPr lvl="3"/>
            <a:r>
              <a:rPr lang="es-MX" dirty="0"/>
              <a:t>Cuarto nivel</a:t>
            </a:r>
          </a:p>
          <a:p>
            <a:pPr lvl="4"/>
            <a:r>
              <a:rPr lang="es-MX" dirty="0"/>
              <a:t>Quinto nivel</a:t>
            </a:r>
            <a:endParaRPr lang="es-PE" dirty="0"/>
          </a:p>
        </p:txBody>
      </p:sp>
      <p:sp>
        <p:nvSpPr>
          <p:cNvPr id="7" name="Content Placeholder 5">
            <a:extLst>
              <a:ext uri="{FF2B5EF4-FFF2-40B4-BE49-F238E27FC236}">
                <ns3:creationId id="{83AD1074-19AE-D0A2-2BA6-5761413F4BAC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1701" y="2885037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059164739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4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962" y="1212850"/>
            <a:ext cx="4726263" cy="2345359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465" y="3754437"/>
            <a:ext cx="4726786" cy="2345359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05" y="1223574"/>
            <a:ext cx="4726263" cy="234536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113105" y="3756429"/>
            <a:ext cx="4726264" cy="2345359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1701" y="2885037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5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461464" y="1461329"/>
            <a:ext cx="365062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1414524" y="4211584"/>
            <a:ext cx="3650619" cy="187200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8079916" y="1461329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7126857" y="4201698"/>
            <a:ext cx="3594362" cy="187200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4298820" y="1184305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5" name="Content Placeholder 5">
            <a:extLst>
              <a:ext uri="{FF2B5EF4-FFF2-40B4-BE49-F238E27FC236}">
                <ns3:creationId id="{9BEDF34F-2A23-8AB4-5FA9-9E69BEAAC3CF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5227036" y="3153394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365683856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2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6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461464" y="1461329"/>
            <a:ext cx="365062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461465" y="4201698"/>
            <a:ext cx="3650619" cy="187200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8079916" y="1461329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8079915" y="4199144"/>
            <a:ext cx="3594362" cy="187200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4298820" y="1184305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5" name="Picture Placeholder 5">
            <a:extLst>
              <a:ext uri="{FF2B5EF4-FFF2-40B4-BE49-F238E27FC236}">
                <ns3:creationId id="{A7FD9B9D-2056-3C8B-7D67-BE465E5460ED}"/>
              </a:ext>
            </a:extLst>
          </p:cNvPr>
          <p:cNvSpPr>
            <a:spLocks noGrp="1" noChangeAspect="1"/>
          </p:cNvSpPr>
          <p:nvPr>
            <p:ph type="pic" sz="quarter" idx="16"/>
          </p:nvPr>
        </p:nvSpPr>
        <p:spPr>
          <a:xfrm>
            <a:off x="4298819" y="4435107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10" name="Content Placeholder 5">
            <a:extLst>
              <a:ext uri="{FF2B5EF4-FFF2-40B4-BE49-F238E27FC236}">
                <ns3:creationId id="{B8FEC6FD-D71E-66DB-2E66-38C3CF383E38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5516217" y="3082608"/>
            <a:ext cx="1386773" cy="1387469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401578995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3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Título y objetos" preserve="1" userDrawn="1">
  <p:cSld name="Title and Content">
    <p:bg>
      <p:bgPr>
        <a:solidFill>
          <a:srgbClr val="F2F2F2"/>
        </a:solidFill>
        <a:effectLst/>
      </p:bgPr>
    </p:bg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contenido 2">
            <a:extLst>
              <a:ext uri="{FF2B5EF4-FFF2-40B4-BE49-F238E27FC236}">
                <ns2:creationId id="{7CE752F9-9952-5C4B-CCA0-CF40BD420B8F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61464" y="1341783"/>
            <a:ext cx="11358562" cy="2555271"/>
          </a:xfrm>
          <a:prstGeom prst="rect">
            <a:avLst/>
          </a:prstGeom>
        </p:spPr>
        <p:txBody>
          <a:bodyPr>
            <a:normAutofit/>
          </a:bodyPr>
          <a:lstStyle>
            <a:lvl1pPr marL="9525" marR="0" indent="0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0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1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1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1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PE" sz="1400" b="0" i="1" u="none" strike="noStrike" cap="none" dirty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5pPr>
          </a:lstStyle>
          <a:p>
            <a:pPr lvl="0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Haga clic para modificar los estilos de texto del patrón</a:t>
            </a:r>
          </a:p>
          <a:p>
            <a:pPr lvl="1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Segundo nivel</a:t>
            </a:r>
          </a:p>
          <a:p>
            <a:pPr lvl="2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Tercer nivel</a:t>
            </a:r>
          </a:p>
          <a:p>
            <a:pPr lvl="3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Cuarto nivel</a:t>
            </a:r>
          </a:p>
          <a:p>
            <a:pPr lvl="4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Quinto nivel</a:t>
            </a:r>
            <a:endParaRPr lang="es-PE" dirty="0" sz="1400" b="0">
              <a:latin typeface="Arial"/>
              <a:solidFill>
                <a:srgbClr val="081F5C"/>
              </a:solidFill>
            </a:endParaRPr>
          </a:p>
        </p:txBody>
      </p:sp>
      <p:sp>
        <p:nvSpPr>
          <p:cNvPr id="81" name="Google Shape;81;p50"/>
          <p:cNvSpPr txBox="1">
            <a:spLocks noGrp="1"/>
          </p:cNvSpPr>
          <p:nvPr>
            <p:ph type="title"/>
          </p:nvPr>
        </p:nvSpPr>
        <p:spPr>
          <a:xfrm>
            <a:off x="461464" y="20618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dirty="0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83" name="Google Shape;83;p50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val="1735362092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4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ubicacion1" preserve="1" userDrawn="1">
  <p:cSld name="1_ubicacion1">
    <p:spTree>
      <p:nvGrpSpPr>
        <p:cNvPr id="1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g2dfba5f8fc8_0_987"/>
          <p:cNvSpPr txBox="1">
            <a:spLocks noGrp="1"/>
          </p:cNvSpPr>
          <p:nvPr>
            <p:ph type="body" idx="1"/>
          </p:nvPr>
        </p:nvSpPr>
        <p:spPr>
          <a:xfrm>
            <a:off x="0" y="6492875"/>
            <a:ext cx="6492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marL="457200" lvl="0" indent="-228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1100" b="1" i="0" u="none" strike="noStrike" cap="none">
                <a:solidFill>
                  <a:srgbClr val="171616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lvl="1" indent="-3492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900"/>
              <a:buChar char="•"/>
              <a:defRPr/>
            </a:lvl2pPr>
            <a:lvl3pPr marL="1371600" lvl="2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3pPr>
            <a:lvl4pPr marL="1828800" lvl="3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4pPr>
            <a:lvl5pPr marL="2286000" lvl="4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5pPr>
            <a:lvl6pPr marL="2743200" lvl="5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6pPr>
            <a:lvl7pPr marL="3200400" lvl="6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7pPr>
            <a:lvl8pPr marL="3657600" lvl="7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8pPr>
            <a:lvl9pPr marL="4114800" lvl="8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145" name="Google Shape;145;g2dfba5f8fc8_0_987"/>
          <p:cNvSpPr txBox="1">
            <a:spLocks noGrp="1"/>
          </p:cNvSpPr>
          <p:nvPr>
            <p:ph type="body" idx="2"/>
          </p:nvPr>
        </p:nvSpPr>
        <p:spPr>
          <a:xfrm>
            <a:off x="2067597" y="1690688"/>
            <a:ext cx="8056800" cy="479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61950" algn="l" rtl="0">
              <a:lnSpc>
                <a:spcPct val="90000"/>
              </a:lnSpc>
              <a:spcBef>
                <a:spcPts val="1100"/>
              </a:spcBef>
              <a:spcAft>
                <a:spcPts val="0"/>
              </a:spcAft>
              <a:buSzPts val="2100"/>
              <a:buChar char="•"/>
              <a:defRPr/>
            </a:lvl1pPr>
            <a:lvl2pPr marL="914400" lvl="1" indent="-3492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900"/>
              <a:buChar char="•"/>
              <a:defRPr/>
            </a:lvl2pPr>
            <a:lvl3pPr marL="1371600" lvl="2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3pPr>
            <a:lvl4pPr marL="1828800" lvl="3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4pPr>
            <a:lvl5pPr marL="2286000" lvl="4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5pPr>
            <a:lvl6pPr marL="2743200" lvl="5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6pPr>
            <a:lvl7pPr marL="3200400" lvl="6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7pPr>
            <a:lvl8pPr marL="3657600" lvl="7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8pPr>
            <a:lvl9pPr marL="4114800" lvl="8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pic>
        <p:nvPicPr>
          <p:cNvPr id="147" name="Google Shape;147;g2dfba5f8fc8_0_987" descr="Logotipo&#10;&#10;Descripción generada automáticamente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0040653" y="92628"/>
            <a:ext cx="1697139" cy="954641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Título 6">
            <a:extLst>
              <a:ext uri="{FF2B5EF4-FFF2-40B4-BE49-F238E27FC236}">
                <ns3:creationId id="{F48C24AF-2D41-9463-C6C1-CF976E6FC0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lang="es-PE" sz="2400" b="1">
              <a:latin typeface="Arial"/>
              <a:solidFill>
                <a:srgbClr val="CA5651"/>
              </a:solidFill>
            </a:endParaRPr>
          </a:p>
        </p:txBody>
      </p:sp>
    </p:spTree>
    <p:extLst>
      <p:ext uri="{BB962C8B-B14F-4D97-AF65-F5344CB8AC3E}">
        <p14:creationId val="304183648"/>
      </p:ext>
    </p:extLst>
  </p:cSld>
  <p:clrMapOvr>
    <a:masterClrMapping/>
  </p:clrMapOvr>
  <p:extLst>
    <p:ext uri="{DCECCB84-F9BA-43D5-87BE-67443E8EF086}">
      <p15:sldGuideLst>
        <p15:guide id="1" orient="horz" pos="2160" userDrawn="1">
          <p15:clr>
            <a:srgbClr val="E4A34C"/>
          </p15:clr>
        </p15:guide>
        <p15:guide id="2" pos="3840" userDrawn="1">
          <p15:clr>
            <a:srgbClr val="E4A34C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962" y="1212850"/>
            <a:ext cx="4726263" cy="2345359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465" y="3754437"/>
            <a:ext cx="4726786" cy="2345359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05" y="1212494"/>
            <a:ext cx="4726263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1701" y="2885037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6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2mas1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4726534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772" y="3754526"/>
            <a:ext cx="4726534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18" y="1212494"/>
            <a:ext cx="4726534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7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1mas2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4726534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113118" y="1212494"/>
            <a:ext cx="4726534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18" y="3754526"/>
            <a:ext cx="4726534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8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fil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3611880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302252" y="1212494"/>
            <a:ext cx="3611880" cy="4887468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8142732" y="1212494"/>
            <a:ext cx="3611880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9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1arrib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11377879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772" y="3754526"/>
            <a:ext cx="5577840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6268212" y="3754526"/>
            <a:ext cx="5577840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0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2_vertical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1559052" y="1212494"/>
            <a:ext cx="9189720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1559052" y="3754526"/>
            <a:ext cx="9189720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1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2_asimetrico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6949440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731252" y="1920240"/>
            <a:ext cx="4114800" cy="347472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2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_tir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011680" y="1212494"/>
            <a:ext cx="9802368" cy="141732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2011680" y="2926080"/>
            <a:ext cx="9802368" cy="141732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2011680" y="4663440"/>
            <a:ext cx="9802368" cy="141732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02920" y="2834640"/>
            <a:ext cx="1234440" cy="123444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3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_coron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4206240" cy="201168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607808" y="1212494"/>
            <a:ext cx="4206240" cy="201168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2926080" y="4617720"/>
            <a:ext cx="6400800" cy="146304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5232" y="2889504"/>
            <a:ext cx="1737360" cy="173736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4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_cifras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502920" y="3017520"/>
            <a:ext cx="1417320" cy="77724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502920" y="3977640"/>
            <a:ext cx="1417320" cy="77724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2240280" y="1212494"/>
            <a:ext cx="4160520" cy="2286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2240280" y="3749040"/>
            <a:ext cx="4160520" cy="228600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6812280" y="1212494"/>
            <a:ext cx="5001768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10" name="Content Placeholder 5">
            <a:extLst>
              <a:ext uri="{FF2B5EF4-FFF2-40B4-BE49-F238E27FC236}">
                <ns3:creationId id="{B8FEC6FD-D71E-66DB-2E66-38C3CF383E38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502920" y="1280160"/>
            <a:ext cx="1417320" cy="141732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401578995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5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cifras_y_graficos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461772" y="1212494"/>
            <a:ext cx="3611880" cy="105156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4343400" y="1212494"/>
            <a:ext cx="3611880" cy="105156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8183880" y="1212494"/>
            <a:ext cx="3611880" cy="105156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461772" y="2606040"/>
            <a:ext cx="5577840" cy="347472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6263640" y="2606040"/>
            <a:ext cx="5577840" cy="347472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</p:spTree>
    <p:extLst>
      <p:ext uri="{BB962C8B-B14F-4D97-AF65-F5344CB8AC3E}">
        <p14:creationId val="401578995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6" Type="http://schemas.openxmlformats.org/officeDocument/2006/relationships/slideLayout" Target="../slideLayouts/slideLayout25.xml"/><Relationship Id="rId27" Type="http://schemas.openxmlformats.org/officeDocument/2006/relationships/slideLayout" Target="../slideLayouts/slideLayout26.xml"/><Relationship Id="rId28" Type="http://schemas.openxmlformats.org/officeDocument/2006/relationships/slideLayout" Target="../slideLayouts/slideLayout27.xml"/><Relationship Id="rId29" Type="http://schemas.openxmlformats.org/officeDocument/2006/relationships/slideLayout" Target="../slideLayouts/slideLayout28.xml"/><Relationship Id="rId30" Type="http://schemas.openxmlformats.org/officeDocument/2006/relationships/slideLayout" Target="../slideLayouts/slideLayout29.xml"/><Relationship Id="rId31" Type="http://schemas.openxmlformats.org/officeDocument/2006/relationships/slideLayout" Target="../slideLayouts/slideLayout30.xml"/><Relationship Id="rId32" Type="http://schemas.openxmlformats.org/officeDocument/2006/relationships/slideLayout" Target="../slideLayouts/slideLayout31.xml"/><Relationship Id="rId33" Type="http://schemas.openxmlformats.org/officeDocument/2006/relationships/slideLayout" Target="../slideLayouts/slideLayout32.xml"/><Relationship Id="rId34" Type="http://schemas.openxmlformats.org/officeDocument/2006/relationships/slideLayout" Target="../slideLayouts/slideLayout33.xml"/><Relationship Id="rId35" Type="http://schemas.openxmlformats.org/officeDocument/2006/relationships/slideLayout" Target="../slideLayouts/slideLayout34.xml"/><Relationship Id="rId36" Type="http://schemas.openxmlformats.org/officeDocument/2006/relationships/slideLayout" Target="../slideLayouts/slideLayout35.xml"/></Relationships>
</file>

<file path=ppt/slideMasters/slideMaster1.xml><?xml version="1.0" encoding="utf-8"?>
<p:sldMaster xmlns:a="http://schemas.openxmlformats.org/drawingml/2006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>
  <p:cSld>
    <p:bg>
      <p:bgPr>
        <a:solidFill>
          <a:srgbClr val="F2F2F2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43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lvl="0">
              <a:lnSpc>
                <a:spcPct val="90000"/>
              </a:lnSpc>
              <a:buClr>
                <a:srgbClr val="CA5651"/>
              </a:buClr>
              <a:buSzPts val="2400"/>
              <a:buNone/>
            </a:pPr>
            <a:endParaRPr/>
          </a:p>
        </p:txBody>
      </p:sp>
      <p:sp>
        <p:nvSpPr>
          <p:cNvPr id="11" name="Google Shape;11;p43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9525" lvl="0" indent="0">
              <a:lnSpc>
                <a:spcPct val="90000"/>
              </a:lnSpc>
              <a:spcBef>
                <a:spcPts val="1000"/>
              </a:spcBef>
              <a:buClr>
                <a:schemeClr val="dk1"/>
              </a:buClr>
              <a:buSzPts val="2800"/>
              <a:buNone/>
              <a:tabLst/>
            </a:pPr>
            <a:endParaRPr/>
          </a:p>
        </p:txBody>
      </p:sp>
      <p:sp>
        <p:nvSpPr>
          <p:cNvPr id="12" name="Google Shape;12;p4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75C70C58-02E6-BE4A-9320-917330A400ED}" type="datetimeFigureOut">
              <a:rPr lang="es-PE" smtClean="0"/>
              <a:t>17/04/26</a:t>
            </a:fld>
            <a:endParaRPr lang="es-PE"/>
          </a:p>
        </p:txBody>
      </p:sp>
      <p:sp>
        <p:nvSpPr>
          <p:cNvPr id="13" name="Google Shape;13;p4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 lang="es-PE" dirty="0"/>
          </a:p>
        </p:txBody>
      </p:sp>
      <p:sp>
        <p:nvSpPr>
          <p:cNvPr id="14" name="Google Shape;14;p4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5DA0E84B-05E2-5549-AA3B-1A103B19CAF7}" type="slidenum">
              <a:rPr lang="es-PE" smtClean="0"/>
              <a:t>‹#›</a:t>
            </a:fld>
            <a:endParaRPr lang="es-PE"/>
          </a:p>
        </p:txBody>
      </p:sp>
    </p:spTree>
    <p:extLst>
      <p:ext uri="{BB962C8B-B14F-4D97-AF65-F5344CB8AC3E}">
        <p14:creationId val="2406847821"/>
      </p:ext>
    </p:extLst>
  </p:cSld>
  <p:clrMap bg1="lt1" tx1="dk1" bg2="dk2" tx2="lt2" accent1="accent1" accent2="accent2" accent3="accent3" accent4="accent4" accent5="accent5" accent6="accent6" hlink="hlink" folHlink="folHlink"/>
  <p:sldLayoutIdLst>
    <p:sldLayoutId id="2147483696" r:id="rId1"/>
    <p:sldLayoutId id="2147483713" r:id="rId2"/>
    <p:sldLayoutId id="2147483714" r:id="rId3"/>
    <p:sldLayoutId id="2147483715" r:id="rId4"/>
    <p:sldLayoutId id="2147483717" r:id="rId5"/>
    <p:sldLayoutId id="2147483716" r:id="rId6"/>
    <p:sldLayoutId id="2147483725" r:id="rId7"/>
    <p:sldLayoutId id="2147483726" r:id="rId8"/>
    <p:sldLayoutId id="2147483727" r:id="rId9"/>
    <p:sldLayoutId id="2147483719" r:id="rId10"/>
    <p:sldLayoutId id="2147483720" r:id="rId11"/>
    <p:sldLayoutId id="2147483724" r:id="rId12"/>
    <p:sldLayoutId id="2147483723" r:id="rId13"/>
    <p:sldLayoutId id="2147483694" r:id="rId14"/>
    <p:sldLayoutId id="2147483692" r:id="rId15"/>
    <p:sldLayoutId id="2147483712" r:id="rId16"/>
    <p:sldLayoutId id="2147483693" r:id="rId17"/>
    <p:sldLayoutId id="2147483702" r:id="rId18"/>
    <p:sldLayoutId id="2147483682" r:id="rId19"/>
    <p:sldLayoutId id="2147483718" r:id="rId20"/>
    <p:sldLayoutId id="2147483721" r:id="rId21"/>
    <p:sldLayoutId id="2147483722" r:id="rId22"/>
    <p:sldLayoutId id="2147483688" r:id="rId23"/>
    <p:sldLayoutId id="2147483703" r:id="rId24"/>
    <p:sldLayoutId id="2147483625" r:id="rId26"/>
    <p:sldLayoutId id="2147483736" r:id="rId27"/>
    <p:sldLayoutId id="2147483737" r:id="rId28"/>
    <p:sldLayoutId id="2147483728" r:id="rId29"/>
    <p:sldLayoutId id="2147483729" r:id="rId30"/>
    <p:sldLayoutId id="2147483730" r:id="rId31"/>
    <p:sldLayoutId id="2147483731" r:id="rId32"/>
    <p:sldLayoutId id="2147483732" r:id="rId33"/>
    <p:sldLayoutId id="2147483733" r:id="rId34"/>
    <p:sldLayoutId id="2147483734" r:id="rId35"/>
    <p:sldLayoutId id="2147483735" r:id="rId36"/>
  </p:sldLayoutIdLst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2400" b="1" i="0" u="none" strike="noStrike" cap="none">
          <a:solidFill>
            <a:srgbClr val="CA5651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just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0624f93f0901ddded26fc8da982b3bbf66f4aa7.png"/>
</Relationships>

</file>

<file path=ppt/slides/_rels/slide1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506e20b9a51521ad4a3ccbae304a6da3da744055.png"/>
<Relationship Id="rId3" Type="http://schemas.openxmlformats.org/officeDocument/2006/relationships/image" Target="../media/934d73068fa4b38f2df0a4440b336764716bed4a.png"/>
<Relationship Id="rId4" Type="http://schemas.openxmlformats.org/officeDocument/2006/relationships/image" Target="../media/ec4a2ee55e3f740b404461fc364283575bbc0ec4.png"/>
</Relationships>

</file>

<file path=ppt/slides/_rels/slide1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506e20b9a51521ad4a3ccbae304a6da3da744055.png"/>
<Relationship Id="rId3" Type="http://schemas.openxmlformats.org/officeDocument/2006/relationships/image" Target="../media/934d73068fa4b38f2df0a4440b336764716bed4a.png"/>
<Relationship Id="rId4" Type="http://schemas.openxmlformats.org/officeDocument/2006/relationships/image" Target="../media/ec4a2ee55e3f740b404461fc364283575bbc0ec4.png"/>
<Relationship Id="rId5" Type="http://schemas.openxmlformats.org/officeDocument/2006/relationships/image" Target="../media/b0624f93f0901ddded26fc8da982b3bbf66f4aa7.png"/>
<Relationship Id="rId6" Type="http://schemas.openxmlformats.org/officeDocument/2006/relationships/image" Target="../media/d3d99fd3adf75ab4de86bcd84ee9b158c322781d.png"/>
</Relationships>

</file>

<file path=ppt/slides/_rels/slide1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feb657ef01a9ce117ddb336cc0cc9a66c4db272.png"/>
<Relationship Id="rId3" Type="http://schemas.openxmlformats.org/officeDocument/2006/relationships/image" Target="../media/978277cd0329c4af9360c13c8e3d11bf2db52476.png"/>
<Relationship Id="rId4" Type="http://schemas.openxmlformats.org/officeDocument/2006/relationships/image" Target="../media/017e2d6738d566b93d2e53b9d9c981e21e63c427.png"/>
<Relationship Id="rId5" Type="http://schemas.openxmlformats.org/officeDocument/2006/relationships/image" Target="../media/99c88974cef60a1c6ad6997439c0fba8722dd6c2.png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1463040" y="1938528"/>
            <a:ext cx="923544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PROPUESTAS PARA EL RECETARIO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731520" y="2286000"/>
            <a:ext cx="10698480" cy="6400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Ideas de referencia, en la línea de PULSO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463040" y="3017520"/>
            <a:ext cx="923544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idea dibujada con los recursos de la identidad y con contenido que calcula el motor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463040" y="3429000"/>
            <a:ext cx="923544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Octubre de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EVALUAR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se propone, de dónde sale y dónde viviría</a:t>
            </a:r>
          </a:p>
        </p:txBody>
      </p:sp>
      <p:graphicFrame>
        <p:nvGraphicFramePr>
          <p:cNvPr id="5" name=""/>
          <p:cNvGraphicFramePr>
            <a:graphicFrameLocks noGrp="true"/>
          </p:cNvGraphicFramePr>
          <p:nvPr/>
        </p:nvGraphicFramePr>
        <p:xfrm rot="0">
          <a:off x="452628" y="1417320"/>
          <a:ext cx="11292840" cy="4114800"/>
        </p:xfrm>
        <a:graphic>
          <a:graphicData uri="http://schemas.openxmlformats.org/drawingml/2006/table">
            <a:tbl>
              <a:tblPr/>
              <a:tblGrid>
                <a:gridCol w="365760"/>
                <a:gridCol w="2926080"/>
                <a:gridCol w="3017520"/>
                <a:gridCol w="2194560"/>
                <a:gridCol w="1554480"/>
                <a:gridCol w="1188720"/>
              </a:tblGrid>
              <a:tr h="228600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05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#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2700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12700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05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Propuesta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2700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12700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05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La idea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2700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12700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05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 calcula el motor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2700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12700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05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Se escribe en la app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2700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12700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05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Estado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2700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12700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Separadores sin cero y con más alternativas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Jerarquía de capítulos sin texto extra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Número y título del plan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Nada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En evaluación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Cifras destacadas de 1 a 5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La cifra destacada de III.2, en cualquier cantidad y posición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Cifras y detalle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Un rótulo corto por cifra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En evaluación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Bottom Two Box junto al Top Two Box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Cuántos están insatisfechos, sin sumar a ojo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Toda la columna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Nada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Aceptada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Peso de cada aspecto en la satisfacción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Qué importa, además de qué se evalúa bien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Todo, con un análisis nuevo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Nada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En evaluación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Tabla de significancia con su gráfico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La diferencia y su intervalo, o la matriz de pares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Prueba y letras (ya existen)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Nada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En evaluación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Fila Total separada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La referencia se distingue de los grupos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Toda la fila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Nada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Aceptada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 según los comentarios del 2026-10-08. La pregunta exacta en el pie se retiró</a:t>
            </a:r>
          </a:p>
        </p:txBody>
      </p:sp>
      <p:sp>
        <p:nvSpPr>
          <p:cNvPr id="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286000" y="3474720"/>
            <a:ext cx="1280160" cy="15544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3520440" y="3931920"/>
            <a:ext cx="36576" cy="109728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3749040" y="3840480"/>
            <a:ext cx="8154619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749040" y="4389120"/>
            <a:ext cx="8154619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Misión, propósitos, gestión y planificación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7331659" y="6291072"/>
            <a:ext cx="45720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CAPÍTULO, VARIANTE A: NÚMERO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286000" y="3520440"/>
            <a:ext cx="548640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2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377440" y="3904488"/>
            <a:ext cx="1005840" cy="3657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286000" y="4041648"/>
            <a:ext cx="8961120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286000" y="470916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Misión, propósitos, gestión y planificación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7331659" y="6291072"/>
            <a:ext cx="45720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CAPÍTULO, VARIANTE B: RÓTULO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9144000" y="3383280"/>
            <a:ext cx="2377440" cy="237744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0" i="0" b="1" u="none" strike="noStrike">
                <a:solidFill>
                  <a:srgbClr val="DCE2E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286000" y="3520440"/>
            <a:ext cx="548640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2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286000" y="3886200"/>
            <a:ext cx="676656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286000" y="4526280"/>
            <a:ext cx="676656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Misión, propósitos, gestión y planificación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7331659" y="6291072"/>
            <a:ext cx="45720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CAPÍTULO, VARIANTE C: NÚMERO DE FONDO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2: CARACTERÍSTICAS INSTITUCIONALES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822960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82296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entre los cuatro públicos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7331659" y="6291072"/>
            <a:ext cx="45720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SUBCAPÍTULO, ALTERNATIVA 1: SOBRIA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606040"/>
            <a:ext cx="54864" cy="1234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635508" y="2578608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2: CARACTERÍSTICAS INSTITUCIONALES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635508" y="2852928"/>
            <a:ext cx="914400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  Misión y propósitos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35508" y="3429000"/>
            <a:ext cx="82296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entre los cuatro públicos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7331659" y="6291072"/>
            <a:ext cx="45720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SUBCAPÍTULO, ALTERNATIVA 2: BARRA LATERAL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0" y="2331720"/>
            <a:ext cx="12191695" cy="1600200"/>
          </a:xfrm>
          <a:prstGeom prst="rect">
            <a:avLst/>
          </a:prstGeom>
          <a:solidFill>
            <a:srgbClr val="E3E7EF">
              <a:alpha val="100000"/>
            </a:srgbClr>
          </a:solidFill>
          <a:ln w="3175" cap="rnd" cmpd="sng">
            <a:solidFill>
              <a:srgbClr val="E3E7E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697480"/>
            <a:ext cx="1463040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778508" y="2743200"/>
            <a:ext cx="27432" cy="82296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961388" y="2697480"/>
            <a:ext cx="822960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961388" y="3246120"/>
            <a:ext cx="82296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2: Características institucionales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7331659" y="6291072"/>
            <a:ext cx="45720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SUBCAPÍTULO, ALTERNATIVA 3: BANDA CLARA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de la misión y los propósitos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  MISIÓN Y PROPÓSITOS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2203704"/>
            <a:ext cx="15544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116836" y="2176272"/>
            <a:ext cx="5900075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116836" y="2203704"/>
            <a:ext cx="589641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8013253" y="2176272"/>
            <a:ext cx="120335" cy="32918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067934" y="2112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023860" y="2103120"/>
            <a:ext cx="495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31252" y="1883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862072"/>
            <a:ext cx="15544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116836" y="2834640"/>
            <a:ext cx="4636557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116836" y="2862072"/>
            <a:ext cx="463289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749735" y="2834640"/>
            <a:ext cx="1383853" cy="32918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749735" y="2862072"/>
            <a:ext cx="138385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520440"/>
            <a:ext cx="15544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116836" y="3493008"/>
            <a:ext cx="4696724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116836" y="3520440"/>
            <a:ext cx="46930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809903" y="3493008"/>
            <a:ext cx="1323685" cy="32918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809903" y="3520440"/>
            <a:ext cx="13236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4178808"/>
            <a:ext cx="15544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116836" y="4151376"/>
            <a:ext cx="5599237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116836" y="4178808"/>
            <a:ext cx="559557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712415" y="4151376"/>
            <a:ext cx="421173" cy="32918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602962" y="417880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783330" y="481888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893058" y="475488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398518" y="481888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08246" y="475488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503920" y="1920240"/>
            <a:ext cx="45720" cy="173736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705088" y="1874520"/>
            <a:ext cx="3198571" cy="1828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lámina separadora: el antetítulo en coral, con el número del subcapítulo, marca dónde empieza.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</a:t>
            </a:r>
          </a:p>
        </p:txBody>
      </p:sp>
      <p:sp>
        <p:nvSpPr>
          <p:cNvPr id="3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PROPUESTA 1: SEPARADORES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separadores de capítulo y cuatro de subcapítulo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25603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104388" y="1508760"/>
            <a:ext cx="8799271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número sin cero, grande y en coral, con un filete que lo separa del título.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02082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130552"/>
            <a:ext cx="25603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B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104388" y="2130552"/>
            <a:ext cx="8799271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«Capítulo 2» pequeño en coral sobre un filete corto. El título manda.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64261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2752344"/>
            <a:ext cx="25603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C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104388" y="2752344"/>
            <a:ext cx="8799271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número grande en azul muy claro, detrás y a la derecha, como marca de agua.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326440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3374136"/>
            <a:ext cx="25603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Subcapítulo 1 y 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104388" y="3374136"/>
            <a:ext cx="8799271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Lámina general sin personas ni público: el número y el título en una línea, o junto a una barra coral.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388620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995928"/>
            <a:ext cx="25603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Subcapítulo 3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104388" y="3995928"/>
            <a:ext cx="8799271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Una banda clara a lo ancho con el número y el título. Se lee como un corte menor.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450799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4617720"/>
            <a:ext cx="25603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Subcapítulo 4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104388" y="4617720"/>
            <a:ext cx="8799271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lámina propia: la primera lámina del subcapítulo lo anuncia en su antetítulo.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número y el título salen del plan del informe: ninguna variante pide escribir texto nuevo</a:t>
            </a:r>
          </a:p>
        </p:txBody>
      </p:sp>
      <p:sp>
        <p:nvSpPr>
          <p:cNvPr id="2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PROPUESTA 2: CIFRAS, DE 1 A 5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Una cifra frente a su gráfico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2057400"/>
            <a:ext cx="502920" cy="5029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73329" y="2178101"/>
            <a:ext cx="261518" cy="261518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361188" y="2743200"/>
            <a:ext cx="4297680" cy="85725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5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31 %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1188" y="3600450"/>
            <a:ext cx="4297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los egresados tiene el título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61188" y="3920490"/>
            <a:ext cx="4297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Aunque el 98 % trabaja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024628" y="1508760"/>
            <a:ext cx="7315" cy="44531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390388" y="1508760"/>
            <a:ext cx="651327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390388" y="1746504"/>
            <a:ext cx="651327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egresados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390388" y="2240280"/>
            <a:ext cx="1463040" cy="3632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440619" y="2240280"/>
            <a:ext cx="1463040" cy="3632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390388" y="2589530"/>
            <a:ext cx="325663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(56)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647024" y="2589530"/>
            <a:ext cx="3256636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(122)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409502" y="2882138"/>
            <a:ext cx="4494157" cy="38404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390388" y="2882138"/>
            <a:ext cx="2022772" cy="38404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Una cifra junto a su gráfico, en mitades. Base: 178 egresados</a:t>
            </a:r>
          </a:p>
        </p:txBody>
      </p:sp>
      <p:sp>
        <p:nvSpPr>
          <p:cNvPr id="2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PROPUESTA 2: CIFRAS, DE 1 A 5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cifras con rótulos de largo distinto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691640"/>
            <a:ext cx="502920" cy="5029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73329" y="1812341"/>
            <a:ext cx="261518" cy="261518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361188" y="2377440"/>
            <a:ext cx="3634130" cy="6985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98 %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1188" y="3075940"/>
            <a:ext cx="363413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los docentes conoce la misión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61188" y="3578860"/>
            <a:ext cx="363413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77 %, egresados 78 %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201058" y="1691640"/>
            <a:ext cx="7315" cy="22529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406798" y="1691640"/>
            <a:ext cx="502920" cy="5029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2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4527499" y="1812341"/>
            <a:ext cx="261518" cy="261518"/>
          </a:xfrm>
          <a:prstGeom prst="rect">
            <a:avLst/>
          </a:prstGeom>
        </p:spPr>
      </p:pic>
      <p:sp>
        <p:nvSpPr>
          <p:cNvPr id="13" name=""/>
          <p:cNvSpPr>
            <a:spLocks noGrp="1"/>
          </p:cNvSpPr>
          <p:nvPr>
            </p:nvPr>
        </p:nvSpPr>
        <p:spPr>
          <a:xfrm>
            <a:off x="4315358" y="2377440"/>
            <a:ext cx="3634130" cy="6985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53 %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315358" y="3075940"/>
            <a:ext cx="363413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los estudiantes reconoce la tutoría académica que ofrece la Unidad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315358" y="3578860"/>
            <a:ext cx="363413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los docentes, 83 %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155229" y="1691640"/>
            <a:ext cx="7315" cy="22529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360969" y="1691640"/>
            <a:ext cx="502920" cy="5029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8481670" y="1812341"/>
            <a:ext cx="261518" cy="261518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8269529" y="2377440"/>
            <a:ext cx="3634130" cy="6985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95 %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269529" y="3075940"/>
            <a:ext cx="363413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valora las competencias técnicas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269529" y="3578860"/>
            <a:ext cx="363413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de los estudiantes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480060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4983480"/>
            <a:ext cx="1145103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cifra queda arriba, el rótulo ocupa hasta dos líneas y el detalle siempre cae a la misma altura, aunque un rótulo sea más largo.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 y 178 egresados</a:t>
            </a:r>
          </a:p>
        </p:txBody>
      </p:sp>
      <p:sp>
        <p:nvSpPr>
          <p:cNvPr id="2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PROPUESTA 2: CIFRAS, DE 1 A 5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Cinco cifras, el máximo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691640"/>
            <a:ext cx="502920" cy="5029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73329" y="1812341"/>
            <a:ext cx="261518" cy="261518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361188" y="2377440"/>
            <a:ext cx="2162190" cy="53975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98 %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1188" y="2917190"/>
            <a:ext cx="2162190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los docentes conoce la misión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61188" y="3785870"/>
            <a:ext cx="21621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77 %, egresados 78 %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660538" y="1691640"/>
            <a:ext cx="7315" cy="245999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797698" y="1691640"/>
            <a:ext cx="502920" cy="5029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2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2918399" y="1812341"/>
            <a:ext cx="261518" cy="261518"/>
          </a:xfrm>
          <a:prstGeom prst="rect">
            <a:avLst/>
          </a:prstGeom>
        </p:spPr>
      </p:pic>
      <p:sp>
        <p:nvSpPr>
          <p:cNvPr id="13" name=""/>
          <p:cNvSpPr>
            <a:spLocks noGrp="1"/>
          </p:cNvSpPr>
          <p:nvPr>
            </p:nvPr>
        </p:nvSpPr>
        <p:spPr>
          <a:xfrm>
            <a:off x="2706258" y="2377440"/>
            <a:ext cx="2162190" cy="53975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53 %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706258" y="2917190"/>
            <a:ext cx="2162190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los estudiantes reconoce la tutoría académica que ofrece la Unidad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706258" y="3785870"/>
            <a:ext cx="21621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los docentes, 83 %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005608" y="1691640"/>
            <a:ext cx="7315" cy="245999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142768" y="1691640"/>
            <a:ext cx="502920" cy="5029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5263469" y="1812341"/>
            <a:ext cx="261518" cy="261518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5051328" y="2377440"/>
            <a:ext cx="2162190" cy="53975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95 %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051328" y="2917190"/>
            <a:ext cx="2162190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valora las competencias técnicas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051328" y="3785870"/>
            <a:ext cx="21621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de los estudiantes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350679" y="1691640"/>
            <a:ext cx="7315" cy="245999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487839" y="1691640"/>
            <a:ext cx="502920" cy="5029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7608540" y="1812341"/>
            <a:ext cx="261518" cy="261518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7396399" y="2377440"/>
            <a:ext cx="2162190" cy="53975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31 %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396399" y="2917190"/>
            <a:ext cx="2162190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los egresados tiene el título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396399" y="3785870"/>
            <a:ext cx="21621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Aunque el 98 % trabaja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695749" y="1691640"/>
            <a:ext cx="7315" cy="245999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832909" y="1691640"/>
            <a:ext cx="502920" cy="5029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9953610" y="1812341"/>
            <a:ext cx="261518" cy="261518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9741469" y="2377440"/>
            <a:ext cx="2162190" cy="53975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741469" y="2917190"/>
            <a:ext cx="2162190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personas encuestadas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741469" y="3785870"/>
            <a:ext cx="21621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cuatro públicos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452628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4709160"/>
            <a:ext cx="1145103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 cinco, la cifra baja a 34 pt. Si un rótulo pide una línea más, todos los detalles bajan con él. Con seis o más, la información va a una tabla.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417 personas encuestadas en cuatro públicos</a:t>
            </a:r>
          </a:p>
        </p:txBody>
      </p:sp>
      <p:sp>
        <p:nvSpPr>
          <p:cNvPr id="3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PROPUESTAS 3 Y 6: BOTTOM TWO BOX Y FILA TOTAL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tutoría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61188" y="1600200"/>
            <a:ext cx="11451031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9526219" y="1984248"/>
            <a:ext cx="12344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0623499" y="1984248"/>
            <a:ext cx="13258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A44A1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Bottom Two Box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505456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208276" y="2423160"/>
            <a:ext cx="367269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070042" y="250545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571887" y="2423160"/>
            <a:ext cx="1021769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571887" y="2505456"/>
            <a:ext cx="101811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589998" y="2423160"/>
            <a:ext cx="2403491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589998" y="2505456"/>
            <a:ext cx="23998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989832" y="2423160"/>
            <a:ext cx="1967158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989832" y="2505456"/>
            <a:ext cx="19635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953332" y="2423160"/>
            <a:ext cx="1527167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953332" y="2505456"/>
            <a:ext cx="15271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571939" y="2505456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714939" y="2505456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A44A1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293522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347472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208276" y="3392424"/>
            <a:ext cx="149102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353720" y="3392424"/>
            <a:ext cx="2112602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353720" y="3474720"/>
            <a:ext cx="210894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462665" y="3392424"/>
            <a:ext cx="3930658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462665" y="3474720"/>
            <a:ext cx="392700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389666" y="3392424"/>
            <a:ext cx="1090833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389666" y="3474720"/>
            <a:ext cx="109083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275512" y="33284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988390" y="30998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571939" y="3474720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714939" y="3474720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A44A1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4242816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208276" y="4160520"/>
            <a:ext cx="439991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106403" y="424281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644609" y="4160520"/>
            <a:ext cx="1312658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644609" y="4242816"/>
            <a:ext cx="1309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953610" y="4160520"/>
            <a:ext cx="2476213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953610" y="4242816"/>
            <a:ext cx="24725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426165" y="4160520"/>
            <a:ext cx="1385380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426165" y="4242816"/>
            <a:ext cx="138172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807888" y="4160520"/>
            <a:ext cx="1672611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807888" y="4242816"/>
            <a:ext cx="167261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571939" y="4242816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714939" y="4242816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A44A1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129638" y="588873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239366" y="5824728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446626" y="588873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56354" y="5824728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976214" y="588873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085942" y="582472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264502" y="588873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7374230" y="5824728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327490" y="588873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437218" y="5824728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Box: «De acuerdo» más «Totalmente de acuerdo». Bottom Two Box: las dos respuestas en desacuerdo. Base: 52 docentes y 172 estudiantes</a:t>
            </a:r>
          </a:p>
        </p:txBody>
      </p:sp>
      <p:sp>
        <p:nvSpPr>
          <p:cNvPr id="58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PROPUESTA 4: PESO EN LA SATISFACCIÓN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atención en la Unidad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61188" y="1417320"/>
            <a:ext cx="11451031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¿Qué tan satisfecho está con cada aspecto de la atención?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9526219" y="1801368"/>
            <a:ext cx="12344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0623499" y="1801368"/>
            <a:ext cx="13258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A44A1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Bottom Two Box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1188" y="1801368"/>
            <a:ext cx="164592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Cuánto pesa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371954"/>
            <a:ext cx="67482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063447" y="2313432"/>
            <a:ext cx="128016" cy="12801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173175" y="2240280"/>
            <a:ext cx="5486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824228" y="2240280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Trato del personal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128516" y="2240280"/>
            <a:ext cx="164217" cy="2743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289075" y="2240280"/>
            <a:ext cx="431816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183115" y="224028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17234" y="2240280"/>
            <a:ext cx="2519090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17234" y="2240280"/>
            <a:ext cx="25154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2666" y="2240280"/>
            <a:ext cx="2037411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232666" y="2240280"/>
            <a:ext cx="203375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266420" y="2240280"/>
            <a:ext cx="214079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203309" y="217627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916188" y="194767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367973" y="217627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078163" y="194767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571939" y="2240280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714939" y="2240280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A44A1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2975458"/>
            <a:ext cx="54315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31774" y="2916936"/>
            <a:ext cx="128016" cy="12801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41502" y="2843784"/>
            <a:ext cx="5486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824228" y="2843784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Tiempo de atención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128516" y="2843784"/>
            <a:ext cx="485336" cy="2743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049315" y="28437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610194" y="2843784"/>
            <a:ext cx="1020534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610194" y="2843784"/>
            <a:ext cx="101687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627071" y="2843784"/>
            <a:ext cx="2412050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627071" y="2843784"/>
            <a:ext cx="24083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035464" y="2843784"/>
            <a:ext cx="1181094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035464" y="2843784"/>
            <a:ext cx="11774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212900" y="2843784"/>
            <a:ext cx="267599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341213" y="277977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054092" y="255117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571939" y="2843784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714939" y="2843784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A44A1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3578962"/>
            <a:ext cx="427939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16559" y="3520440"/>
            <a:ext cx="128016" cy="12801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26287" y="3447288"/>
            <a:ext cx="5486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824228" y="3355848"/>
            <a:ext cx="219456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Claridad de la información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128516" y="3447288"/>
            <a:ext cx="217737" cy="2743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342595" y="3447288"/>
            <a:ext cx="645896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342595" y="3447288"/>
            <a:ext cx="64223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984833" y="3447288"/>
            <a:ext cx="2733169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984833" y="3447288"/>
            <a:ext cx="272951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714345" y="3447288"/>
            <a:ext cx="1555733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7714345" y="3447288"/>
            <a:ext cx="155207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266420" y="3447288"/>
            <a:ext cx="214079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230069" y="338328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3942948" y="315468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367973" y="338328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078163" y="315468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571939" y="3447288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714939" y="3447288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A44A1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361188" y="4059936"/>
            <a:ext cx="13716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efecto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824228" y="4050792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128516" y="4050792"/>
            <a:ext cx="110697" cy="2743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235556" y="4050792"/>
            <a:ext cx="485336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156355" y="40507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717234" y="4050792"/>
            <a:ext cx="2786689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717234" y="4050792"/>
            <a:ext cx="278303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7500265" y="4050792"/>
            <a:ext cx="1769812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7500265" y="4050792"/>
            <a:ext cx="176615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266420" y="4050792"/>
            <a:ext cx="214079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176549" y="39867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3889428" y="37581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367973" y="39867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078163" y="37581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571939" y="4050792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714939" y="4050792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A44A1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52628" y="452628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52628" y="4636008"/>
            <a:ext cx="3657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se lee el peso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52628" y="4910328"/>
            <a:ext cx="11451031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peso indica qué parte de la satisfacción general explica cada aspecto, según una regresión lineal. Se reparte entre los aspectos con efecto significativo y suma 100 %.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52628" y="5394960"/>
            <a:ext cx="11451031" cy="320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trato del personal es el aspecto de mayor peso. La infraestructura, aunque bien evaluada, no tiene efecto significativo.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129638" y="588873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2239366" y="5824728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446626" y="588873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556354" y="5824728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5976214" y="588873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6085942" y="582472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7264502" y="588873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7374230" y="5824728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9327490" y="588873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9437218" y="5824728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ficticias. Peso estimado con una regresión lineal de la satisfacción general sobre los aspectos evaluados</a:t>
            </a:r>
          </a:p>
        </p:txBody>
      </p:sp>
      <p:sp>
        <p:nvSpPr>
          <p:cNvPr id="9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PROPUESTA 5: SIGNIFICANCIA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Por qué se grafica la diferencia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303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 Cada grupo con su intervalo de 95 %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530352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 la misión?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189988" y="2286000"/>
            <a:ext cx="3566160" cy="1325880"/>
          </a:xfrm>
          <a:prstGeom prst="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871158" y="2286000"/>
            <a:ext cx="423518" cy="1325880"/>
          </a:xfrm>
          <a:prstGeom prst="rect">
            <a:avLst/>
          </a:prstGeom>
          <a:solidFill>
            <a:srgbClr val="FBE3D3">
              <a:alpha val="100000"/>
            </a:srgbClr>
          </a:solidFill>
          <a:ln w="3175" cap="rnd" cmpd="sng">
            <a:solidFill>
              <a:srgbClr val="FBE3D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695782" y="2286000"/>
            <a:ext cx="7315" cy="132588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379399" y="365760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714685" y="2286000"/>
            <a:ext cx="7315" cy="132588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398302" y="365760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33588" y="2286000"/>
            <a:ext cx="7315" cy="132588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17205" y="365760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752490" y="2286000"/>
            <a:ext cx="7315" cy="132588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436108" y="365760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61188" y="2450592"/>
            <a:ext cx="1691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871158" y="2532888"/>
            <a:ext cx="1569928" cy="54864"/>
          </a:xfrm>
          <a:prstGeom prst="round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874713" y="2478024"/>
            <a:ext cx="164592" cy="164592"/>
          </a:xfrm>
          <a:prstGeom prst="ellipse">
            <a:avLst/>
          </a:prstGeom>
          <a:solidFill>
            <a:srgbClr val="0B4F8C">
              <a:alpha val="100000"/>
            </a:srgbClr>
          </a:solidFill>
          <a:ln w="19050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514238" y="2432304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61188" y="3044952"/>
            <a:ext cx="1691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910819" y="3127248"/>
            <a:ext cx="1383857" cy="54864"/>
          </a:xfrm>
          <a:prstGeom prst="round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605403" y="3072384"/>
            <a:ext cx="164592" cy="164592"/>
          </a:xfrm>
          <a:prstGeom prst="ellipse">
            <a:avLst/>
          </a:prstGeom>
          <a:solidFill>
            <a:srgbClr val="2A9D8F">
              <a:alpha val="100000"/>
            </a:srgbClr>
          </a:solidFill>
          <a:ln w="19050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367827" y="3026664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61188" y="4023360"/>
            <a:ext cx="5394960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intervalos se solapan (zona naranja). A simple vista parece que no hay diferencia.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121908" y="1508760"/>
            <a:ext cx="7315" cy="32918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487668" y="1508760"/>
            <a:ext cx="541599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 La diferencia con su intervalo de 95 %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487668" y="1746504"/>
            <a:ext cx="541599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menos estudiantes, en puntos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87668" y="2286000"/>
            <a:ext cx="5141671" cy="1325880"/>
          </a:xfrm>
          <a:prstGeom prst="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484010" y="2286000"/>
            <a:ext cx="7315" cy="132588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167628" y="365760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-10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764856" y="2286000"/>
            <a:ext cx="16459" cy="132588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453046" y="365760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054846" y="2286000"/>
            <a:ext cx="7315" cy="132588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738464" y="365760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+10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340264" y="2286000"/>
            <a:ext cx="7315" cy="132588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023881" y="365760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+20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625682" y="2286000"/>
            <a:ext cx="7315" cy="132588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1309299" y="365760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+30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805072" y="2834640"/>
            <a:ext cx="2724102" cy="54864"/>
          </a:xfrm>
          <a:prstGeom prst="round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292114" y="2779776"/>
            <a:ext cx="164592" cy="164592"/>
          </a:xfrm>
          <a:prstGeom prst="ellipse">
            <a:avLst/>
          </a:prstGeom>
          <a:solidFill>
            <a:srgbClr val="081F5C">
              <a:alpha val="100000"/>
            </a:srgbClr>
          </a:solidFill>
          <a:ln w="19050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545610" y="2359152"/>
            <a:ext cx="3657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+12 puntos  [0.2 a 21.4]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396228" y="4023360"/>
            <a:ext cx="5507431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intervalo de la diferencia no cruza el cero: es significativa (p = 0.043).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502920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5148072"/>
            <a:ext cx="11451031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Por eso el gráfico de significancia muestra la diferencia y su intervalo, no sólo los grupos. Con tres o más grupos, se comparan los pares y se corrige por comparaciones múltiples.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Fuentes: Schenker y Gentleman (2001), Cumming y Finch (2005), Gardner y Altman (1986), Newcombe (1998) y Wright, Klein y Wieczorek (2019). Intervalos de Wilson y Newcombe</a:t>
            </a:r>
          </a:p>
        </p:txBody>
      </p:sp>
      <p:sp>
        <p:nvSpPr>
          <p:cNvPr id="4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PROPUESTA 5: TABLA DE LETRAS Y GRÁFICO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perfil de egreso en tres públicos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104388" y="1417320"/>
            <a:ext cx="114300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195828" y="1655064"/>
            <a:ext cx="9601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110228" y="1417320"/>
            <a:ext cx="114300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201668" y="1655064"/>
            <a:ext cx="9601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116068" y="1417320"/>
            <a:ext cx="114300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207508" y="1655064"/>
            <a:ext cx="9601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396228" y="1417320"/>
            <a:ext cx="183581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menos B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396228" y="1655064"/>
            <a:ext cx="183581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y estudiantes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277758" y="1417320"/>
            <a:ext cx="183581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menos C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277758" y="1655064"/>
            <a:ext cx="183581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y egresados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159289" y="1417320"/>
            <a:ext cx="183581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 menos C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59289" y="1655064"/>
            <a:ext cx="183581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egresados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1947672"/>
            <a:ext cx="5715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61188" y="2066544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INSTITUCIONAL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61188" y="2395728"/>
            <a:ext cx="26517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81172" y="2395728"/>
            <a:ext cx="5588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684524" y="2414016"/>
            <a:ext cx="431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BC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201668" y="2395728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207508" y="2395728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2715768"/>
            <a:ext cx="5715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61188" y="2779776"/>
            <a:ext cx="26517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Sabe dónde consultarla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195828" y="2779776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201668" y="2779776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207508" y="2779776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099816"/>
            <a:ext cx="5715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61188" y="3145536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61188" y="3474720"/>
            <a:ext cx="26517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195828" y="3474720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201668" y="3474720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207508" y="3474720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3794760"/>
            <a:ext cx="5715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61188" y="3858768"/>
            <a:ext cx="26517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195828" y="3858768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201668" y="3858768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207508" y="3858768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4178808"/>
            <a:ext cx="5715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61188" y="4242816"/>
            <a:ext cx="26517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195828" y="4242816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201668" y="4242816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343652" y="4242816"/>
            <a:ext cx="5588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747004" y="4261104"/>
            <a:ext cx="3302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4562856"/>
            <a:ext cx="5715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361188" y="4626864"/>
            <a:ext cx="26517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195828" y="4626864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201668" y="4626864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207508" y="4626864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4946904"/>
            <a:ext cx="5715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361188" y="5010912"/>
            <a:ext cx="26517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3195828" y="5010912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201668" y="5010912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207508" y="5010912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5330952"/>
            <a:ext cx="5715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361188" y="5394960"/>
            <a:ext cx="26517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3195828" y="5394960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201668" y="5394960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207508" y="5394960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5715000"/>
            <a:ext cx="5715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487668" y="2020824"/>
            <a:ext cx="1652930" cy="3694176"/>
          </a:xfrm>
          <a:prstGeom prst="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658003" y="2020824"/>
            <a:ext cx="7315" cy="3694176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341621" y="5751576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-20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233407" y="2020824"/>
            <a:ext cx="16459" cy="3694176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921596" y="5751576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817954" y="2020824"/>
            <a:ext cx="7315" cy="3694176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501572" y="5751576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+20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369198" y="2020824"/>
            <a:ext cx="1652930" cy="3694176"/>
          </a:xfrm>
          <a:prstGeom prst="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8539533" y="2020824"/>
            <a:ext cx="7315" cy="3694176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8223151" y="5751576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-20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114937" y="2020824"/>
            <a:ext cx="16459" cy="3694176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8803127" y="5751576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699485" y="2020824"/>
            <a:ext cx="7315" cy="3694176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383102" y="5751576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+20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0250729" y="2020824"/>
            <a:ext cx="1652930" cy="3694176"/>
          </a:xfrm>
          <a:prstGeom prst="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421064" y="2020824"/>
            <a:ext cx="7315" cy="3694176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0104681" y="5751576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-20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0996467" y="2020824"/>
            <a:ext cx="16459" cy="3694176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0684657" y="5751576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1581015" y="2020824"/>
            <a:ext cx="7315" cy="3694176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11264633" y="5751576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+20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7464718" y="2496312"/>
            <a:ext cx="628508" cy="54864"/>
          </a:xfrm>
          <a:prstGeom prst="round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7761104" y="2441448"/>
            <a:ext cx="164592" cy="164592"/>
          </a:xfrm>
          <a:prstGeom prst="ellipse">
            <a:avLst/>
          </a:prstGeom>
          <a:solidFill>
            <a:srgbClr val="081F5C">
              <a:alpha val="100000"/>
            </a:srgbClr>
          </a:solidFill>
          <a:ln w="19050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342241" y="2496312"/>
            <a:ext cx="621771" cy="54864"/>
          </a:xfrm>
          <a:prstGeom prst="round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9636762" y="2441448"/>
            <a:ext cx="164592" cy="164592"/>
          </a:xfrm>
          <a:prstGeom prst="ellipse">
            <a:avLst/>
          </a:prstGeom>
          <a:solidFill>
            <a:srgbClr val="081F5C">
              <a:alpha val="100000"/>
            </a:srgbClr>
          </a:solidFill>
          <a:ln w="19050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0688517" y="2496312"/>
            <a:ext cx="618997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10916529" y="2441448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7153475" y="2880360"/>
            <a:ext cx="764567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7520596" y="2825496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8997510" y="2880360"/>
            <a:ext cx="751020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9359783" y="2825496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10625984" y="2880360"/>
            <a:ext cx="671139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10880058" y="2825496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6952619" y="3575304"/>
            <a:ext cx="550630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7208897" y="3520440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8787207" y="3575304"/>
            <a:ext cx="476963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9038045" y="3520440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10742405" y="3575304"/>
            <a:ext cx="362993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10870019" y="3520440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6789035" y="3959352"/>
            <a:ext cx="628674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7095177" y="3904488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8622914" y="3959352"/>
            <a:ext cx="566551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8924325" y="3904488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10742405" y="3959352"/>
            <a:ext cx="362993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10870019" y="3904488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7009577" y="4343400"/>
            <a:ext cx="654844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7311663" y="4288536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8702246" y="4343400"/>
            <a:ext cx="523082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8981185" y="4288536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10534355" y="4343400"/>
            <a:ext cx="450790" cy="54864"/>
          </a:xfrm>
          <a:prstGeom prst="round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10710392" y="4288536"/>
            <a:ext cx="164592" cy="164592"/>
          </a:xfrm>
          <a:prstGeom prst="ellipse">
            <a:avLst/>
          </a:prstGeom>
          <a:solidFill>
            <a:srgbClr val="081F5C">
              <a:alpha val="100000"/>
            </a:srgbClr>
          </a:solidFill>
          <a:ln w="19050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6891923" y="4727448"/>
            <a:ext cx="603137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7178641" y="4672584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8834994" y="4727448"/>
            <a:ext cx="578236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9125278" y="4672584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10831634" y="4727448"/>
            <a:ext cx="442036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10987507" y="4672584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9" name=""/>
          <p:cNvSpPr>
            <a:spLocks noGrp="1"/>
          </p:cNvSpPr>
          <p:nvPr>
            </p:nvPr>
        </p:nvSpPr>
        <p:spPr>
          <a:xfrm>
            <a:off x="6785788" y="5111496"/>
            <a:ext cx="694496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0" name=""/>
          <p:cNvSpPr>
            <a:spLocks noGrp="1"/>
          </p:cNvSpPr>
          <p:nvPr>
            </p:nvPr>
        </p:nvSpPr>
        <p:spPr>
          <a:xfrm>
            <a:off x="7118130" y="5056632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1" name=""/>
          <p:cNvSpPr>
            <a:spLocks noGrp="1"/>
          </p:cNvSpPr>
          <p:nvPr>
            </p:nvPr>
        </p:nvSpPr>
        <p:spPr>
          <a:xfrm>
            <a:off x="8631482" y="5111496"/>
            <a:ext cx="637327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2" name=""/>
          <p:cNvSpPr>
            <a:spLocks noGrp="1"/>
          </p:cNvSpPr>
          <p:nvPr>
            </p:nvPr>
        </p:nvSpPr>
        <p:spPr>
          <a:xfrm>
            <a:off x="8957523" y="5056632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3" name=""/>
          <p:cNvSpPr>
            <a:spLocks noGrp="1"/>
          </p:cNvSpPr>
          <p:nvPr>
            </p:nvPr>
        </p:nvSpPr>
        <p:spPr>
          <a:xfrm>
            <a:off x="10715088" y="5111496"/>
            <a:ext cx="448827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4" name=""/>
          <p:cNvSpPr>
            <a:spLocks noGrp="1"/>
          </p:cNvSpPr>
          <p:nvPr>
            </p:nvPr>
        </p:nvSpPr>
        <p:spPr>
          <a:xfrm>
            <a:off x="10880264" y="5056632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5" name=""/>
          <p:cNvSpPr>
            <a:spLocks noGrp="1"/>
          </p:cNvSpPr>
          <p:nvPr>
            </p:nvPr>
        </p:nvSpPr>
        <p:spPr>
          <a:xfrm>
            <a:off x="6785788" y="5495544"/>
            <a:ext cx="694496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6" name=""/>
          <p:cNvSpPr>
            <a:spLocks noGrp="1"/>
          </p:cNvSpPr>
          <p:nvPr>
            </p:nvPr>
        </p:nvSpPr>
        <p:spPr>
          <a:xfrm>
            <a:off x="7118130" y="5440680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7" name=""/>
          <p:cNvSpPr>
            <a:spLocks noGrp="1"/>
          </p:cNvSpPr>
          <p:nvPr>
            </p:nvPr>
        </p:nvSpPr>
        <p:spPr>
          <a:xfrm>
            <a:off x="8664755" y="5495544"/>
            <a:ext cx="647989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8" name=""/>
          <p:cNvSpPr>
            <a:spLocks noGrp="1"/>
          </p:cNvSpPr>
          <p:nvPr>
            </p:nvPr>
        </p:nvSpPr>
        <p:spPr>
          <a:xfrm>
            <a:off x="8993546" y="5440680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9" name=""/>
          <p:cNvSpPr>
            <a:spLocks noGrp="1"/>
          </p:cNvSpPr>
          <p:nvPr>
            </p:nvPr>
        </p:nvSpPr>
        <p:spPr>
          <a:xfrm>
            <a:off x="10746599" y="5495544"/>
            <a:ext cx="462294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0" name=""/>
          <p:cNvSpPr>
            <a:spLocks noGrp="1"/>
          </p:cNvSpPr>
          <p:nvPr>
            </p:nvPr>
        </p:nvSpPr>
        <p:spPr>
          <a:xfrm>
            <a:off x="10916287" y="5440680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1" name=""/>
          <p:cNvSpPr>
            <a:spLocks noGrp="1"/>
          </p:cNvSpPr>
          <p:nvPr>
            </p:nvPr>
        </p:nvSpPr>
        <p:spPr>
          <a:xfrm>
            <a:off x="452628" y="598932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letra indica de qué público es mayor. Cada panel muestra la diferencia de un par con su intervalo. Punto lleno: diferencia significativa.</a:t>
            </a:r>
          </a:p>
        </p:txBody>
      </p:sp>
      <p:sp>
        <p:nvSpPr>
          <p:cNvPr id="13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o «Sí». Prueba z entre cada par de públicos, con corrección de Bonferroni (α = 0.05). Base: 51 docentes, 109 estudiantes y 161 egresados (misión: 52, 172 y 178)</a:t>
            </a:r>
          </a:p>
        </p:txBody>
      </p:sp>
      <p:sp>
        <p:nvSpPr>
          <p:cNvPr id="13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PROPUESTA 5: VERSIÓN TÉCNICA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y estudiantes en seis preguntas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61188" y="1463040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Pregunta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150108" y="1463040"/>
            <a:ext cx="1005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018788" y="1463040"/>
            <a:ext cx="1005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070348" y="1463040"/>
            <a:ext cx="40233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Diferencia, docentes menos estudiantes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093708" y="1463040"/>
            <a:ext cx="15544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Puntos [IC 95 %]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0739628" y="1463040"/>
            <a:ext cx="1164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Prueba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179222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61188" y="1920240"/>
            <a:ext cx="45720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INSTITUCIONAL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61188" y="2295144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241548" y="2295144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110228" y="2295144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093708" y="2295144"/>
            <a:ext cx="16916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+21  [10.8 a 27.7]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739628" y="2295144"/>
            <a:ext cx="1164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 &lt; 0.001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2660904"/>
            <a:ext cx="4572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093708" y="2660904"/>
            <a:ext cx="280995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61188" y="2752344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Sabe dónde consultarla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241548" y="2752344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110228" y="2752344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093708" y="2752344"/>
            <a:ext cx="16916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+12  [0.2 a 21.4]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739628" y="2752344"/>
            <a:ext cx="1164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 = 0.043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3118104"/>
            <a:ext cx="4572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093708" y="3118104"/>
            <a:ext cx="280995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61188" y="3163824"/>
            <a:ext cx="45720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61188" y="3538728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académica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241548" y="3538728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110228" y="3538728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093708" y="3538728"/>
            <a:ext cx="16916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+30  [15.4 a 40.7]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739628" y="3538728"/>
            <a:ext cx="1164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 &lt; 0.001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3904488"/>
            <a:ext cx="4572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093708" y="3904488"/>
            <a:ext cx="280995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61188" y="3995928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241548" y="3995928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110228" y="3995928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093708" y="3995928"/>
            <a:ext cx="16916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  [-16.1 a 10.2]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739628" y="3995928"/>
            <a:ext cx="1164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 = 0.795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4361688"/>
            <a:ext cx="4572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093708" y="4361688"/>
            <a:ext cx="280995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61188" y="4407408"/>
            <a:ext cx="45720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61188" y="4782312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241548" y="4782312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110228" y="4782312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093708" y="4782312"/>
            <a:ext cx="16916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+5  [-4.9 a 12.7]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739628" y="4782312"/>
            <a:ext cx="1164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 = 0.240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5148072"/>
            <a:ext cx="4572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093708" y="5148072"/>
            <a:ext cx="280995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61188" y="5239512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3241548" y="5239512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110228" y="5239512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093708" y="5239512"/>
            <a:ext cx="16916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  [-12.5 a 4.4]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739628" y="5239512"/>
            <a:ext cx="1164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 = 0.524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52628" y="5605272"/>
            <a:ext cx="4572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093708" y="5605272"/>
            <a:ext cx="280995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161788" y="1874520"/>
            <a:ext cx="3840480" cy="3730752"/>
          </a:xfrm>
          <a:prstGeom prst="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432450" y="1874520"/>
            <a:ext cx="7315" cy="3730752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116068" y="56418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-20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525158" y="1874520"/>
            <a:ext cx="16459" cy="3730752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213348" y="56418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7627010" y="1874520"/>
            <a:ext cx="7315" cy="3730752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310628" y="56418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+20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8724290" y="1874520"/>
            <a:ext cx="7315" cy="3730752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8407908" y="56418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+40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7126578" y="2404872"/>
            <a:ext cx="929142" cy="54864"/>
          </a:xfrm>
          <a:prstGeom prst="round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589594" y="2350008"/>
            <a:ext cx="164592" cy="164592"/>
          </a:xfrm>
          <a:prstGeom prst="ellipse">
            <a:avLst/>
          </a:prstGeom>
          <a:solidFill>
            <a:srgbClr val="081F5C">
              <a:alpha val="100000"/>
            </a:srgbClr>
          </a:solidFill>
          <a:ln w="19050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547040" y="2862072"/>
            <a:ext cx="1162697" cy="54864"/>
          </a:xfrm>
          <a:prstGeom prst="round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7134567" y="2807208"/>
            <a:ext cx="164592" cy="164592"/>
          </a:xfrm>
          <a:prstGeom prst="ellipse">
            <a:avLst/>
          </a:prstGeom>
          <a:solidFill>
            <a:srgbClr val="081F5C">
              <a:alpha val="100000"/>
            </a:srgbClr>
          </a:solidFill>
          <a:ln w="19050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7376581" y="3648456"/>
            <a:ext cx="1387392" cy="54864"/>
          </a:xfrm>
          <a:prstGeom prst="round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8085234" y="3593592"/>
            <a:ext cx="164592" cy="164592"/>
          </a:xfrm>
          <a:prstGeom prst="ellipse">
            <a:avLst/>
          </a:prstGeom>
          <a:solidFill>
            <a:srgbClr val="081F5C">
              <a:alpha val="100000"/>
            </a:srgbClr>
          </a:solidFill>
          <a:ln w="19050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5648807" y="4105656"/>
            <a:ext cx="1443570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6355399" y="4050792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6263897" y="4892040"/>
            <a:ext cx="966747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6739279" y="4837176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5847572" y="5349240"/>
            <a:ext cx="928114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6329698" y="5294376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704588" y="586130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1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en estudiantes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6624828" y="5861304"/>
            <a:ext cx="17373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1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en docentes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o «Sí». Base: 52 docentes y 172 estudiantes (Auditoría y Tributación: 51 y 109). Intervalo de Newcombe. Punto lleno: el intervalo no cruza el cero (prueba z, α = 0.05)</a:t>
            </a:r>
          </a:p>
        </p:txBody>
      </p:sp>
      <p:sp>
        <p:nvSpPr>
          <p:cNvPr id="8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PROPUESTA 5: VERSIÓN ESTÁNDAR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y estudiantes en seis preguntas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61188" y="1463040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Pregunta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150108" y="1463040"/>
            <a:ext cx="1005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018788" y="1463040"/>
            <a:ext cx="1005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070348" y="1463040"/>
            <a:ext cx="40233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Diferencia, docentes menos estudiantes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093708" y="1463040"/>
            <a:ext cx="15544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179222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61188" y="1920240"/>
            <a:ext cx="45720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INSTITUCIONAL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61188" y="2295144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241548" y="2295144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110228" y="2295144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093708" y="2295144"/>
            <a:ext cx="1371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+21 puntos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511028" y="2295144"/>
            <a:ext cx="13926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Significativa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2660904"/>
            <a:ext cx="4572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093708" y="2660904"/>
            <a:ext cx="280995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61188" y="2752344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Sabe dónde consultarla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41548" y="2752344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110228" y="2752344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093708" y="2752344"/>
            <a:ext cx="1371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+12 puntos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511028" y="2752344"/>
            <a:ext cx="13926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Significativa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3118104"/>
            <a:ext cx="4572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093708" y="3118104"/>
            <a:ext cx="280995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61188" y="3163824"/>
            <a:ext cx="45720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61188" y="3538728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académica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241548" y="3538728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110228" y="3538728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093708" y="3538728"/>
            <a:ext cx="1371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+30 puntos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511028" y="3538728"/>
            <a:ext cx="13926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Significativa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3904488"/>
            <a:ext cx="4572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093708" y="3904488"/>
            <a:ext cx="280995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61188" y="3995928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241548" y="3995928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110228" y="3995928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093708" y="3995928"/>
            <a:ext cx="1371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 puntos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511028" y="3995928"/>
            <a:ext cx="13926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significativa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4361688"/>
            <a:ext cx="4572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093708" y="4361688"/>
            <a:ext cx="280995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61188" y="4407408"/>
            <a:ext cx="45720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61188" y="4782312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241548" y="4782312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110228" y="4782312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093708" y="4782312"/>
            <a:ext cx="1371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+5 puntos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511028" y="4782312"/>
            <a:ext cx="13926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significativa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5148072"/>
            <a:ext cx="4572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093708" y="5148072"/>
            <a:ext cx="280995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61188" y="5239512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241548" y="5239512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110228" y="5239512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093708" y="5239512"/>
            <a:ext cx="1371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 puntos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511028" y="5239512"/>
            <a:ext cx="13926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significativa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5605272"/>
            <a:ext cx="4572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093708" y="5605272"/>
            <a:ext cx="280995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161788" y="1874520"/>
            <a:ext cx="3840480" cy="3730752"/>
          </a:xfrm>
          <a:prstGeom prst="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432450" y="1874520"/>
            <a:ext cx="7315" cy="3730752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116068" y="56418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-20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525158" y="1874520"/>
            <a:ext cx="16459" cy="3730752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213348" y="56418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7627010" y="1874520"/>
            <a:ext cx="7315" cy="3730752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7310628" y="56418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+20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8724290" y="1874520"/>
            <a:ext cx="7315" cy="3730752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8407908" y="56418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+40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126578" y="2404872"/>
            <a:ext cx="929142" cy="54864"/>
          </a:xfrm>
          <a:prstGeom prst="round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7589594" y="2350008"/>
            <a:ext cx="164592" cy="164592"/>
          </a:xfrm>
          <a:prstGeom prst="ellipse">
            <a:avLst/>
          </a:prstGeom>
          <a:solidFill>
            <a:srgbClr val="081F5C">
              <a:alpha val="100000"/>
            </a:srgbClr>
          </a:solidFill>
          <a:ln w="19050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547040" y="2862072"/>
            <a:ext cx="1162697" cy="54864"/>
          </a:xfrm>
          <a:prstGeom prst="round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134567" y="2807208"/>
            <a:ext cx="164592" cy="164592"/>
          </a:xfrm>
          <a:prstGeom prst="ellipse">
            <a:avLst/>
          </a:prstGeom>
          <a:solidFill>
            <a:srgbClr val="081F5C">
              <a:alpha val="100000"/>
            </a:srgbClr>
          </a:solidFill>
          <a:ln w="19050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7376581" y="3648456"/>
            <a:ext cx="1387392" cy="54864"/>
          </a:xfrm>
          <a:prstGeom prst="round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8085234" y="3593592"/>
            <a:ext cx="164592" cy="164592"/>
          </a:xfrm>
          <a:prstGeom prst="ellipse">
            <a:avLst/>
          </a:prstGeom>
          <a:solidFill>
            <a:srgbClr val="081F5C">
              <a:alpha val="100000"/>
            </a:srgbClr>
          </a:solidFill>
          <a:ln w="19050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648807" y="4105656"/>
            <a:ext cx="1443570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6355399" y="4050792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6263897" y="4892040"/>
            <a:ext cx="966747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6739279" y="4837176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5847572" y="5349240"/>
            <a:ext cx="928114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6329698" y="5294376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704588" y="586130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1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en estudiantes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6624828" y="5861304"/>
            <a:ext cx="17373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1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en docentes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o «Sí». Base: 52 docentes y 172 estudiantes (Auditoría y Tributación: 51 y 109). La barra es el intervalo de 95 %: si no cruza el cero, la diferencia es significativa (α = 0.05)</a:t>
            </a:r>
          </a:p>
        </p:txBody>
      </p:sp>
      <p:sp>
        <p:nvSpPr>
          <p:cNvPr id="8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PROPUESTA 5: VERSIÓN TÉCNICA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de la misión en los cuatro públicos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54480"/>
            <a:ext cx="18288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Público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464308" y="1554480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0308" y="1554480"/>
            <a:ext cx="5486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883664"/>
            <a:ext cx="512064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121408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 Docentes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464308" y="2167128"/>
            <a:ext cx="1434905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944933" y="2121408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447853" y="2130552"/>
            <a:ext cx="5486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BC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50308" y="2121408"/>
            <a:ext cx="5486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560320"/>
            <a:ext cx="512064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688336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  Estudiantes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464308" y="2734056"/>
            <a:ext cx="1131304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641332" y="268833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750308" y="2688336"/>
            <a:ext cx="5486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3127248"/>
            <a:ext cx="512064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3255264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  Egresados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464308" y="3300984"/>
            <a:ext cx="1134267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644295" y="3255264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0308" y="3255264"/>
            <a:ext cx="5486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3694176"/>
            <a:ext cx="512064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3822192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  Administrativos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464308" y="3867912"/>
            <a:ext cx="1365504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875532" y="382219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750308" y="3822192"/>
            <a:ext cx="5486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4389120"/>
            <a:ext cx="5120640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letra indica de qué público es significativamente mayor: docentes supera a estudiantes (B) y a egresados (C).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939028" y="1508760"/>
            <a:ext cx="7315" cy="38404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533388" y="1463040"/>
            <a:ext cx="54864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Fila menos columna, en puntos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036308" y="167335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243316" y="167335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450324" y="167335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657332" y="167335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533388" y="2212848"/>
            <a:ext cx="457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072884" y="2002536"/>
            <a:ext cx="1133856" cy="694944"/>
          </a:xfrm>
          <a:prstGeom prst="round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036308" y="2075688"/>
            <a:ext cx="1207008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036308" y="2368296"/>
            <a:ext cx="120700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 = 52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533388" y="2980944"/>
            <a:ext cx="457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072884" y="2770632"/>
            <a:ext cx="1133856" cy="694944"/>
          </a:xfrm>
          <a:prstGeom prst="roundRect">
            <a:avLst/>
          </a:prstGeom>
          <a:solidFill>
            <a:srgbClr val="19316B">
              <a:alpha val="100000"/>
            </a:srgbClr>
          </a:solidFill>
          <a:ln w="3175" cap="rnd" cmpd="sng">
            <a:solidFill>
              <a:srgbClr val="19316B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036308" y="2825496"/>
            <a:ext cx="1207008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036308" y="3154680"/>
            <a:ext cx="120700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 = 0.004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279892" y="2770632"/>
            <a:ext cx="1133856" cy="694944"/>
          </a:xfrm>
          <a:prstGeom prst="round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243316" y="2843784"/>
            <a:ext cx="1207008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8243316" y="3136392"/>
            <a:ext cx="120700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 = 172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533388" y="3749040"/>
            <a:ext cx="457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072884" y="3538728"/>
            <a:ext cx="1133856" cy="694944"/>
          </a:xfrm>
          <a:prstGeom prst="roundRect">
            <a:avLst/>
          </a:prstGeom>
          <a:solidFill>
            <a:srgbClr val="19316B">
              <a:alpha val="100000"/>
            </a:srgbClr>
          </a:solidFill>
          <a:ln w="3175" cap="rnd" cmpd="sng">
            <a:solidFill>
              <a:srgbClr val="19316B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036308" y="3593592"/>
            <a:ext cx="1207008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-21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036308" y="3922776"/>
            <a:ext cx="120700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 = 0.004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279892" y="3538728"/>
            <a:ext cx="1133856" cy="694944"/>
          </a:xfrm>
          <a:prstGeom prst="round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8243316" y="3593592"/>
            <a:ext cx="1207008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8243316" y="3922776"/>
            <a:ext cx="120700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 = 1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486900" y="3538728"/>
            <a:ext cx="1133856" cy="694944"/>
          </a:xfrm>
          <a:prstGeom prst="round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450324" y="3611880"/>
            <a:ext cx="1207008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450324" y="3904488"/>
            <a:ext cx="120700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 = 178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533388" y="4517136"/>
            <a:ext cx="457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072884" y="4306824"/>
            <a:ext cx="1133856" cy="694944"/>
          </a:xfrm>
          <a:prstGeom prst="round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036308" y="4361688"/>
            <a:ext cx="1207008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-5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036308" y="4690872"/>
            <a:ext cx="120700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 = 1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279892" y="4306824"/>
            <a:ext cx="1133856" cy="694944"/>
          </a:xfrm>
          <a:prstGeom prst="round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8243316" y="4361688"/>
            <a:ext cx="1207008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+16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8243316" y="4690872"/>
            <a:ext cx="120700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 = 0.882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486900" y="4306824"/>
            <a:ext cx="1133856" cy="694944"/>
          </a:xfrm>
          <a:prstGeom prst="round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450324" y="4361688"/>
            <a:ext cx="1207008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+16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450324" y="4690872"/>
            <a:ext cx="120700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 = 0.904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0693908" y="4306824"/>
            <a:ext cx="1133856" cy="694944"/>
          </a:xfrm>
          <a:prstGeom prst="round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657332" y="4379976"/>
            <a:ext cx="1207008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0657332" y="4672584"/>
            <a:ext cx="120700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 = 15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7422896" y="5239512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532624" y="5175504"/>
            <a:ext cx="259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Significativa (más intensa, mayor)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222484" y="5239512"/>
            <a:ext cx="137160" cy="137160"/>
          </a:xfrm>
          <a:prstGeom prst="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0332212" y="5175504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significativa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6533388" y="5541264"/>
            <a:ext cx="5370271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 supera en 16 puntos a estudiantes y egresados, pero con 15 casos esa distancia no es significativa.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52628" y="5998464"/>
            <a:ext cx="9601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1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Estas pruebas suponen muestreo aleatorio. En estudios censales o por conveniencia, como los de acreditación, se leen como indicativas.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Prueba z de diferencia de proporciones en los seis pares, p ajustada por Bonferroni, α = 0.05 (la misma prueba del motor)</a:t>
            </a:r>
          </a:p>
        </p:txBody>
      </p:sp>
      <p:sp>
        <p:nvSpPr>
          <p:cNvPr id="7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PROPUESTA 5: VERSIÓN ESTÁNDAR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de la misión en los cuatro públicos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54480"/>
            <a:ext cx="18288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Público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464308" y="1554480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0308" y="1554480"/>
            <a:ext cx="5486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883664"/>
            <a:ext cx="512064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121408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 Docentes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464308" y="2167128"/>
            <a:ext cx="1434905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944933" y="2121408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447853" y="2130552"/>
            <a:ext cx="5486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BC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50308" y="2121408"/>
            <a:ext cx="5486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560320"/>
            <a:ext cx="512064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688336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  Estudiantes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464308" y="2734056"/>
            <a:ext cx="1131304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641332" y="268833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750308" y="2688336"/>
            <a:ext cx="5486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3127248"/>
            <a:ext cx="512064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3255264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  Egresados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464308" y="3300984"/>
            <a:ext cx="1134267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644295" y="3255264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0308" y="3255264"/>
            <a:ext cx="5486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3694176"/>
            <a:ext cx="512064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3822192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  Administrativos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464308" y="3867912"/>
            <a:ext cx="1365504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875532" y="382219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750308" y="3822192"/>
            <a:ext cx="5486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4389120"/>
            <a:ext cx="5120640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letra indica de qué público es significativamente mayor: docentes supera a estudiantes (B) y a egresados (C).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939028" y="1508760"/>
            <a:ext cx="7315" cy="38404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533388" y="1463040"/>
            <a:ext cx="54864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Fila menos columna, en puntos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036308" y="167335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243316" y="167335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450324" y="167335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657332" y="167335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533388" y="2212848"/>
            <a:ext cx="457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072884" y="2002536"/>
            <a:ext cx="1133856" cy="694944"/>
          </a:xfrm>
          <a:prstGeom prst="round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036308" y="2075688"/>
            <a:ext cx="1207008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036308" y="2368296"/>
            <a:ext cx="120700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 = 52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533388" y="2980944"/>
            <a:ext cx="457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072884" y="2770632"/>
            <a:ext cx="1133856" cy="694944"/>
          </a:xfrm>
          <a:prstGeom prst="roundRect">
            <a:avLst/>
          </a:prstGeom>
          <a:solidFill>
            <a:srgbClr val="19316B">
              <a:alpha val="100000"/>
            </a:srgbClr>
          </a:solidFill>
          <a:ln w="3175" cap="rnd" cmpd="sng">
            <a:solidFill>
              <a:srgbClr val="19316B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036308" y="2953512"/>
            <a:ext cx="1207008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279892" y="2770632"/>
            <a:ext cx="1133856" cy="694944"/>
          </a:xfrm>
          <a:prstGeom prst="round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243316" y="2843784"/>
            <a:ext cx="1207008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243316" y="3136392"/>
            <a:ext cx="120700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 = 172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533388" y="3749040"/>
            <a:ext cx="457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072884" y="3538728"/>
            <a:ext cx="1133856" cy="694944"/>
          </a:xfrm>
          <a:prstGeom prst="roundRect">
            <a:avLst/>
          </a:prstGeom>
          <a:solidFill>
            <a:srgbClr val="19316B">
              <a:alpha val="100000"/>
            </a:srgbClr>
          </a:solidFill>
          <a:ln w="3175" cap="rnd" cmpd="sng">
            <a:solidFill>
              <a:srgbClr val="19316B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036308" y="3721608"/>
            <a:ext cx="1207008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-21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279892" y="3538728"/>
            <a:ext cx="1133856" cy="694944"/>
          </a:xfrm>
          <a:prstGeom prst="round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243316" y="3721608"/>
            <a:ext cx="1207008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486900" y="3538728"/>
            <a:ext cx="1133856" cy="694944"/>
          </a:xfrm>
          <a:prstGeom prst="round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450324" y="3611880"/>
            <a:ext cx="1207008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450324" y="3904488"/>
            <a:ext cx="120700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 = 178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533388" y="4517136"/>
            <a:ext cx="457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072884" y="4306824"/>
            <a:ext cx="1133856" cy="694944"/>
          </a:xfrm>
          <a:prstGeom prst="round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036308" y="4489704"/>
            <a:ext cx="1207008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-5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279892" y="4306824"/>
            <a:ext cx="1133856" cy="694944"/>
          </a:xfrm>
          <a:prstGeom prst="round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243316" y="4489704"/>
            <a:ext cx="1207008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+16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486900" y="4306824"/>
            <a:ext cx="1133856" cy="694944"/>
          </a:xfrm>
          <a:prstGeom prst="round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450324" y="4489704"/>
            <a:ext cx="1207008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+16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693908" y="4306824"/>
            <a:ext cx="1133856" cy="694944"/>
          </a:xfrm>
          <a:prstGeom prst="round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657332" y="4379976"/>
            <a:ext cx="1207008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657332" y="4672584"/>
            <a:ext cx="120700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 = 15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422896" y="5239512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532624" y="5175504"/>
            <a:ext cx="259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Significativa (más intensa, mayor)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0222484" y="5239512"/>
            <a:ext cx="137160" cy="137160"/>
          </a:xfrm>
          <a:prstGeom prst="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0332212" y="5175504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significativa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533388" y="5541264"/>
            <a:ext cx="5370271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 supera en 16 puntos a estudiantes y egresados, pero con 15 casos esa distancia no es significativa.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52628" y="5998464"/>
            <a:ext cx="9601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1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Estas pruebas suponen muestreo aleatorio. En estudios censales o por conveniencia, como los de acreditación, se leen como indicativas.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Diferencias significativas según la prueba z entre cada par de públicos, con corrección por comparaciones múltiples (α = 0.05)</a:t>
            </a:r>
          </a:p>
        </p:txBody>
      </p:sp>
      <p:sp>
        <p:nvSpPr>
          <p:cNvPr id="7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PROPUESTA 5: VERSIÓN PARA PÚBLICO GENERAL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Diferencias significativas entre docentes y estudiantes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5001260" y="1527048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110988" y="1463040"/>
            <a:ext cx="934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137148" y="1527048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246876" y="146304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561588" y="1965960"/>
            <a:ext cx="5029200" cy="3401568"/>
          </a:xfrm>
          <a:prstGeom prst="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557930" y="1965960"/>
            <a:ext cx="7315" cy="3401568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241548" y="5404104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63770" y="1965960"/>
            <a:ext cx="7315" cy="3401568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247388" y="5404104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569610" y="1965960"/>
            <a:ext cx="7315" cy="3401568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253228" y="5404104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575450" y="1965960"/>
            <a:ext cx="7315" cy="3401568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259068" y="5404104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581290" y="1965960"/>
            <a:ext cx="7315" cy="3401568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264908" y="5404104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587130" y="1965960"/>
            <a:ext cx="7315" cy="3401568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270748" y="5404104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61188" y="2103120"/>
            <a:ext cx="30175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277356" y="2212848"/>
            <a:ext cx="2112264" cy="73152"/>
          </a:xfrm>
          <a:prstGeom prst="round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289036" y="2148840"/>
            <a:ext cx="201168" cy="201168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499348" y="2112264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176772" y="2148840"/>
            <a:ext cx="201168" cy="201168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527548" y="2112264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368028" y="2112264"/>
            <a:ext cx="25356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Significativa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2532888"/>
            <a:ext cx="29718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368028" y="2532888"/>
            <a:ext cx="25356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61188" y="2670048"/>
            <a:ext cx="30175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Sabe dónde consultarla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579108" y="2779776"/>
            <a:ext cx="1207008" cy="73152"/>
          </a:xfrm>
          <a:prstGeom prst="round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685532" y="2715768"/>
            <a:ext cx="201168" cy="201168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895844" y="267919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478524" y="2715768"/>
            <a:ext cx="201168" cy="201168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829300" y="2679192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368028" y="2679192"/>
            <a:ext cx="25356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Significativa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3099816"/>
            <a:ext cx="29718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368028" y="3099816"/>
            <a:ext cx="25356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61188" y="3236976"/>
            <a:ext cx="30175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académica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863340" y="3346704"/>
            <a:ext cx="3017520" cy="73152"/>
          </a:xfrm>
          <a:prstGeom prst="round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780276" y="3282696"/>
            <a:ext cx="201168" cy="201168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990588" y="324612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762756" y="3282696"/>
            <a:ext cx="201168" cy="201168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113532" y="3246120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368028" y="3246120"/>
            <a:ext cx="25356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Significativa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3666744"/>
            <a:ext cx="29718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368028" y="3666744"/>
            <a:ext cx="25356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61188" y="3803904"/>
            <a:ext cx="30175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076188" y="3936492"/>
            <a:ext cx="201168" cy="27432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975604" y="3849624"/>
            <a:ext cx="201168" cy="201168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326380" y="3813048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176772" y="3849624"/>
            <a:ext cx="201168" cy="201168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387084" y="3813048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368028" y="3813048"/>
            <a:ext cx="25356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significativa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4233672"/>
            <a:ext cx="29718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368028" y="4233672"/>
            <a:ext cx="25356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361188" y="4370832"/>
            <a:ext cx="30175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685532" y="4503420"/>
            <a:ext cx="502920" cy="27432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087868" y="4416552"/>
            <a:ext cx="201168" cy="201168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298180" y="437997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7584948" y="4416552"/>
            <a:ext cx="201168" cy="201168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935724" y="4379976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368028" y="4379976"/>
            <a:ext cx="25356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significativa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4800600"/>
            <a:ext cx="29718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368028" y="4800600"/>
            <a:ext cx="25356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361188" y="4937760"/>
            <a:ext cx="30175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987284" y="5070348"/>
            <a:ext cx="201168" cy="27432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7886700" y="4983480"/>
            <a:ext cx="201168" cy="201168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7237476" y="4946904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8087868" y="4983480"/>
            <a:ext cx="201168" cy="201168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8298180" y="4946904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368028" y="4946904"/>
            <a:ext cx="25356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significativa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2628" y="5669280"/>
            <a:ext cx="11451031" cy="320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«Significativa»: la prueba estadística indica que es poco probable que la distancia se deba al azar de quiénes respondieron. No dice si la diferencia es grande o importante.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o «Sí». Base: 52 docentes y 172 estudiantes (Auditoría y Tributación: 51 y 109). La versión técnica muestra el intervalo y la prueba</a:t>
            </a:r>
          </a:p>
        </p:txBody>
      </p:sp>
      <p:sp>
        <p:nvSpPr>
          <p:cNvPr id="7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PROPUESTA 5: VERSIÓN PARA PÚBLICO GENERAL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docentes son quienes más conocen la misión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61188" y="1892808"/>
            <a:ext cx="2331720" cy="29260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30068" y="1828800"/>
            <a:ext cx="3945988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867496" y="1883664"/>
            <a:ext cx="8229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1188" y="2670048"/>
            <a:ext cx="2331720" cy="29260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30068" y="2606040"/>
            <a:ext cx="3755136" cy="420624"/>
          </a:xfrm>
          <a:prstGeom prst="rect">
            <a:avLst/>
          </a:prstGeom>
          <a:ln w="15875" cap="rnd" cmpd="sng">
            <a:solidFill>
              <a:srgbClr val="8E9DBD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676644" y="2660904"/>
            <a:ext cx="8229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61188" y="3447288"/>
            <a:ext cx="2331720" cy="29260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30068" y="3383280"/>
            <a:ext cx="3119234" cy="42062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40742" y="3438144"/>
            <a:ext cx="8229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61188" y="4224528"/>
            <a:ext cx="2331720" cy="29260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30068" y="4160520"/>
            <a:ext cx="3111087" cy="42062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032595" y="4215384"/>
            <a:ext cx="8229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825996" y="3383280"/>
            <a:ext cx="9144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825996" y="4561027"/>
            <a:ext cx="9144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897319" y="3383280"/>
            <a:ext cx="20117" cy="119786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897319" y="3972154"/>
            <a:ext cx="202997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146036" y="3707892"/>
            <a:ext cx="17373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diferencia significativa entre ellos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910828" y="1508760"/>
            <a:ext cx="7315" cy="33832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139428" y="1737360"/>
            <a:ext cx="45720" cy="201168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340596" y="1691640"/>
            <a:ext cx="2563063" cy="21031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</a:t>
            </a: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conocen la misión más que estudiantes y egresados, y la diferencia es significativa. Los </a:t>
            </a: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también marcan alto, pero con 15 casos su diferencia no resulta significativa.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299970" y="504748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409698" y="4983480"/>
            <a:ext cx="2877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 significativa con los demás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378958" y="5047488"/>
            <a:ext cx="137160" cy="13716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488686" y="4983480"/>
            <a:ext cx="207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diferencia significativa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738628" y="5321808"/>
            <a:ext cx="402336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1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 punteada: base de menos de 30 casos.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administrativos. La versión técnica muestra la matriz de pares con la prueba</a:t>
            </a:r>
          </a:p>
        </p:txBody>
      </p:sp>
      <p:sp>
        <p:nvSpPr>
          <p:cNvPr id="3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EVALUAR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 que no se trae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02920" cy="5029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73329" y="1629461"/>
            <a:ext cx="261518" cy="261518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1138428" y="1490472"/>
            <a:ext cx="1076523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Fondo oscuro a sangre y cuña diagonal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38428" y="1783080"/>
            <a:ext cx="10765231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Son la firma visual del informe de referencia. PULSO ya tiene la suya: fondo claro, personas y público.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3317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468880"/>
            <a:ext cx="502920" cy="5029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573329" y="2589581"/>
            <a:ext cx="261518" cy="261518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1138428" y="2450592"/>
            <a:ext cx="1076523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Láminas de bloques de texto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138428" y="2743200"/>
            <a:ext cx="10765231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Limitaciones o recomendaciones en párrafos no salen de los datos. Si hacen falta, van en la ficha técnica o en el Word.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329184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3429000"/>
            <a:ext cx="502920" cy="5029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573329" y="3549701"/>
            <a:ext cx="261518" cy="261518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1138428" y="3410712"/>
            <a:ext cx="1076523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Diagrama de flecha de los factores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38428" y="3703320"/>
            <a:ext cx="10765231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 decorativo. El peso de cada aspecto se lee mejor con puntos, como en la propuesta 4.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425196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4389120"/>
            <a:ext cx="502920" cy="5029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73329" y="4509821"/>
            <a:ext cx="261518" cy="261518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1138428" y="4370832"/>
            <a:ext cx="1076523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Colores por factor y celdas de color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138428" y="4663440"/>
            <a:ext cx="10765231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Rompen la paleta: en PULSO el color dice la respuesta, no el tema.</a:t>
            </a:r>
          </a:p>
        </p:txBody>
      </p:sp>
      <p:sp>
        <p:nvSpPr>
          <p:cNvPr id="2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ns1="http://schemas.microsoft.com/office/thememl/2012/main" name="Office Theme">
  <a:themeElements>
    <a:clrScheme name="Office">
      <a:dk1>
        <a:srgbClr val="081F5C"/>
      </a:dk1>
      <a:lt1>
        <a:srgbClr val="FFFFFF"/>
      </a:lt1>
      <a:dk2>
        <a:srgbClr val="081F5C"/>
      </a:dk2>
      <a:lt2>
        <a:srgbClr val="F2F2F2"/>
      </a:lt2>
      <a:accent1>
        <a:srgbClr val="081F5C"/>
      </a:accent1>
      <a:accent2>
        <a:srgbClr val="CA5651"/>
      </a:accent2>
      <a:accent3>
        <a:srgbClr val="85BB85"/>
      </a:accent3>
      <a:accent4>
        <a:srgbClr val="EFD25E"/>
      </a:accent4>
      <a:accent5>
        <a:srgbClr val="BFBFBF"/>
      </a:accent5>
      <a:accent6>
        <a:srgbClr val="E4A34C"/>
      </a:accent6>
      <a:hlink>
        <a:srgbClr val="7594CC"/>
      </a:hlink>
      <a:folHlink>
        <a:srgbClr val="9688D3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txDef>
      <a:spPr>
        <a:noFill/>
      </a:spPr>
      <a:bodyPr wrap="square">
        <a:spAutoFit/>
      </a:bodyPr>
      <a:lstStyle>
        <a:defPPr algn="l">
          <a:defRPr sz="1800" b="1" i="0" u="none" strike="noStrike" dirty="0" smtClean="0">
            <a:solidFill>
              <a:srgbClr val="081F5C"/>
            </a:solidFill>
            <a:effectLst/>
            <a:latin typeface="Arial" panose="020B0604020202020204" pitchFamily="34" charset="0"/>
            <a:cs typeface="Arial" panose="020B0604020202020204" pitchFamily="34" charset="0"/>
          </a:defRPr>
        </a:defPPr>
      </a:lstStyle>
    </a:txDef>
  </a:objectDefaults>
  <a:extraClrSchemeLst/>
  <a:extLst>
    <a:ext uri="{05A4C25C-085E-4340-85A3-A5531E510DB2}">
      <ns1:themeFamily name="Presentación1" id="{B1CB6F6B-24A1-6F49-B872-82DD1AF8E1E6}" vid="{DD329C6C-F619-234E-8D9B-2B4F242E03AD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327</TotalTime>
  <Words>0</Words>
  <Application>Microsoft Macintosh PowerPoint</Application>
  <PresentationFormat>Widescreen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4" baseType="lpstr">
      <vt:lpstr>Aptos</vt:lpstr>
      <vt:lpstr>Arial</vt:lpstr>
      <vt:lpstr>Calibri</vt:lpstr>
      <vt:lpstr>Office Theme</vt:lpstr>
    </vt:vector>
  </TitlesOfParts>
  <LinksUpToDate>false</LinksUpToDate>
  <SharedDoc>false</SharedDoc>
  <HyperlinksChanged>false</HyperlinksChanged>
  <AppVersion>16.0000</AppVersion>
</Properties>
</file>

<file path=docProps/app0.xml><?xml version="1.0" encoding="utf-8"?>
<Properties xmlns="http://schemas.openxmlformats.org/officeDocument/2006/extended-properties" xmlns:vt="http://schemas.openxmlformats.org/officeDocument/2006/docPropsVTypes">
  <TotalTime>205</TotalTime>
  <Words>1</Words>
  <Application>Microsoft Macintosh PowerPoint</Application>
  <PresentationFormat>Panorámica</PresentationFormat>
  <Paragraphs>1</Paragraphs>
  <Slides>8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8</vt:i4>
      </vt:variant>
    </vt:vector>
  </HeadingPairs>
  <TitlesOfParts>
    <vt:vector size="12" baseType="lpstr">
      <vt:lpstr>Aptos</vt:lpstr>
      <vt:lpstr>Arial</vt:lpstr>
      <vt:lpstr>Calibri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ESTUDIO DE OPINIÓN EN EL MARCO DE LA ACREDITACIÓN DE LA CARRERA DE COMUNICACIÓN PARA EL DESARROLLO DE LA PUCP</dc:title>
  <dc:creator>Por encargo de PULSO PUCP</dc:creator>
  <cp:keywords/>
  <cp:lastModifiedBy>gonzaloalmendariz</cp:lastModifiedBy>
  <cp:revision>73</cp:revision>
  <dcterms:created xsi:type="dcterms:W3CDTF">2025-07-16T05:29:30Z</dcterms:created>
  <dcterms:modified xsi:type="dcterms:W3CDTF">2026-10-08T12:42:32Z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16 de julio de 2025</vt:lpwstr>
  </property>
  <property fmtid="{D5CDD505-2E9C-101B-9397-08002B2CF9AE}" pid="3" name="output">
    <vt:lpwstr>pulsoreport::pptx_slides</vt:lpwstr>
  </property>
  <property fmtid="{D5CDD505-2E9C-101B-9397-08002B2CF9AE}" pid="4" name="params">
    <vt:lpwstr/>
  </property>
  <property fmtid="{D5CDD505-2E9C-101B-9397-08002B2CF9AE}" pid="5" name="subtitle">
    <vt:lpwstr>Informe Consolidado</vt:lpwstr>
  </property>
</Properties>
</file>