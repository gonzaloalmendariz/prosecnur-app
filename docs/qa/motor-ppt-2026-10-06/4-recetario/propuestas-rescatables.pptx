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62622" y="1554480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2350" y="1490472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98510" y="1554480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8238" y="14904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86798" y="1554480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96526" y="1490472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22085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04788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32131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4834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42177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24880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52224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3349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662270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4497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672316" y="2020824"/>
            <a:ext cx="5486" cy="369417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94617" y="2512771"/>
            <a:ext cx="4191963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94617" y="2491740"/>
            <a:ext cx="419196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35526" y="2491740"/>
            <a:ext cx="415105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195140" y="243230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44086" y="243230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03177" y="243230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74120" y="2896819"/>
            <a:ext cx="2516553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999233" y="2816352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77648" y="281635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82680" y="2816352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33741" y="3591763"/>
            <a:ext cx="364904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207204" y="351129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87523" y="3511296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842301" y="3511296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86770" y="3975811"/>
            <a:ext cx="811875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207204" y="38953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42301" y="389534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95330" y="389534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21763" y="4359859"/>
            <a:ext cx="1476881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21763" y="4338828"/>
            <a:ext cx="1476881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207204" y="427939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91426" y="4279392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730323" y="4279392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294872" y="4743907"/>
            <a:ext cx="587994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791426" y="466344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656971" y="46634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203432" y="466344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0673" y="5127955"/>
            <a:ext cx="580614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79847" y="50474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286312" y="5047488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999233" y="5047488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090673" y="5512003"/>
            <a:ext cx="329670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28903" y="543153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286312" y="5431536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99233" y="5431536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007608"/>
            <a:ext cx="114510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junto a una cifra indica de qué público es significativamente mayor. En el gráfico, la línea azul une a los públicos que difieren de forma significativa.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588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6468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57052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7636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8220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880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9892" y="213969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7628" y="213969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76388" y="27066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69380" y="27066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0998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71132" y="32735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3612" y="32735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6667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76188" y="3939235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66460" y="38404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67628" y="38404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33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85532" y="4506163"/>
            <a:ext cx="502920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78724" y="44074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75804" y="44074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87284" y="5073091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77556" y="497433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78724" y="497433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