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3017520"/>
                <a:gridCol w="3108960"/>
                <a:gridCol w="2377440"/>
                <a:gridCol w="1600200"/>
                <a:gridCol w="82296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Esfuerzo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del capítulo como protagonista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Hallazgos clave en cifras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Abrir el informe con cuatro datos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 cuatro cifras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Letras de significancia en la tabla resumen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Diferencias entre públicos en la misma tabla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 letras (ya existen en barras)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 exacta en el pie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lee la pregunta tal como se aplicó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Sale del instrumento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Esfuerzo bajo: cambio de dibujo. Medio: constructor o pieza nueva. Alto: análisis nuevo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154680"/>
            <a:ext cx="1711960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906520" y="361188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35120" y="3520440"/>
            <a:ext cx="776853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35120" y="4069080"/>
            <a:ext cx="776853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154680"/>
            <a:ext cx="1635760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830320" y="361188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058920" y="3520440"/>
            <a:ext cx="784473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58920" y="4069080"/>
            <a:ext cx="784473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429000"/>
            <a:ext cx="1234440" cy="123444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703320"/>
            <a:ext cx="1417320" cy="7315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931920" y="3611880"/>
            <a:ext cx="7971739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1920" y="4251960"/>
            <a:ext cx="797173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NÚMERO DEL CAPÍTULO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portadilla de PULSO con el número al frente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27048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45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1508760"/>
            <a:ext cx="110395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conservan las personas, la línea coral punteada y el público de la portadilla actual.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67128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854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64108" y="2148840"/>
            <a:ext cx="110395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del capítulo pasa a ser el elemento grande, en coral: 02 para capítulos y 2.1 para subcapítulos, más chico.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807208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254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4108" y="2788920"/>
            <a:ext cx="110395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variante pone el número dentro del círculo coral que hoy lleva el ícono.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447288"/>
            <a:ext cx="292608" cy="29260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655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108" y="3429000"/>
            <a:ext cx="110395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ya tiene el número y el título en el plan: no se escribe nada nuevo.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Viviría en p_slide_seccion (estilo «número») sobre el layout «Section Header» de la plantilla. Sin texto nuevo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HALLAZGOS CLAVE EN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datos para empezar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91914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4558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4558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455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12516" y="1691640"/>
            <a:ext cx="7315" cy="2834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18256" y="178308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54319" y="191914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26816" y="2514600"/>
            <a:ext cx="264558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26816" y="3200400"/>
            <a:ext cx="264558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ve tutoría académica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26816" y="3703320"/>
            <a:ext cx="26455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834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83884" y="178308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519946" y="191914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92444" y="2514600"/>
            <a:ext cx="264558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92444" y="3200400"/>
            <a:ext cx="264558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2444" y="3703320"/>
            <a:ext cx="26455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43771" y="1691640"/>
            <a:ext cx="7315" cy="2834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49511" y="178308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85574" y="191914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58071" y="2514600"/>
            <a:ext cx="264558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8071" y="3200400"/>
            <a:ext cx="264558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8071" y="3703320"/>
            <a:ext cx="26455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37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120640"/>
            <a:ext cx="11451031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y su detalle los calcula el motor. El rótulo corto se escribe en la app, como el texto de una lámina narrativa.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Constructor nuevo p_slide_cifras_clave (dos a cuatro cifras con ícono). Cifras del recetario de Contabilidad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57984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48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57984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48840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57984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48840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57984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48840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57984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48840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66090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670048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670048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660904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670048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660904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670048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660904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06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377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815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090672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815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090672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81528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090672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81528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090672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81528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0906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815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38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85032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4069080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4069080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16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42569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42569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416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42569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41655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42569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41655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42569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41655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3616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1330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37760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37760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28616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37760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28616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377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286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73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45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3492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58384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58384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349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58384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349240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58384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349240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58384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349240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943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657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bloque_likert y likert_panel: columna Bottom Two Box opcional, con el mismo trato que el Top Two Box.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6559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287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752344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42595" y="2852928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42595" y="2843784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84833" y="2852928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84833" y="2843784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14345" y="2852928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14345" y="2843784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266420" y="2852928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30069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42948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36797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78163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78962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1774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1502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824228" y="34472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28516" y="3456432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315" y="34472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10194" y="3456432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10194" y="3447288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27071" y="3456432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27071" y="3447288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35464" y="3456432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35464" y="3447288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212900" y="3456432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4121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54092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7091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53796" y="46634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pesa más que los demás aspectos. La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se evalúa bien, pero no mueve la satisfacción general.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El peso sale de una regresión de la satisfacción general sobre los aspectos: análisis nuevo en Analítica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LETRAS DE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 por público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508760"/>
          <a:ext cx="7863840" cy="347472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600200"/>
                <a:gridCol w="16002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 (a)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 (b)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 (c)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400" i="0" b="1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400" i="0" b="1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400" i="0" b="1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400" i="0" b="1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c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400" i="0" b="0" u="none" strike="noStrike" baseline="40000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8686800" y="1920240"/>
            <a:ext cx="45720" cy="21945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887968" y="1874520"/>
            <a:ext cx="3015691" cy="22860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letra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junto a una cifra dice de qué público es significativamente mayor. Es la misma marca que el motor ya pone en las barras.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Letras ilustrativas (p &lt; 0.05). Base: 51 docentes, 109 estudiantes y 161 egresados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7: PREGUNTA EXACTA EN EL PIE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Hoy el pie dice sólo la base. La propuesta agrega la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redacción exacta de la pregunta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que el motor toma del instrumento.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035040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Pregunta: «¿Conoce usted la misión y los propósitos de la PUCP?»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