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feb657ef01a9ce117ddb336cc0cc9a66c4db272.png"/>
<Relationship Id="rId3" Type="http://schemas.openxmlformats.org/officeDocument/2006/relationships/image" Target="../media/978277cd0329c4af9360c13c8e3d11bf2db52476.png"/>
<Relationship Id="rId4" Type="http://schemas.openxmlformats.org/officeDocument/2006/relationships/image" Target="../media/017e2d6738d566b93d2e53b9d9c981e21e63c427.png"/>
<Relationship Id="rId5" Type="http://schemas.openxmlformats.org/officeDocument/2006/relationships/image" Target="../media/99c88974cef60a1c6ad6997439c0fba8722dd6c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PARA EL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400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Ideas de referencia, en la línea de PULSO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idea dibujada con los recursos de la identidad y con contenido que calcula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se propone, de dónde sale y dónde viviría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417320"/>
          <a:ext cx="11292840" cy="41148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3017520"/>
                <a:gridCol w="2194560"/>
                <a:gridCol w="155448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Propuesta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idea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 calcula el motor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la app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Separadores sin cero y con más alternativas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Jerarquía de capítulos sin texto extra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Número y título del plan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destacadas de 1 a 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cifra destacada de III.2, en cualquier cantidad y posición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y detalle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rótulo corto por cifra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Bottom Two Box junto al Top Two Box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Cuántos están insatisfechos, sin sumar a ojo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columna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Peso de cada aspecto en la satisfacción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importa, además de qué se evalúa bien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Todo, con un análisis nuevo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 de significancia con su gráfico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diferencia y su intervalo, o la matriz de pares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Prueba y letras (ya existen)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Fila Total separada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referencia se distingue de los grupos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fila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 según los comentarios del 2026-10-08. La pregunta exacta en el pie se retiró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1: 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3 Y 6: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4: 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SIGNIFICANCIA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no se trae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62946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138428" y="149047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oscuro a sangre y cuña diagonal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8428" y="178308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la firma visual del informe de referencia. PULSO ya tiene la suya: fondo claro, personas y público.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31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6888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73329" y="2589581"/>
            <a:ext cx="261518" cy="26151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138428" y="245059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bloques de texto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38428" y="274320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Limitaciones o recomendaciones en párrafos no salen de los datos. Si hacen falta, van en la ficha técnica o en el Word.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2918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4290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73329" y="3549701"/>
            <a:ext cx="261518" cy="26151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138428" y="341071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flecha de los factores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370332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decorativo. El peso de cada aspecto se lee mejor con puntos, como en la propuesta 4.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51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38912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3329" y="4509821"/>
            <a:ext cx="261518" cy="26151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138428" y="437083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Colores por factor y celdas de color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8428" y="466344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Rompen la paleta: en PULSO el color dice la respuesta, no el tema.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2026-10-08T10:15:22Z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