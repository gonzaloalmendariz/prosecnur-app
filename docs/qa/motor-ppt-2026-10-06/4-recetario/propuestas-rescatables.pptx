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994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336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18342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52582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37245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71485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614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71158" y="2537460"/>
            <a:ext cx="1569928" cy="4572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5569" y="2468880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0819" y="3131820"/>
            <a:ext cx="1383857" cy="4572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596259" y="3063240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2190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3086" y="2286000"/>
            <a:ext cx="18288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07326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8504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92744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343921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78161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6293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635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05072" y="2830068"/>
            <a:ext cx="272410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64682" y="275234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917" y="2020824"/>
            <a:ext cx="5486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87341" y="5751576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2492" y="2020824"/>
            <a:ext cx="18288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67316" y="5751576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8869" y="2020824"/>
            <a:ext cx="5486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7292" y="5751576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40448" y="2020824"/>
            <a:ext cx="5486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68871" y="5751576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023" y="2020824"/>
            <a:ext cx="18288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48847" y="5751576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00399" y="2020824"/>
            <a:ext cx="5486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28822" y="5751576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978" y="2020824"/>
            <a:ext cx="5486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50401" y="5751576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5553" y="2020824"/>
            <a:ext cx="18288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30377" y="5751576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929" y="2020824"/>
            <a:ext cx="5486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10353" y="5751576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500884"/>
            <a:ext cx="628508" cy="457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70248" y="24505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158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500884"/>
            <a:ext cx="621771" cy="457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45906" y="24505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158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500884"/>
            <a:ext cx="618997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5673" y="2450592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4932"/>
            <a:ext cx="764567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9740" y="2834640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4932"/>
            <a:ext cx="751020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68927" y="2834640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4932"/>
            <a:ext cx="671139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9202" y="2834640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9876"/>
            <a:ext cx="550630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18041" y="3529584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9876"/>
            <a:ext cx="476963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7189" y="3529584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9876"/>
            <a:ext cx="362993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9163" y="3529584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63924"/>
            <a:ext cx="628674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104321" y="3913632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63924"/>
            <a:ext cx="566551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33469" y="3913632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63924"/>
            <a:ext cx="362993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9163" y="3913632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7972"/>
            <a:ext cx="654844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20807" y="4297680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7972"/>
            <a:ext cx="523082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90329" y="4297680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7972"/>
            <a:ext cx="450790" cy="457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9536" y="429768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158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32020"/>
            <a:ext cx="603137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87785" y="4681728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32020"/>
            <a:ext cx="578236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34422" y="4681728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32020"/>
            <a:ext cx="442036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96651" y="4681728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6068"/>
            <a:ext cx="694496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27274" y="5065776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6068"/>
            <a:ext cx="637327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66667" y="5065776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6068"/>
            <a:ext cx="448827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9408" y="5065776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500116"/>
            <a:ext cx="694496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27274" y="5449824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500116"/>
            <a:ext cx="647989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002690" y="5449824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500116"/>
            <a:ext cx="462294" cy="4572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25431" y="5449824"/>
            <a:ext cx="146304" cy="146304"/>
          </a:xfrm>
          <a:prstGeom prst="ellipse">
            <a:avLst/>
          </a:prstGeom>
          <a:solidFill>
            <a:srgbClr val="FFFFFF">
              <a:alpha val="100000"/>
            </a:srgbClr>
          </a:solidFill>
          <a:ln w="158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6908" y="2203704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6908" y="3447288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4690872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3336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24244" y="1874520"/>
            <a:ext cx="18288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2792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72520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580450" y="23408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5423" y="27980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76090" y="358444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346255" y="4041648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30135" y="48280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20554" y="52852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06908" y="2203704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6908" y="3447288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6908" y="4690872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3336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24244" y="1874520"/>
            <a:ext cx="18288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62792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2520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80450" y="23408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125423" y="27980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76090" y="358444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6255" y="4041648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30135" y="48280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0554" y="52852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63740" y="1993392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63740" y="2761488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0748" y="2761488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63740" y="3529584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0748" y="3529584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77756" y="3529584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63740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0748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77756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84764" y="4297680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63740" y="1993392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63740" y="2761488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0748" y="2761488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63740" y="3529584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0748" y="3529584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77756" y="3529584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3740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0748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77756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84764" y="4297680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5884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6468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57052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7636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8220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8804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9892" y="2139696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67628" y="2139696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53288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76388" y="27066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69380" y="27066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0998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71132" y="32735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3612" y="32735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6667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76188" y="3939235"/>
            <a:ext cx="201168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66460" y="38404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67628" y="38404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33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85532" y="4506163"/>
            <a:ext cx="502920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78724" y="44074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75804" y="44074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87284" y="5073091"/>
            <a:ext cx="201168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77556" y="4974336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78724" y="4974336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2026-10-08T08:45:33Z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