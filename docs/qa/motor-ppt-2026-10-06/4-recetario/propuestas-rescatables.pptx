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99439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33679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18342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52582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37245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71485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6148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71158" y="2537460"/>
            <a:ext cx="1569928" cy="4572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5569" y="2468880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0819" y="3131820"/>
            <a:ext cx="1383857" cy="4572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596259" y="3063240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21908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3086" y="2286000"/>
            <a:ext cx="18288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07326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8504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92744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343921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78161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629339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63579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05072" y="2830068"/>
            <a:ext cx="272410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64682" y="275234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6908" y="2203704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6908" y="3447288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4690872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3336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24244" y="1874520"/>
            <a:ext cx="18288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2792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72520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580450" y="23408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125423" y="27980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76090" y="358444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346255" y="4041648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30135" y="48280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320554" y="52852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63740" y="1993392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63740" y="2761488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0748" y="2761488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63740" y="3529584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0748" y="3529584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77756" y="3529584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63740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0748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77756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84764" y="4297680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la diferencia entre docentes y estudiantes es significativa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5884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6468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57052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7636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8220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8804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9892" y="2139696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67628" y="2139696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53288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76388" y="27066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69380" y="27066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0998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71132" y="32735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3612" y="32735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6667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76188" y="3939235"/>
            <a:ext cx="201168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66460" y="38404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67628" y="38404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33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85532" y="4506163"/>
            <a:ext cx="502920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78724" y="44074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75804" y="44074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87284" y="5073091"/>
            <a:ext cx="201168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77556" y="4974336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78724" y="4974336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2026-10-08T08:30:55Z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