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345080">
              <a:alpha val="100000"/>
            </a:srgbClr>
          </a:solidFill>
          <a:ln w="3175" cap="rnd" cmpd="sng">
            <a:solidFill>
              <a:srgbClr val="3450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3A6C8">
              <a:alpha val="100000"/>
            </a:srgbClr>
          </a:solidFill>
          <a:ln w="3175" cap="rnd" cmpd="sng">
            <a:solidFill>
              <a:srgbClr val="93A6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8397BB">
              <a:alpha val="100000"/>
            </a:srgbClr>
          </a:solidFill>
          <a:ln w="3175" cap="rnd" cmpd="sng">
            <a:solidFill>
              <a:srgbClr val="8397B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506995">
              <a:alpha val="100000"/>
            </a:srgbClr>
          </a:solidFill>
          <a:ln w="3175" cap="rnd" cmpd="sng">
            <a:solidFill>
              <a:srgbClr val="50699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455F8C">
              <a:alpha val="100000"/>
            </a:srgbClr>
          </a:solidFill>
          <a:ln w="3175" cap="rnd" cmpd="sng">
            <a:solidFill>
              <a:srgbClr val="455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905858" y="5239512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36158" y="5248656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485738" y="5303520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607658" y="5303520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6729578" y="5303520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6851498" y="5303520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973418" y="5303520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095338" y="5303520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217258" y="5303520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7339178" y="5303520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61098" y="5303520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7583018" y="5303520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7704938" y="5303520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826858" y="5303520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7948778" y="5303520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070698" y="5303520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8192618" y="5303520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8314538" y="5303520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8436458" y="5303520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8558378" y="5303520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80298" y="5303520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802218" y="5303520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8924138" y="5303520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046058" y="5303520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9167978" y="5303520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9289898" y="5303520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9411818" y="5248656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778DB3">
              <a:alpha val="100000"/>
            </a:srgbClr>
          </a:solidFill>
          <a:ln w="3175" cap="rnd" cmpd="sng">
            <a:solidFill>
              <a:srgbClr val="778D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5B739D">
              <a:alpha val="100000"/>
            </a:srgbClr>
          </a:solidFill>
          <a:ln w="3175" cap="rnd" cmpd="sng">
            <a:solidFill>
              <a:srgbClr val="5B739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2CEE2">
              <a:alpha val="100000"/>
            </a:srgbClr>
          </a:solidFill>
          <a:ln w="3175" cap="rnd" cmpd="sng">
            <a:solidFill>
              <a:srgbClr val="C2CEE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6C83AA">
              <a:alpha val="100000"/>
            </a:srgbClr>
          </a:solidFill>
          <a:ln w="3175" cap="rnd" cmpd="sng">
            <a:solidFill>
              <a:srgbClr val="6C83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03138" y="5760720"/>
            <a:ext cx="13131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133438" y="5769864"/>
            <a:ext cx="5410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583018" y="5824728"/>
            <a:ext cx="12649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704938" y="5824728"/>
            <a:ext cx="126492" cy="146304"/>
          </a:xfrm>
          <a:prstGeom prst="rect">
            <a:avLst/>
          </a:prstGeom>
          <a:solidFill>
            <a:srgbClr val="E6EBF4">
              <a:alpha val="100000"/>
            </a:srgbClr>
          </a:solidFill>
          <a:ln w="3175" cap="rnd" cmpd="sng">
            <a:solidFill>
              <a:srgbClr val="E6EBF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826858" y="5824728"/>
            <a:ext cx="126492" cy="146304"/>
          </a:xfrm>
          <a:prstGeom prst="rect">
            <a:avLst/>
          </a:prstGeom>
          <a:solidFill>
            <a:srgbClr val="E2E8F2">
              <a:alpha val="100000"/>
            </a:srgbClr>
          </a:solidFill>
          <a:ln w="3175" cap="rnd" cmpd="sng">
            <a:solidFill>
              <a:srgbClr val="E2E8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948778" y="5824728"/>
            <a:ext cx="126492" cy="146304"/>
          </a:xfrm>
          <a:prstGeom prst="rect">
            <a:avLst/>
          </a:prstGeom>
          <a:solidFill>
            <a:srgbClr val="DAE1EE">
              <a:alpha val="100000"/>
            </a:srgbClr>
          </a:solidFill>
          <a:ln w="3175" cap="rnd" cmpd="sng">
            <a:solidFill>
              <a:srgbClr val="DAE1E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070698" y="5824728"/>
            <a:ext cx="126492" cy="146304"/>
          </a:xfrm>
          <a:prstGeom prst="rect">
            <a:avLst/>
          </a:prstGeom>
          <a:solidFill>
            <a:srgbClr val="D2DBEA">
              <a:alpha val="100000"/>
            </a:srgbClr>
          </a:solidFill>
          <a:ln w="3175" cap="rnd" cmpd="sng">
            <a:solidFill>
              <a:srgbClr val="D2DBE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192618" y="5824728"/>
            <a:ext cx="126492" cy="146304"/>
          </a:xfrm>
          <a:prstGeom prst="rect">
            <a:avLst/>
          </a:prstGeom>
          <a:solidFill>
            <a:srgbClr val="CAD4E6">
              <a:alpha val="100000"/>
            </a:srgbClr>
          </a:solidFill>
          <a:ln w="3175" cap="rnd" cmpd="sng">
            <a:solidFill>
              <a:srgbClr val="CAD4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314538" y="5824728"/>
            <a:ext cx="126492" cy="146304"/>
          </a:xfrm>
          <a:prstGeom prst="rect">
            <a:avLst/>
          </a:prstGeom>
          <a:solidFill>
            <a:srgbClr val="C6D1E4">
              <a:alpha val="100000"/>
            </a:srgbClr>
          </a:solidFill>
          <a:ln w="3175" cap="rnd" cmpd="sng">
            <a:solidFill>
              <a:srgbClr val="C6D1E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36458" y="5824728"/>
            <a:ext cx="126492" cy="146304"/>
          </a:xfrm>
          <a:prstGeom prst="rect">
            <a:avLst/>
          </a:prstGeom>
          <a:solidFill>
            <a:srgbClr val="BECBE0">
              <a:alpha val="100000"/>
            </a:srgbClr>
          </a:solidFill>
          <a:ln w="3175" cap="rnd" cmpd="sng">
            <a:solidFill>
              <a:srgbClr val="BECB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58378" y="5824728"/>
            <a:ext cx="126492" cy="146304"/>
          </a:xfrm>
          <a:prstGeom prst="rect">
            <a:avLst/>
          </a:prstGeom>
          <a:solidFill>
            <a:srgbClr val="B6C4DC">
              <a:alpha val="100000"/>
            </a:srgbClr>
          </a:solidFill>
          <a:ln w="3175" cap="rnd" cmpd="sng">
            <a:solidFill>
              <a:srgbClr val="B6C4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680298" y="5824728"/>
            <a:ext cx="126492" cy="146304"/>
          </a:xfrm>
          <a:prstGeom prst="rect">
            <a:avLst/>
          </a:prstGeom>
          <a:solidFill>
            <a:srgbClr val="AEBDD8">
              <a:alpha val="100000"/>
            </a:srgbClr>
          </a:solidFill>
          <a:ln w="3175" cap="rnd" cmpd="sng">
            <a:solidFill>
              <a:srgbClr val="AEBD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802218" y="5824728"/>
            <a:ext cx="126492" cy="146304"/>
          </a:xfrm>
          <a:prstGeom prst="rect">
            <a:avLst/>
          </a:prstGeom>
          <a:solidFill>
            <a:srgbClr val="AABAD6">
              <a:alpha val="100000"/>
            </a:srgbClr>
          </a:solidFill>
          <a:ln w="3175" cap="rnd" cmpd="sng">
            <a:solidFill>
              <a:srgbClr val="AABAD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8924138" y="5824728"/>
            <a:ext cx="126492" cy="146304"/>
          </a:xfrm>
          <a:prstGeom prst="rect">
            <a:avLst/>
          </a:prstGeom>
          <a:solidFill>
            <a:srgbClr val="A2B4D2">
              <a:alpha val="100000"/>
            </a:srgbClr>
          </a:solidFill>
          <a:ln w="3175" cap="rnd" cmpd="sng">
            <a:solidFill>
              <a:srgbClr val="A2B4D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046058" y="5824728"/>
            <a:ext cx="126492" cy="146304"/>
          </a:xfrm>
          <a:prstGeom prst="rect">
            <a:avLst/>
          </a:prstGeom>
          <a:solidFill>
            <a:srgbClr val="99ABCC">
              <a:alpha val="100000"/>
            </a:srgbClr>
          </a:solidFill>
          <a:ln w="3175" cap="rnd" cmpd="sng">
            <a:solidFill>
              <a:srgbClr val="99AB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167978" y="5824728"/>
            <a:ext cx="126492" cy="146304"/>
          </a:xfrm>
          <a:prstGeom prst="rect">
            <a:avLst/>
          </a:prstGeom>
          <a:solidFill>
            <a:srgbClr val="8EA1C4">
              <a:alpha val="100000"/>
            </a:srgbClr>
          </a:solidFill>
          <a:ln w="3175" cap="rnd" cmpd="sng">
            <a:solidFill>
              <a:srgbClr val="8EA1C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289898" y="5824728"/>
            <a:ext cx="126492" cy="146304"/>
          </a:xfrm>
          <a:prstGeom prst="rect">
            <a:avLst/>
          </a:prstGeom>
          <a:solidFill>
            <a:srgbClr val="889CBF">
              <a:alpha val="100000"/>
            </a:srgbClr>
          </a:solidFill>
          <a:ln w="3175" cap="rnd" cmpd="sng">
            <a:solidFill>
              <a:srgbClr val="889C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411818" y="5824728"/>
            <a:ext cx="126492" cy="146304"/>
          </a:xfrm>
          <a:prstGeom prst="rect">
            <a:avLst/>
          </a:prstGeom>
          <a:solidFill>
            <a:srgbClr val="7D92B7">
              <a:alpha val="100000"/>
            </a:srgbClr>
          </a:solidFill>
          <a:ln w="3175" cap="rnd" cmpd="sng">
            <a:solidFill>
              <a:srgbClr val="7D92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533738" y="5824728"/>
            <a:ext cx="126492" cy="146304"/>
          </a:xfrm>
          <a:prstGeom prst="rect">
            <a:avLst/>
          </a:prstGeom>
          <a:solidFill>
            <a:srgbClr val="7288AE">
              <a:alpha val="100000"/>
            </a:srgbClr>
          </a:solidFill>
          <a:ln w="3175" cap="rnd" cmpd="sng">
            <a:solidFill>
              <a:srgbClr val="7288A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655658" y="5824728"/>
            <a:ext cx="126492" cy="146304"/>
          </a:xfrm>
          <a:prstGeom prst="rect">
            <a:avLst/>
          </a:prstGeom>
          <a:solidFill>
            <a:srgbClr val="677EA6">
              <a:alpha val="100000"/>
            </a:srgbClr>
          </a:solidFill>
          <a:ln w="3175" cap="rnd" cmpd="sng">
            <a:solidFill>
              <a:srgbClr val="677EA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777578" y="5824728"/>
            <a:ext cx="126492" cy="146304"/>
          </a:xfrm>
          <a:prstGeom prst="rect">
            <a:avLst/>
          </a:prstGeom>
          <a:solidFill>
            <a:srgbClr val="6178A2">
              <a:alpha val="100000"/>
            </a:srgbClr>
          </a:solidFill>
          <a:ln w="3175" cap="rnd" cmpd="sng">
            <a:solidFill>
              <a:srgbClr val="6178A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99498" y="5824728"/>
            <a:ext cx="126492" cy="146304"/>
          </a:xfrm>
          <a:prstGeom prst="rect">
            <a:avLst/>
          </a:prstGeom>
          <a:solidFill>
            <a:srgbClr val="566E99">
              <a:alpha val="100000"/>
            </a:srgbClr>
          </a:solidFill>
          <a:ln w="3175" cap="rnd" cmpd="sng">
            <a:solidFill>
              <a:srgbClr val="566E9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021418" y="5824728"/>
            <a:ext cx="126492" cy="146304"/>
          </a:xfrm>
          <a:prstGeom prst="rect">
            <a:avLst/>
          </a:prstGeom>
          <a:solidFill>
            <a:srgbClr val="4B6491">
              <a:alpha val="100000"/>
            </a:srgbClr>
          </a:solidFill>
          <a:ln w="3175" cap="rnd" cmpd="sng">
            <a:solidFill>
              <a:srgbClr val="4B64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0143338" y="5824728"/>
            <a:ext cx="126492" cy="146304"/>
          </a:xfrm>
          <a:prstGeom prst="rect">
            <a:avLst/>
          </a:prstGeom>
          <a:solidFill>
            <a:srgbClr val="3F5A88">
              <a:alpha val="100000"/>
            </a:srgbClr>
          </a:solidFill>
          <a:ln w="3175" cap="rnd" cmpd="sng">
            <a:solidFill>
              <a:srgbClr val="3F5A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265258" y="5824728"/>
            <a:ext cx="126492" cy="146304"/>
          </a:xfrm>
          <a:prstGeom prst="rect">
            <a:avLst/>
          </a:prstGeom>
          <a:solidFill>
            <a:srgbClr val="3A5584">
              <a:alpha val="100000"/>
            </a:srgbClr>
          </a:solidFill>
          <a:ln w="3175" cap="rnd" cmpd="sng">
            <a:solidFill>
              <a:srgbClr val="3A558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387178" y="5824728"/>
            <a:ext cx="12649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509098" y="5769864"/>
            <a:ext cx="6172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2026-10-07T20:15:06Z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