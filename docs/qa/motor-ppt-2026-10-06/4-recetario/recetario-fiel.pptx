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1196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94076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62628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45508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6316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59196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1732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44612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8439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6727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2078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0366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860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689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3745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2033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