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650474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22488" y="1663111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2307946"/>
            <a:ext cx="6504749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2488" y="2326234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2488" y="4743176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9336" y="4960437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488" y="4978725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81145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81145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92625" y="14630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81145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1145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92625" y="210312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81145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81145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92625" y="274320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81145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81145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92625" y="338328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81145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81145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2625" y="402336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0.8 cm de margen a cada lado y 1.3 cm entre dos gráficos.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81145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81145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92625" y="46634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48956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850124" y="1783080"/>
            <a:ext cx="4053535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6489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489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60436" y="4023360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48956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8956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60436" y="4462272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5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895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60436" y="4901184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8956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8956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60436" y="5340096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207928"/>
                <a:gridCol w="4703847"/>
                <a:gridCol w="4703847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línea sobre la imagen: «Gráfico N°5: pregunta»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5824728"/>
            <a:ext cx="1170706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495919"/>
                <a:gridCol w="4559852"/>
                <a:gridCol w="4559852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49499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49499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84919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186286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84919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186286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21706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23073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21706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23073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58493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259860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58493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259860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295280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296647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295280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296647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32067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333434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332067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333434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97880" y="368854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61304" y="370221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91656" y="368854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46520" y="370221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405641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61304" y="407008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1656" y="405641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6520" y="407008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97880" y="442428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61304" y="443795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91656" y="442428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6520" y="443795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97880" y="479215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61304" y="480582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91656" y="479215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46520" y="480582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5160030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1304" y="517369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91656" y="5160030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6520" y="517369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0" y="5527900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861304" y="554156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1656" y="5527900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46520" y="554156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97880" y="5895770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61304" y="5909437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91656" y="5895770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446520" y="5909437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08276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68996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18320" y="201168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 1,506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08276" y="2706624"/>
            <a:ext cx="285979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59513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18320" y="2670048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 de 1,210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08276" y="3364992"/>
            <a:ext cx="19633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63082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3328416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 de 175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8276" y="4023360"/>
            <a:ext cx="5590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58779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418320" y="3986784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 de 14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208276" y="4681728"/>
            <a:ext cx="105829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58006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418320" y="4645152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 de 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08276" y="5340096"/>
            <a:ext cx="62505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4768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18320" y="530352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 de 40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9008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97480" y="2880360"/>
            <a:ext cx="77896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771718" y="2880360"/>
            <a:ext cx="449088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74394" y="3035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17149" y="2880360"/>
            <a:ext cx="2973194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7149" y="3035808"/>
            <a:ext cx="2969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6686" y="2880360"/>
            <a:ext cx="3938294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6686" y="3035808"/>
            <a:ext cx="39346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1322" y="2880360"/>
            <a:ext cx="74238" cy="58521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113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441991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2954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85832" y="2807208"/>
            <a:ext cx="7260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93224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78440" y="297180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40740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97480" y="4297680"/>
            <a:ext cx="78638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772461" y="4297680"/>
            <a:ext cx="453542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7363" y="44531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22346" y="4297680"/>
            <a:ext cx="3002890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22346" y="4453128"/>
            <a:ext cx="2999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21578" y="4297680"/>
            <a:ext cx="3977640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1578" y="4453128"/>
            <a:ext cx="39739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9484" y="42336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442362" y="40050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8440" y="438912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86000" y="58247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8880" y="57607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0" y="58247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92040" y="57607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60592" y="58247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3472" y="57607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74280" y="58247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57160" y="57607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59696" y="58247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42576" y="57607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26236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091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88137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425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0453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741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597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885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965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5253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5507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3795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37560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0440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60720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3600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2152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95032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625840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8720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125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94136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37560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0440" y="5220337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60720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43600" y="5220337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12152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95032" y="5220337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25840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8720" y="5220337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11256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94136" y="5220337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31720" y="26791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31720" y="4032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02436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1192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02436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5062728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436751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19631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22167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05047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44821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27701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59449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2329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839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419719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6329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6176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69464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52344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94919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32072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130800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13680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03884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221728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62821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45701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949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949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73148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73148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609340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609340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145532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145532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767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767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67508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67508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67508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6750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6750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122672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22672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67508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7354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7354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73548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73548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5574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78454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36237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19117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60337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143217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54322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37202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2224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05120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936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736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0471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8467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1577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9573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2683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0679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9051" y="2608783"/>
            <a:ext cx="108663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79323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65959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21991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94107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72460" y="3459175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06050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62732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77516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062082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3566" y="4309567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7156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4383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862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3188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70157" y="5159959"/>
            <a:ext cx="126774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0429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5213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6930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2188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877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70648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0644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8640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6160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65685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3681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156689" y="2459736"/>
            <a:ext cx="187520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37817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302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31895" y="3026664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302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63105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56853" y="3593592"/>
            <a:ext cx="375041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3798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1302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31730" y="4160520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162940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12858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81812" y="4727448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302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162940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31730" y="5294376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62940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12858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8508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796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5066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3540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21028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03908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2338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06268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368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26560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536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0824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9094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382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471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29982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71408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9696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231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519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4091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3794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91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2018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670652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16636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6636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52848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6636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52848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6636" y="291693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52848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324612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52848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33008" y="1508760"/>
            <a:ext cx="5670652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33008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61608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61608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61608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61608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918204"/>
            <a:ext cx="5670652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6636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6636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2848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36" y="499719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2848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32638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52848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6636" y="5655564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52848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33008" y="3918204"/>
            <a:ext cx="5670652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33008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61608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61608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61608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45309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45309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74701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171878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74701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171878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01269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198446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01269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198446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278380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225015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278380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225015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2544064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2515834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2544064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2515834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280974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278151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280974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278151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97880" y="307543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61304" y="304720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91656" y="307543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46520" y="304720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334111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61304" y="331288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1656" y="334111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6520" y="331288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97880" y="3606800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61304" y="357857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91656" y="3606800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6520" y="357857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97880" y="3872484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61304" y="3844254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91656" y="3872484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46520" y="3844254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413816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1304" y="410993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91656" y="413816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6520" y="410993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0" y="440385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861304" y="437562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1656" y="440385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46520" y="437562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97880" y="466953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61304" y="464130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91656" y="466953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446520" y="464130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la calidad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97880" y="4935220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61304" y="490699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1656" y="4935220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46520" y="490699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financieros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897880" y="5200904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861304" y="5172674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91656" y="5200904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46520" y="5172674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 universitario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897880" y="546658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861304" y="543835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91656" y="546658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6520" y="543835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Responsabilidad social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897880" y="573227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861304" y="570404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1656" y="573227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446520" y="570404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Seguimiento a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897880" y="599795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861304" y="596972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91656" y="599795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446520" y="596972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547741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547741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977847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204426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977847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204426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47436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540779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47436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540779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97088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303729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97088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303729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3467405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353381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3467405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353381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y recomendaciones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547741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547741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977847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204426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977847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204426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47436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540779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47436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540779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97088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303729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97088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303729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3467405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353381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3467405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353381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963924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4030337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3963924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4030337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52160" y="4597603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Principales resultados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97880" y="4945075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43016" y="4899355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81928" y="4899355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5191963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43016" y="5146243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1928" y="5146243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97880" y="5438851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3016" y="5393131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81928" y="5393131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23960" y="4945075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9096" y="4899355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08008" y="4899355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23960" y="5191963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69096" y="5146243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08008" y="5146243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53224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53224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940052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1990969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940052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1990969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398776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449693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398776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449693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857500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2908417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857500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2908417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3316224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3367141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3316224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3367141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774948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382586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3774948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382586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52160" y="4370832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Principales resultados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97880" y="4718304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43016" y="4672584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81928" y="4672584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4965192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43016" y="4919472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1928" y="4919472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97880" y="5212080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3016" y="5166360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81928" y="5166360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897880" y="5458968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43016" y="5413248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81928" y="5413248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97880" y="5705856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3016" y="5660136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281928" y="5660136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5952744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43016" y="5907024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81928" y="5907024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23960" y="4718304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69096" y="4672584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08008" y="4672584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23960" y="4965192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69096" y="4919472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08008" y="4919472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23960" y="5212080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69096" y="5166360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08008" y="5166360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823960" y="5458968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9096" y="5413248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08008" y="5413248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23960" y="5705856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69096" y="5660136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208008" y="5660136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337560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20440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60720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43600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312152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95032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25840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8720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11256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94136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37560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0440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0720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43600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152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5032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625840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8720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125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94136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4753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30416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061183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44063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91863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74743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45175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28055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9803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2683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1799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34679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92608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1551650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551650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506498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856186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6205875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8555563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506498" y="3137627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3856186" y="2804186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205875" y="2470744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8555563" y="2637465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1399138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748827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6098515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448203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399138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748827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6098515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8448203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8882678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8882678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31315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681218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5851860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201549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220505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20505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41293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41293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62082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2082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982871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982871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99716" y="2011680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20505" y="2578608"/>
            <a:ext cx="96039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80899" y="3145536"/>
            <a:ext cx="288118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77924" y="3712464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14555" y="4279392"/>
            <a:ext cx="230494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7117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6649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52354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47682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409773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2026-10-07T16:59:13Z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