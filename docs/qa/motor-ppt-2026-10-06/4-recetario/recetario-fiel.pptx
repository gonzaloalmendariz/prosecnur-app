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235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7218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83794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31495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62356" y="233324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260092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625852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102864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356" y="3121152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3048000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413760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890772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2356" y="3909060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835908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4201668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78680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4696968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623816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989576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46658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356" y="548487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5411724"/>
            <a:ext cx="4572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777484"/>
            <a:ext cx="1024402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042253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0916" y="2876327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710401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4544475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52160" y="147218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81928" y="148132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36792" y="147218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1051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180136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81928" y="181051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36792" y="180136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13969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52160" y="213055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81928" y="213969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36792" y="213055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46888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52160" y="245973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1928" y="246888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36792" y="245973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79806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278892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81928" y="279806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6792" y="278892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12724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311810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81928" y="312724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36792" y="311810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45643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52160" y="344728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81928" y="345643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6792" y="344728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78561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52160" y="377647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378561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6792" y="377647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114800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52160" y="4105656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81928" y="4114800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36792" y="4105656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443984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4434840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81928" y="4443984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36792" y="4434840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773168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52160" y="4764024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4773168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36792" y="4764024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102352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52160" y="5093208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81928" y="5102352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36792" y="5093208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431536"/>
            <a:ext cx="329184" cy="2468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52160" y="5422392"/>
            <a:ext cx="42062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81928" y="5431536"/>
            <a:ext cx="5358384" cy="246888"/>
          </a:xfrm>
          <a:prstGeom prst="rect">
            <a:avLst/>
          </a:prstGeom>
          <a:solidFill>
            <a:srgbClr val="D8D8D8">
              <a:alpha val="100000"/>
            </a:srgbClr>
          </a:solidFill>
          <a:ln w="3175" cap="rnd" cmpd="sng">
            <a:solidFill>
              <a:srgbClr val="D8D8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336792" y="5422392"/>
            <a:ext cx="5303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24331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48259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3383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740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8259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309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3232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48259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9908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766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830068"/>
            <a:ext cx="405536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250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95216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751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95216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751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95216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7512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95216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751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83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470916" y="1828800"/>
            <a:ext cx="5852160" cy="4023360"/>
            <a:chOff x="47091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58064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08023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76348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44672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12996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007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38337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5666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37359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412019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35997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47305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59975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35997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405684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35997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34635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47305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50030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35997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21964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40970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67287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91743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91743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307095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104684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2125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584635" y="349397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59377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74301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75215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90139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91053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405977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406891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235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98203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507347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60925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70069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823646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832790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986368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995512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43193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2777267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3611341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4445415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11066983" cy="4636008"/>
            <a:chOff x="56235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109481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9481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09481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09481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63773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63773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63773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3773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63773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18064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18064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8064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418064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418064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418064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18064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72356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72356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72356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72356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72356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72356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72356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26647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6647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26647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726647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726647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726647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51884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51884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51884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51884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06176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06176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06176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06176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06176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0467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60467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60467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60467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60467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60467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60467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14759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614759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14759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14759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614759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14759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614759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69050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69050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69050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69050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69050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69050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38817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93109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47400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01692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55983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87286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87286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87286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87286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87286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87286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87286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915291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915291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915291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15291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15291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15291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15291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798064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56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30042"/>
            <a:ext cx="4055364" cy="14782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504590"/>
            <a:ext cx="332842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868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504590"/>
            <a:ext cx="13203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8688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504590"/>
            <a:ext cx="258226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8688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504590"/>
            <a:ext cx="110093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8688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504590"/>
            <a:ext cx="16459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4058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3143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21198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777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3666086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141574"/>
            <a:ext cx="11338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141574"/>
            <a:ext cx="60716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22387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141574"/>
            <a:ext cx="3021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22387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141574"/>
            <a:ext cx="170444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22387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141574"/>
            <a:ext cx="54864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6842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21472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28457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22056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28457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22056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28457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22056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28457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22056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28457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22056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17616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64835" y="2404872"/>
            <a:ext cx="69370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4835" y="2374011"/>
            <a:ext cx="690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54878" y="2404872"/>
            <a:ext cx="466144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54878" y="2374011"/>
            <a:ext cx="4657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12667" y="2404872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12667" y="2374011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924029" y="2404872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924029" y="2374011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7309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85971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2324" y="2946654"/>
            <a:ext cx="52119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31050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9856" y="2946654"/>
            <a:ext cx="155625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09856" y="2915793"/>
            <a:ext cx="155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62452" y="2946654"/>
            <a:ext cx="29363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62452" y="2915793"/>
            <a:ext cx="29326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95134" y="2946654"/>
            <a:ext cx="164250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95134" y="2915793"/>
            <a:ext cx="1638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33986" y="2946654"/>
            <a:ext cx="19838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33986" y="2915793"/>
            <a:ext cx="19838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92324" y="4768596"/>
            <a:ext cx="596291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92324" y="4738878"/>
            <a:ext cx="5959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551579" y="4768596"/>
            <a:ext cx="335208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551579" y="4738878"/>
            <a:ext cx="3352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5129784"/>
            <a:ext cx="661470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92324" y="5100066"/>
            <a:ext cx="6611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203372" y="5129784"/>
            <a:ext cx="270028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03372" y="5100066"/>
            <a:ext cx="2700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091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92324" y="5490972"/>
            <a:ext cx="819763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92324" y="5461254"/>
            <a:ext cx="81939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86299" y="5490972"/>
            <a:ext cx="1117360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6299" y="5461254"/>
            <a:ext cx="1117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34867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447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7345" y="2404872"/>
            <a:ext cx="14699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37345" y="2374011"/>
            <a:ext cx="14663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03686" y="2404872"/>
            <a:ext cx="448893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86" y="2374011"/>
            <a:ext cx="44852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8965" y="2404872"/>
            <a:ext cx="21600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88965" y="2374011"/>
            <a:ext cx="2156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5348" y="2404872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611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92324" y="2946654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51090" y="2946654"/>
            <a:ext cx="12112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51090" y="2915793"/>
            <a:ext cx="1207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8665" y="2946654"/>
            <a:ext cx="47477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58665" y="2915793"/>
            <a:ext cx="47440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02709" y="2946654"/>
            <a:ext cx="224629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709" y="2915793"/>
            <a:ext cx="22426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5348" y="2946654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6221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29099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611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4860036"/>
            <a:ext cx="4349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8792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023601" y="4860036"/>
            <a:ext cx="12974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23601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17431" y="4860036"/>
            <a:ext cx="379889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17431" y="4829175"/>
            <a:ext cx="37952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12667" y="4860036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12667" y="4829175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924029" y="4860036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4029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091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592324" y="5401818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51090" y="5401818"/>
            <a:ext cx="103872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51090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886154" y="5401818"/>
            <a:ext cx="423017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86154" y="5370957"/>
            <a:ext cx="4226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2667" y="5401818"/>
            <a:ext cx="207378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2667" y="5370957"/>
            <a:ext cx="20701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2795" y="5401818"/>
            <a:ext cx="103506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2795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16221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29099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70916" y="2011680"/>
            <a:ext cx="8229600" cy="3931920"/>
            <a:chOff x="47091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72831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5067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7303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9539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61775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34011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06247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78483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0719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22955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95190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869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57696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25341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97577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9813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42049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18876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1112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63348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35584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07820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92801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65036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37272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09508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81744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53980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26216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98452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70688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38333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94067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2026-10-07T14:45:32Z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