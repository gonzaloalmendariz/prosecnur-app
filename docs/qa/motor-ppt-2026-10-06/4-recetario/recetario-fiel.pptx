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5915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5915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5915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3008376"/>
            <a:ext cx="54587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3008376"/>
            <a:ext cx="163032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305409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3008376"/>
            <a:ext cx="307624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305409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3008376"/>
            <a:ext cx="172069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305409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3008376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305409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67588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526280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526280"/>
            <a:ext cx="280513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572000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526280"/>
            <a:ext cx="3979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572000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526280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572000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221224"/>
            <a:ext cx="2775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221224"/>
            <a:ext cx="55135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221224"/>
            <a:ext cx="4111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266944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221224"/>
            <a:ext cx="2924713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266944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221224"/>
            <a:ext cx="1186679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266944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04288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04288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04288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44368"/>
            <a:ext cx="545879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44368"/>
            <a:ext cx="1630320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80944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44368"/>
            <a:ext cx="3076243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80944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44368"/>
            <a:ext cx="1720690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80944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44368"/>
            <a:ext cx="207851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8094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507992"/>
            <a:ext cx="419880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507992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507992"/>
            <a:ext cx="8561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434840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5111496"/>
            <a:ext cx="32998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5111496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715000"/>
            <a:ext cx="33426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71500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6250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54880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85032"/>
            <a:ext cx="39747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85032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85032"/>
            <a:ext cx="810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611880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288536"/>
            <a:ext cx="312382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288536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892040"/>
            <a:ext cx="316434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89204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495544"/>
            <a:ext cx="377217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495544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495544"/>
            <a:ext cx="28365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529430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998471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797302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669280" cy="4224528"/>
            <a:chOff x="288036" y="1508760"/>
            <a:chExt cx="5669280" cy="4224528"/>
          </a:xfrm>
        </p:grpSpPr>
        <p:sp>
          <p:nvSpPr>
            <p:cNvPr id="4" name="pg3"/>
            <p:cNvSpPr/>
            <p:nvPr/>
          </p:nvSpPr>
          <p:spPr>
            <a:xfrm>
              <a:off x="2360434" y="3041681"/>
              <a:ext cx="1891237" cy="833164"/>
            </a:xfrm>
            <a:custGeom>
              <a:avLst/>
              <a:pathLst>
                <a:path w="1891237" h="833164">
                  <a:moveTo>
                    <a:pt x="1430202" y="32525"/>
                  </a:moveTo>
                  <a:lnTo>
                    <a:pt x="1432398" y="35669"/>
                  </a:lnTo>
                  <a:lnTo>
                    <a:pt x="1436001" y="35849"/>
                  </a:lnTo>
                  <a:lnTo>
                    <a:pt x="1445490" y="30548"/>
                  </a:lnTo>
                  <a:lnTo>
                    <a:pt x="1455683" y="25786"/>
                  </a:lnTo>
                  <a:lnTo>
                    <a:pt x="1455946" y="25876"/>
                  </a:lnTo>
                  <a:lnTo>
                    <a:pt x="1459285" y="26684"/>
                  </a:lnTo>
                  <a:lnTo>
                    <a:pt x="1459988" y="26595"/>
                  </a:lnTo>
                  <a:lnTo>
                    <a:pt x="1462624" y="31446"/>
                  </a:lnTo>
                  <a:lnTo>
                    <a:pt x="1465875" y="33513"/>
                  </a:lnTo>
                  <a:lnTo>
                    <a:pt x="1487403" y="40791"/>
                  </a:lnTo>
                  <a:lnTo>
                    <a:pt x="1496541" y="43935"/>
                  </a:lnTo>
                  <a:lnTo>
                    <a:pt x="1498210" y="44474"/>
                  </a:lnTo>
                  <a:lnTo>
                    <a:pt x="1510951" y="49776"/>
                  </a:lnTo>
                  <a:lnTo>
                    <a:pt x="1533445" y="58131"/>
                  </a:lnTo>
                  <a:lnTo>
                    <a:pt x="1541265" y="63073"/>
                  </a:lnTo>
                  <a:lnTo>
                    <a:pt x="1548470" y="69003"/>
                  </a:lnTo>
                  <a:lnTo>
                    <a:pt x="1553302" y="74214"/>
                  </a:lnTo>
                  <a:lnTo>
                    <a:pt x="1558047" y="77179"/>
                  </a:lnTo>
                  <a:lnTo>
                    <a:pt x="1566922" y="79336"/>
                  </a:lnTo>
                  <a:lnTo>
                    <a:pt x="1572809" y="79695"/>
                  </a:lnTo>
                  <a:lnTo>
                    <a:pt x="1592315" y="81133"/>
                  </a:lnTo>
                  <a:lnTo>
                    <a:pt x="1611470" y="87692"/>
                  </a:lnTo>
                  <a:lnTo>
                    <a:pt x="1623332" y="90567"/>
                  </a:lnTo>
                  <a:lnTo>
                    <a:pt x="1636863" y="88590"/>
                  </a:lnTo>
                  <a:lnTo>
                    <a:pt x="1649340" y="80414"/>
                  </a:lnTo>
                  <a:lnTo>
                    <a:pt x="1663751" y="70261"/>
                  </a:lnTo>
                  <a:lnTo>
                    <a:pt x="1682378" y="60108"/>
                  </a:lnTo>
                  <a:lnTo>
                    <a:pt x="1695295" y="55436"/>
                  </a:lnTo>
                  <a:lnTo>
                    <a:pt x="1710408" y="57952"/>
                  </a:lnTo>
                  <a:lnTo>
                    <a:pt x="1711286" y="58131"/>
                  </a:lnTo>
                  <a:lnTo>
                    <a:pt x="1723148" y="70620"/>
                  </a:lnTo>
                  <a:lnTo>
                    <a:pt x="1733780" y="81762"/>
                  </a:lnTo>
                  <a:lnTo>
                    <a:pt x="1751793" y="96497"/>
                  </a:lnTo>
                  <a:lnTo>
                    <a:pt x="1763655" y="96227"/>
                  </a:lnTo>
                  <a:lnTo>
                    <a:pt x="1777450" y="96227"/>
                  </a:lnTo>
                  <a:lnTo>
                    <a:pt x="1787379" y="96766"/>
                  </a:lnTo>
                  <a:lnTo>
                    <a:pt x="1793793" y="97126"/>
                  </a:lnTo>
                  <a:lnTo>
                    <a:pt x="1812421" y="100450"/>
                  </a:lnTo>
                  <a:lnTo>
                    <a:pt x="1824019" y="100450"/>
                  </a:lnTo>
                  <a:lnTo>
                    <a:pt x="1834914" y="104763"/>
                  </a:lnTo>
                  <a:lnTo>
                    <a:pt x="1846425" y="112310"/>
                  </a:lnTo>
                  <a:lnTo>
                    <a:pt x="1858990" y="122463"/>
                  </a:lnTo>
                  <a:lnTo>
                    <a:pt x="1869270" y="133963"/>
                  </a:lnTo>
                  <a:lnTo>
                    <a:pt x="1876299" y="152293"/>
                  </a:lnTo>
                  <a:lnTo>
                    <a:pt x="1878584" y="169723"/>
                  </a:lnTo>
                  <a:lnTo>
                    <a:pt x="1878848" y="179876"/>
                  </a:lnTo>
                  <a:lnTo>
                    <a:pt x="1882099" y="204225"/>
                  </a:lnTo>
                  <a:lnTo>
                    <a:pt x="1882714" y="233066"/>
                  </a:lnTo>
                  <a:lnTo>
                    <a:pt x="1887546" y="245196"/>
                  </a:lnTo>
                  <a:lnTo>
                    <a:pt x="1891061" y="260650"/>
                  </a:lnTo>
                  <a:lnTo>
                    <a:pt x="1891237" y="278080"/>
                  </a:lnTo>
                  <a:lnTo>
                    <a:pt x="1874191" y="293444"/>
                  </a:lnTo>
                  <a:lnTo>
                    <a:pt x="1858463" y="303687"/>
                  </a:lnTo>
                  <a:lnTo>
                    <a:pt x="1842119" y="308629"/>
                  </a:lnTo>
                  <a:lnTo>
                    <a:pt x="1825776" y="313481"/>
                  </a:lnTo>
                  <a:lnTo>
                    <a:pt x="1807500" y="320399"/>
                  </a:lnTo>
                  <a:lnTo>
                    <a:pt x="1789487" y="335853"/>
                  </a:lnTo>
                  <a:lnTo>
                    <a:pt x="1783161" y="340884"/>
                  </a:lnTo>
                  <a:lnTo>
                    <a:pt x="1767345" y="353553"/>
                  </a:lnTo>
                  <a:lnTo>
                    <a:pt x="1749332" y="367390"/>
                  </a:lnTo>
                  <a:lnTo>
                    <a:pt x="1725257" y="385090"/>
                  </a:lnTo>
                  <a:lnTo>
                    <a:pt x="1712077" y="395872"/>
                  </a:lnTo>
                  <a:lnTo>
                    <a:pt x="1694152" y="411325"/>
                  </a:lnTo>
                  <a:lnTo>
                    <a:pt x="1676140" y="420220"/>
                  </a:lnTo>
                  <a:lnTo>
                    <a:pt x="1653997" y="433338"/>
                  </a:lnTo>
                  <a:lnTo>
                    <a:pt x="1636951" y="443312"/>
                  </a:lnTo>
                  <a:lnTo>
                    <a:pt x="1625089" y="446816"/>
                  </a:lnTo>
                  <a:lnTo>
                    <a:pt x="1611294" y="454363"/>
                  </a:lnTo>
                  <a:lnTo>
                    <a:pt x="1600750" y="465863"/>
                  </a:lnTo>
                  <a:lnTo>
                    <a:pt x="1588185" y="473051"/>
                  </a:lnTo>
                  <a:lnTo>
                    <a:pt x="1570876" y="473051"/>
                  </a:lnTo>
                  <a:lnTo>
                    <a:pt x="1555763" y="476645"/>
                  </a:lnTo>
                  <a:lnTo>
                    <a:pt x="1540035" y="489763"/>
                  </a:lnTo>
                  <a:lnTo>
                    <a:pt x="1523955" y="496053"/>
                  </a:lnTo>
                  <a:lnTo>
                    <a:pt x="1508578" y="490482"/>
                  </a:lnTo>
                  <a:lnTo>
                    <a:pt x="1492850" y="483923"/>
                  </a:lnTo>
                  <a:lnTo>
                    <a:pt x="1473871" y="469098"/>
                  </a:lnTo>
                  <a:lnTo>
                    <a:pt x="1459813" y="450410"/>
                  </a:lnTo>
                  <a:lnTo>
                    <a:pt x="1445666" y="437292"/>
                  </a:lnTo>
                  <a:lnTo>
                    <a:pt x="1425105" y="429744"/>
                  </a:lnTo>
                  <a:lnTo>
                    <a:pt x="1388201" y="425162"/>
                  </a:lnTo>
                  <a:lnTo>
                    <a:pt x="1371155" y="424443"/>
                  </a:lnTo>
                  <a:lnTo>
                    <a:pt x="1355076" y="419232"/>
                  </a:lnTo>
                  <a:lnTo>
                    <a:pt x="1344532" y="418244"/>
                  </a:lnTo>
                  <a:lnTo>
                    <a:pt x="1313691" y="413662"/>
                  </a:lnTo>
                  <a:lnTo>
                    <a:pt x="1284519" y="407732"/>
                  </a:lnTo>
                  <a:lnTo>
                    <a:pt x="1115200" y="502522"/>
                  </a:lnTo>
                  <a:lnTo>
                    <a:pt x="957480" y="602523"/>
                  </a:lnTo>
                  <a:lnTo>
                    <a:pt x="933141" y="598480"/>
                  </a:lnTo>
                  <a:lnTo>
                    <a:pt x="893865" y="598390"/>
                  </a:lnTo>
                  <a:lnTo>
                    <a:pt x="883936" y="601175"/>
                  </a:lnTo>
                  <a:lnTo>
                    <a:pt x="881651" y="600726"/>
                  </a:lnTo>
                  <a:lnTo>
                    <a:pt x="879103" y="600726"/>
                  </a:lnTo>
                  <a:lnTo>
                    <a:pt x="876028" y="601175"/>
                  </a:lnTo>
                  <a:lnTo>
                    <a:pt x="873128" y="601535"/>
                  </a:lnTo>
                  <a:lnTo>
                    <a:pt x="869702" y="602523"/>
                  </a:lnTo>
                  <a:lnTo>
                    <a:pt x="865308" y="604050"/>
                  </a:lnTo>
                  <a:lnTo>
                    <a:pt x="861881" y="605668"/>
                  </a:lnTo>
                  <a:lnTo>
                    <a:pt x="859509" y="607195"/>
                  </a:lnTo>
                  <a:lnTo>
                    <a:pt x="856258" y="608453"/>
                  </a:lnTo>
                  <a:lnTo>
                    <a:pt x="855028" y="608902"/>
                  </a:lnTo>
                  <a:lnTo>
                    <a:pt x="852216" y="611148"/>
                  </a:lnTo>
                  <a:lnTo>
                    <a:pt x="848701" y="613035"/>
                  </a:lnTo>
                  <a:lnTo>
                    <a:pt x="846417" y="613305"/>
                  </a:lnTo>
                  <a:lnTo>
                    <a:pt x="843078" y="611957"/>
                  </a:lnTo>
                  <a:lnTo>
                    <a:pt x="842551" y="611777"/>
                  </a:lnTo>
                  <a:lnTo>
                    <a:pt x="839739" y="609980"/>
                  </a:lnTo>
                  <a:lnTo>
                    <a:pt x="837367" y="609172"/>
                  </a:lnTo>
                  <a:lnTo>
                    <a:pt x="835609" y="607285"/>
                  </a:lnTo>
                  <a:lnTo>
                    <a:pt x="834028" y="604679"/>
                  </a:lnTo>
                  <a:lnTo>
                    <a:pt x="830777" y="603152"/>
                  </a:lnTo>
                  <a:lnTo>
                    <a:pt x="824275" y="602703"/>
                  </a:lnTo>
                  <a:lnTo>
                    <a:pt x="819969" y="604230"/>
                  </a:lnTo>
                  <a:lnTo>
                    <a:pt x="815576" y="604949"/>
                  </a:lnTo>
                  <a:lnTo>
                    <a:pt x="812940" y="605218"/>
                  </a:lnTo>
                  <a:lnTo>
                    <a:pt x="810128" y="605488"/>
                  </a:lnTo>
                  <a:lnTo>
                    <a:pt x="805032" y="604320"/>
                  </a:lnTo>
                  <a:lnTo>
                    <a:pt x="802220" y="604050"/>
                  </a:lnTo>
                  <a:lnTo>
                    <a:pt x="798881" y="604949"/>
                  </a:lnTo>
                  <a:lnTo>
                    <a:pt x="791940" y="604140"/>
                  </a:lnTo>
                  <a:lnTo>
                    <a:pt x="785877" y="604050"/>
                  </a:lnTo>
                  <a:lnTo>
                    <a:pt x="783329" y="604500"/>
                  </a:lnTo>
                  <a:lnTo>
                    <a:pt x="778584" y="606207"/>
                  </a:lnTo>
                  <a:lnTo>
                    <a:pt x="774894" y="607554"/>
                  </a:lnTo>
                  <a:lnTo>
                    <a:pt x="771203" y="607195"/>
                  </a:lnTo>
                  <a:lnTo>
                    <a:pt x="764613" y="607015"/>
                  </a:lnTo>
                  <a:lnTo>
                    <a:pt x="762944" y="606746"/>
                  </a:lnTo>
                  <a:lnTo>
                    <a:pt x="758726" y="606297"/>
                  </a:lnTo>
                  <a:lnTo>
                    <a:pt x="754684" y="604859"/>
                  </a:lnTo>
                  <a:lnTo>
                    <a:pt x="751697" y="605039"/>
                  </a:lnTo>
                  <a:lnTo>
                    <a:pt x="748358" y="605039"/>
                  </a:lnTo>
                  <a:lnTo>
                    <a:pt x="745195" y="604949"/>
                  </a:lnTo>
                  <a:lnTo>
                    <a:pt x="741241" y="604949"/>
                  </a:lnTo>
                  <a:lnTo>
                    <a:pt x="737726" y="605488"/>
                  </a:lnTo>
                  <a:lnTo>
                    <a:pt x="731927" y="607734"/>
                  </a:lnTo>
                  <a:lnTo>
                    <a:pt x="722350" y="609172"/>
                  </a:lnTo>
                  <a:lnTo>
                    <a:pt x="719626" y="611508"/>
                  </a:lnTo>
                  <a:lnTo>
                    <a:pt x="717780" y="614023"/>
                  </a:lnTo>
                  <a:lnTo>
                    <a:pt x="714090" y="616360"/>
                  </a:lnTo>
                  <a:lnTo>
                    <a:pt x="710927" y="618336"/>
                  </a:lnTo>
                  <a:lnTo>
                    <a:pt x="708291" y="621032"/>
                  </a:lnTo>
                  <a:lnTo>
                    <a:pt x="704073" y="624086"/>
                  </a:lnTo>
                  <a:lnTo>
                    <a:pt x="700822" y="626243"/>
                  </a:lnTo>
                  <a:lnTo>
                    <a:pt x="697571" y="630376"/>
                  </a:lnTo>
                  <a:lnTo>
                    <a:pt x="696780" y="633431"/>
                  </a:lnTo>
                  <a:lnTo>
                    <a:pt x="696165" y="636126"/>
                  </a:lnTo>
                  <a:lnTo>
                    <a:pt x="695023" y="639720"/>
                  </a:lnTo>
                  <a:lnTo>
                    <a:pt x="691421" y="644841"/>
                  </a:lnTo>
                  <a:lnTo>
                    <a:pt x="688697" y="647447"/>
                  </a:lnTo>
                  <a:lnTo>
                    <a:pt x="682282" y="651311"/>
                  </a:lnTo>
                  <a:lnTo>
                    <a:pt x="680086" y="653108"/>
                  </a:lnTo>
                  <a:lnTo>
                    <a:pt x="678680" y="657330"/>
                  </a:lnTo>
                  <a:lnTo>
                    <a:pt x="677010" y="661733"/>
                  </a:lnTo>
                  <a:lnTo>
                    <a:pt x="675165" y="663620"/>
                  </a:lnTo>
                  <a:lnTo>
                    <a:pt x="673056" y="663171"/>
                  </a:lnTo>
                  <a:lnTo>
                    <a:pt x="669805" y="662901"/>
                  </a:lnTo>
                  <a:lnTo>
                    <a:pt x="661370" y="662362"/>
                  </a:lnTo>
                  <a:lnTo>
                    <a:pt x="653550" y="660745"/>
                  </a:lnTo>
                  <a:lnTo>
                    <a:pt x="649333" y="658139"/>
                  </a:lnTo>
                  <a:lnTo>
                    <a:pt x="647048" y="656252"/>
                  </a:lnTo>
                  <a:lnTo>
                    <a:pt x="640897" y="655983"/>
                  </a:lnTo>
                  <a:lnTo>
                    <a:pt x="631935" y="658588"/>
                  </a:lnTo>
                  <a:lnTo>
                    <a:pt x="628596" y="657780"/>
                  </a:lnTo>
                  <a:lnTo>
                    <a:pt x="625696" y="657061"/>
                  </a:lnTo>
                  <a:lnTo>
                    <a:pt x="620600" y="655713"/>
                  </a:lnTo>
                  <a:lnTo>
                    <a:pt x="610583" y="649154"/>
                  </a:lnTo>
                  <a:lnTo>
                    <a:pt x="607947" y="647267"/>
                  </a:lnTo>
                  <a:lnTo>
                    <a:pt x="603730" y="644213"/>
                  </a:lnTo>
                  <a:lnTo>
                    <a:pt x="590726" y="637743"/>
                  </a:lnTo>
                  <a:lnTo>
                    <a:pt x="578249" y="636935"/>
                  </a:lnTo>
                  <a:lnTo>
                    <a:pt x="568320" y="639540"/>
                  </a:lnTo>
                  <a:lnTo>
                    <a:pt x="562520" y="643224"/>
                  </a:lnTo>
                  <a:lnTo>
                    <a:pt x="560675" y="643044"/>
                  </a:lnTo>
                  <a:lnTo>
                    <a:pt x="559357" y="642775"/>
                  </a:lnTo>
                  <a:lnTo>
                    <a:pt x="557161" y="642685"/>
                  </a:lnTo>
                  <a:lnTo>
                    <a:pt x="554612" y="643494"/>
                  </a:lnTo>
                  <a:lnTo>
                    <a:pt x="552679" y="644302"/>
                  </a:lnTo>
                  <a:lnTo>
                    <a:pt x="551274" y="644572"/>
                  </a:lnTo>
                  <a:lnTo>
                    <a:pt x="550219" y="643943"/>
                  </a:lnTo>
                  <a:lnTo>
                    <a:pt x="548989" y="644033"/>
                  </a:lnTo>
                  <a:lnTo>
                    <a:pt x="546704" y="644392"/>
                  </a:lnTo>
                  <a:lnTo>
                    <a:pt x="546089" y="644392"/>
                  </a:lnTo>
                  <a:lnTo>
                    <a:pt x="544596" y="644302"/>
                  </a:lnTo>
                  <a:lnTo>
                    <a:pt x="542223" y="645021"/>
                  </a:lnTo>
                  <a:lnTo>
                    <a:pt x="515600" y="652568"/>
                  </a:lnTo>
                  <a:lnTo>
                    <a:pt x="509801" y="649963"/>
                  </a:lnTo>
                  <a:lnTo>
                    <a:pt x="509361" y="648615"/>
                  </a:lnTo>
                  <a:lnTo>
                    <a:pt x="508483" y="645470"/>
                  </a:lnTo>
                  <a:lnTo>
                    <a:pt x="502068" y="634060"/>
                  </a:lnTo>
                  <a:lnTo>
                    <a:pt x="501278" y="632532"/>
                  </a:lnTo>
                  <a:lnTo>
                    <a:pt x="499344" y="628759"/>
                  </a:lnTo>
                  <a:lnTo>
                    <a:pt x="498905" y="627950"/>
                  </a:lnTo>
                  <a:lnTo>
                    <a:pt x="498729" y="627680"/>
                  </a:lnTo>
                  <a:lnTo>
                    <a:pt x="495039" y="621301"/>
                  </a:lnTo>
                  <a:lnTo>
                    <a:pt x="491437" y="614922"/>
                  </a:lnTo>
                  <a:lnTo>
                    <a:pt x="490646" y="613664"/>
                  </a:lnTo>
                  <a:lnTo>
                    <a:pt x="484407" y="602882"/>
                  </a:lnTo>
                  <a:lnTo>
                    <a:pt x="483704" y="601714"/>
                  </a:lnTo>
                  <a:lnTo>
                    <a:pt x="482826" y="600097"/>
                  </a:lnTo>
                  <a:lnTo>
                    <a:pt x="477114" y="590303"/>
                  </a:lnTo>
                  <a:lnTo>
                    <a:pt x="475796" y="588057"/>
                  </a:lnTo>
                  <a:lnTo>
                    <a:pt x="474830" y="586440"/>
                  </a:lnTo>
                  <a:lnTo>
                    <a:pt x="474478" y="585811"/>
                  </a:lnTo>
                  <a:lnTo>
                    <a:pt x="471051" y="579881"/>
                  </a:lnTo>
                  <a:lnTo>
                    <a:pt x="470788" y="579522"/>
                  </a:lnTo>
                  <a:lnTo>
                    <a:pt x="470524" y="579612"/>
                  </a:lnTo>
                  <a:lnTo>
                    <a:pt x="454533" y="588057"/>
                  </a:lnTo>
                  <a:lnTo>
                    <a:pt x="443901" y="593628"/>
                  </a:lnTo>
                  <a:lnTo>
                    <a:pt x="436696" y="597491"/>
                  </a:lnTo>
                  <a:lnTo>
                    <a:pt x="435026" y="598300"/>
                  </a:lnTo>
                  <a:lnTo>
                    <a:pt x="424219" y="604050"/>
                  </a:lnTo>
                  <a:lnTo>
                    <a:pt x="418332" y="607105"/>
                  </a:lnTo>
                  <a:lnTo>
                    <a:pt x="417541" y="607554"/>
                  </a:lnTo>
                  <a:lnTo>
                    <a:pt x="411214" y="610340"/>
                  </a:lnTo>
                  <a:lnTo>
                    <a:pt x="407963" y="611867"/>
                  </a:lnTo>
                  <a:lnTo>
                    <a:pt x="402779" y="614203"/>
                  </a:lnTo>
                  <a:lnTo>
                    <a:pt x="398650" y="616000"/>
                  </a:lnTo>
                  <a:lnTo>
                    <a:pt x="393817" y="618156"/>
                  </a:lnTo>
                  <a:lnTo>
                    <a:pt x="388369" y="620672"/>
                  </a:lnTo>
                  <a:lnTo>
                    <a:pt x="378616" y="621750"/>
                  </a:lnTo>
                  <a:lnTo>
                    <a:pt x="364030" y="623278"/>
                  </a:lnTo>
                  <a:lnTo>
                    <a:pt x="361921" y="623547"/>
                  </a:lnTo>
                  <a:lnTo>
                    <a:pt x="347160" y="625165"/>
                  </a:lnTo>
                  <a:lnTo>
                    <a:pt x="345402" y="625794"/>
                  </a:lnTo>
                  <a:lnTo>
                    <a:pt x="343030" y="626602"/>
                  </a:lnTo>
                  <a:lnTo>
                    <a:pt x="338549" y="628220"/>
                  </a:lnTo>
                  <a:lnTo>
                    <a:pt x="327038" y="632353"/>
                  </a:lnTo>
                  <a:lnTo>
                    <a:pt x="323787" y="633790"/>
                  </a:lnTo>
                  <a:lnTo>
                    <a:pt x="323612" y="633880"/>
                  </a:lnTo>
                  <a:lnTo>
                    <a:pt x="300854" y="643763"/>
                  </a:lnTo>
                  <a:lnTo>
                    <a:pt x="298218" y="644931"/>
                  </a:lnTo>
                  <a:lnTo>
                    <a:pt x="297603" y="645201"/>
                  </a:lnTo>
                  <a:lnTo>
                    <a:pt x="291013" y="647806"/>
                  </a:lnTo>
                  <a:lnTo>
                    <a:pt x="286180" y="649693"/>
                  </a:lnTo>
                  <a:lnTo>
                    <a:pt x="270716" y="655713"/>
                  </a:lnTo>
                  <a:lnTo>
                    <a:pt x="265620" y="657690"/>
                  </a:lnTo>
                  <a:lnTo>
                    <a:pt x="263072" y="659666"/>
                  </a:lnTo>
                  <a:lnTo>
                    <a:pt x="252440" y="668112"/>
                  </a:lnTo>
                  <a:lnTo>
                    <a:pt x="247344" y="670898"/>
                  </a:lnTo>
                  <a:lnTo>
                    <a:pt x="244092" y="672335"/>
                  </a:lnTo>
                  <a:lnTo>
                    <a:pt x="241105" y="671886"/>
                  </a:lnTo>
                  <a:lnTo>
                    <a:pt x="238996" y="671437"/>
                  </a:lnTo>
                  <a:lnTo>
                    <a:pt x="236184" y="670538"/>
                  </a:lnTo>
                  <a:lnTo>
                    <a:pt x="233461" y="669999"/>
                  </a:lnTo>
                  <a:lnTo>
                    <a:pt x="231264" y="678535"/>
                  </a:lnTo>
                  <a:lnTo>
                    <a:pt x="231176" y="678894"/>
                  </a:lnTo>
                  <a:lnTo>
                    <a:pt x="228277" y="687609"/>
                  </a:lnTo>
                  <a:lnTo>
                    <a:pt x="225728" y="693719"/>
                  </a:lnTo>
                  <a:lnTo>
                    <a:pt x="225201" y="694977"/>
                  </a:lnTo>
                  <a:lnTo>
                    <a:pt x="225113" y="695336"/>
                  </a:lnTo>
                  <a:lnTo>
                    <a:pt x="222565" y="701356"/>
                  </a:lnTo>
                  <a:lnTo>
                    <a:pt x="217293" y="714294"/>
                  </a:lnTo>
                  <a:lnTo>
                    <a:pt x="215009" y="719685"/>
                  </a:lnTo>
                  <a:lnTo>
                    <a:pt x="213603" y="723189"/>
                  </a:lnTo>
                  <a:lnTo>
                    <a:pt x="213427" y="723549"/>
                  </a:lnTo>
                  <a:lnTo>
                    <a:pt x="211143" y="729209"/>
                  </a:lnTo>
                  <a:lnTo>
                    <a:pt x="205607" y="742776"/>
                  </a:lnTo>
                  <a:lnTo>
                    <a:pt x="204904" y="744663"/>
                  </a:lnTo>
                  <a:lnTo>
                    <a:pt x="201565" y="752749"/>
                  </a:lnTo>
                  <a:lnTo>
                    <a:pt x="200335" y="755894"/>
                  </a:lnTo>
                  <a:lnTo>
                    <a:pt x="194975" y="768742"/>
                  </a:lnTo>
                  <a:lnTo>
                    <a:pt x="193569" y="771977"/>
                  </a:lnTo>
                  <a:lnTo>
                    <a:pt x="193394" y="772606"/>
                  </a:lnTo>
                  <a:lnTo>
                    <a:pt x="192339" y="774493"/>
                  </a:lnTo>
                  <a:lnTo>
                    <a:pt x="190318" y="777817"/>
                  </a:lnTo>
                  <a:lnTo>
                    <a:pt x="188649" y="780602"/>
                  </a:lnTo>
                  <a:lnTo>
                    <a:pt x="186628" y="783927"/>
                  </a:lnTo>
                  <a:lnTo>
                    <a:pt x="184080" y="787431"/>
                  </a:lnTo>
                  <a:lnTo>
                    <a:pt x="181444" y="790665"/>
                  </a:lnTo>
                  <a:lnTo>
                    <a:pt x="179159" y="793181"/>
                  </a:lnTo>
                  <a:lnTo>
                    <a:pt x="177490" y="795068"/>
                  </a:lnTo>
                  <a:lnTo>
                    <a:pt x="176172" y="796326"/>
                  </a:lnTo>
                  <a:lnTo>
                    <a:pt x="172569" y="799830"/>
                  </a:lnTo>
                  <a:lnTo>
                    <a:pt x="168615" y="803604"/>
                  </a:lnTo>
                  <a:lnTo>
                    <a:pt x="168176" y="803963"/>
                  </a:lnTo>
                  <a:lnTo>
                    <a:pt x="166419" y="805580"/>
                  </a:lnTo>
                  <a:lnTo>
                    <a:pt x="163870" y="808186"/>
                  </a:lnTo>
                  <a:lnTo>
                    <a:pt x="163607" y="808366"/>
                  </a:lnTo>
                  <a:lnTo>
                    <a:pt x="163167" y="808815"/>
                  </a:lnTo>
                  <a:lnTo>
                    <a:pt x="161762" y="810163"/>
                  </a:lnTo>
                  <a:lnTo>
                    <a:pt x="158247" y="813487"/>
                  </a:lnTo>
                  <a:lnTo>
                    <a:pt x="154908" y="816811"/>
                  </a:lnTo>
                  <a:lnTo>
                    <a:pt x="154205" y="817530"/>
                  </a:lnTo>
                  <a:lnTo>
                    <a:pt x="152184" y="819507"/>
                  </a:lnTo>
                  <a:lnTo>
                    <a:pt x="151393" y="820315"/>
                  </a:lnTo>
                  <a:lnTo>
                    <a:pt x="149109" y="822562"/>
                  </a:lnTo>
                  <a:lnTo>
                    <a:pt x="148757" y="822921"/>
                  </a:lnTo>
                  <a:lnTo>
                    <a:pt x="147879" y="823640"/>
                  </a:lnTo>
                  <a:lnTo>
                    <a:pt x="146297" y="825257"/>
                  </a:lnTo>
                  <a:lnTo>
                    <a:pt x="143310" y="828492"/>
                  </a:lnTo>
                  <a:lnTo>
                    <a:pt x="142080" y="829929"/>
                  </a:lnTo>
                  <a:lnTo>
                    <a:pt x="141201" y="831277"/>
                  </a:lnTo>
                  <a:lnTo>
                    <a:pt x="140937" y="831816"/>
                  </a:lnTo>
                  <a:lnTo>
                    <a:pt x="140586" y="832445"/>
                  </a:lnTo>
                  <a:lnTo>
                    <a:pt x="140410" y="832894"/>
                  </a:lnTo>
                  <a:lnTo>
                    <a:pt x="134787" y="833074"/>
                  </a:lnTo>
                  <a:lnTo>
                    <a:pt x="123891" y="833164"/>
                  </a:lnTo>
                  <a:lnTo>
                    <a:pt x="123100" y="828312"/>
                  </a:lnTo>
                  <a:lnTo>
                    <a:pt x="122310" y="824538"/>
                  </a:lnTo>
                  <a:lnTo>
                    <a:pt x="121870" y="823101"/>
                  </a:lnTo>
                  <a:lnTo>
                    <a:pt x="121167" y="821843"/>
                  </a:lnTo>
                  <a:lnTo>
                    <a:pt x="119586" y="819597"/>
                  </a:lnTo>
                  <a:lnTo>
                    <a:pt x="115807" y="814655"/>
                  </a:lnTo>
                  <a:lnTo>
                    <a:pt x="112820" y="810702"/>
                  </a:lnTo>
                  <a:lnTo>
                    <a:pt x="110975" y="808366"/>
                  </a:lnTo>
                  <a:lnTo>
                    <a:pt x="110272" y="807467"/>
                  </a:lnTo>
                  <a:lnTo>
                    <a:pt x="104473" y="800010"/>
                  </a:lnTo>
                  <a:lnTo>
                    <a:pt x="102540" y="797404"/>
                  </a:lnTo>
                  <a:lnTo>
                    <a:pt x="96565" y="789587"/>
                  </a:lnTo>
                  <a:lnTo>
                    <a:pt x="95774" y="788599"/>
                  </a:lnTo>
                  <a:lnTo>
                    <a:pt x="94895" y="787341"/>
                  </a:lnTo>
                  <a:lnTo>
                    <a:pt x="73192" y="758769"/>
                  </a:lnTo>
                  <a:lnTo>
                    <a:pt x="64142" y="747179"/>
                  </a:lnTo>
                  <a:lnTo>
                    <a:pt x="63878" y="746819"/>
                  </a:lnTo>
                  <a:lnTo>
                    <a:pt x="63703" y="746460"/>
                  </a:lnTo>
                  <a:lnTo>
                    <a:pt x="62385" y="743405"/>
                  </a:lnTo>
                  <a:lnTo>
                    <a:pt x="63703" y="742057"/>
                  </a:lnTo>
                  <a:lnTo>
                    <a:pt x="62560" y="740440"/>
                  </a:lnTo>
                  <a:lnTo>
                    <a:pt x="62209" y="739182"/>
                  </a:lnTo>
                  <a:lnTo>
                    <a:pt x="62121" y="738374"/>
                  </a:lnTo>
                  <a:lnTo>
                    <a:pt x="62473" y="736127"/>
                  </a:lnTo>
                  <a:lnTo>
                    <a:pt x="62736" y="735229"/>
                  </a:lnTo>
                  <a:lnTo>
                    <a:pt x="63263" y="734061"/>
                  </a:lnTo>
                  <a:lnTo>
                    <a:pt x="63966" y="733073"/>
                  </a:lnTo>
                  <a:lnTo>
                    <a:pt x="64757" y="732354"/>
                  </a:lnTo>
                  <a:lnTo>
                    <a:pt x="65899" y="731905"/>
                  </a:lnTo>
                  <a:lnTo>
                    <a:pt x="68008" y="731276"/>
                  </a:lnTo>
                  <a:lnTo>
                    <a:pt x="71523" y="730826"/>
                  </a:lnTo>
                  <a:lnTo>
                    <a:pt x="74950" y="730467"/>
                  </a:lnTo>
                  <a:lnTo>
                    <a:pt x="75828" y="730557"/>
                  </a:lnTo>
                  <a:lnTo>
                    <a:pt x="76004" y="730467"/>
                  </a:lnTo>
                  <a:lnTo>
                    <a:pt x="76268" y="730467"/>
                  </a:lnTo>
                  <a:lnTo>
                    <a:pt x="79694" y="730647"/>
                  </a:lnTo>
                  <a:lnTo>
                    <a:pt x="79870" y="730647"/>
                  </a:lnTo>
                  <a:lnTo>
                    <a:pt x="80309" y="730647"/>
                  </a:lnTo>
                  <a:lnTo>
                    <a:pt x="85406" y="730826"/>
                  </a:lnTo>
                  <a:lnTo>
                    <a:pt x="89535" y="730916"/>
                  </a:lnTo>
                  <a:lnTo>
                    <a:pt x="90063" y="730916"/>
                  </a:lnTo>
                  <a:lnTo>
                    <a:pt x="91468" y="730377"/>
                  </a:lnTo>
                  <a:lnTo>
                    <a:pt x="90678" y="729838"/>
                  </a:lnTo>
                  <a:lnTo>
                    <a:pt x="89448" y="728940"/>
                  </a:lnTo>
                  <a:lnTo>
                    <a:pt x="89272" y="728760"/>
                  </a:lnTo>
                  <a:lnTo>
                    <a:pt x="89096" y="728670"/>
                  </a:lnTo>
                  <a:lnTo>
                    <a:pt x="88745" y="728131"/>
                  </a:lnTo>
                  <a:lnTo>
                    <a:pt x="87163" y="726334"/>
                  </a:lnTo>
                  <a:lnTo>
                    <a:pt x="85054" y="722201"/>
                  </a:lnTo>
                  <a:lnTo>
                    <a:pt x="83209" y="717169"/>
                  </a:lnTo>
                  <a:lnTo>
                    <a:pt x="81452" y="712587"/>
                  </a:lnTo>
                  <a:lnTo>
                    <a:pt x="81276" y="712228"/>
                  </a:lnTo>
                  <a:lnTo>
                    <a:pt x="80749" y="710700"/>
                  </a:lnTo>
                  <a:lnTo>
                    <a:pt x="80749" y="709173"/>
                  </a:lnTo>
                  <a:lnTo>
                    <a:pt x="80837" y="707556"/>
                  </a:lnTo>
                  <a:lnTo>
                    <a:pt x="81100" y="706477"/>
                  </a:lnTo>
                  <a:lnTo>
                    <a:pt x="81979" y="702434"/>
                  </a:lnTo>
                  <a:lnTo>
                    <a:pt x="82155" y="701716"/>
                  </a:lnTo>
                  <a:lnTo>
                    <a:pt x="84088" y="693539"/>
                  </a:lnTo>
                  <a:lnTo>
                    <a:pt x="86021" y="685453"/>
                  </a:lnTo>
                  <a:lnTo>
                    <a:pt x="86899" y="681500"/>
                  </a:lnTo>
                  <a:lnTo>
                    <a:pt x="87075" y="680871"/>
                  </a:lnTo>
                  <a:lnTo>
                    <a:pt x="88920" y="673054"/>
                  </a:lnTo>
                  <a:lnTo>
                    <a:pt x="91644" y="661463"/>
                  </a:lnTo>
                  <a:lnTo>
                    <a:pt x="95598" y="644841"/>
                  </a:lnTo>
                  <a:lnTo>
                    <a:pt x="94017" y="645021"/>
                  </a:lnTo>
                  <a:lnTo>
                    <a:pt x="93489" y="645111"/>
                  </a:lnTo>
                  <a:lnTo>
                    <a:pt x="90414" y="645560"/>
                  </a:lnTo>
                  <a:lnTo>
                    <a:pt x="86460" y="645920"/>
                  </a:lnTo>
                  <a:lnTo>
                    <a:pt x="85142" y="645920"/>
                  </a:lnTo>
                  <a:lnTo>
                    <a:pt x="76004" y="646279"/>
                  </a:lnTo>
                  <a:lnTo>
                    <a:pt x="66251" y="646728"/>
                  </a:lnTo>
                  <a:lnTo>
                    <a:pt x="62209" y="646638"/>
                  </a:lnTo>
                  <a:lnTo>
                    <a:pt x="53247" y="645650"/>
                  </a:lnTo>
                  <a:lnTo>
                    <a:pt x="35585" y="643853"/>
                  </a:lnTo>
                  <a:lnTo>
                    <a:pt x="31983" y="643494"/>
                  </a:lnTo>
                  <a:lnTo>
                    <a:pt x="14058" y="642236"/>
                  </a:lnTo>
                  <a:lnTo>
                    <a:pt x="9401" y="642146"/>
                  </a:lnTo>
                  <a:lnTo>
                    <a:pt x="8962" y="642056"/>
                  </a:lnTo>
                  <a:lnTo>
                    <a:pt x="8698" y="642056"/>
                  </a:lnTo>
                  <a:lnTo>
                    <a:pt x="8171" y="642056"/>
                  </a:lnTo>
                  <a:lnTo>
                    <a:pt x="3251" y="641517"/>
                  </a:lnTo>
                  <a:lnTo>
                    <a:pt x="0" y="641248"/>
                  </a:lnTo>
                  <a:lnTo>
                    <a:pt x="87" y="640888"/>
                  </a:lnTo>
                  <a:lnTo>
                    <a:pt x="702" y="634599"/>
                  </a:lnTo>
                  <a:lnTo>
                    <a:pt x="790" y="634060"/>
                  </a:lnTo>
                  <a:lnTo>
                    <a:pt x="1142" y="630645"/>
                  </a:lnTo>
                  <a:lnTo>
                    <a:pt x="1142" y="630376"/>
                  </a:lnTo>
                  <a:lnTo>
                    <a:pt x="1757" y="624626"/>
                  </a:lnTo>
                  <a:lnTo>
                    <a:pt x="1757" y="624266"/>
                  </a:lnTo>
                  <a:lnTo>
                    <a:pt x="2284" y="619504"/>
                  </a:lnTo>
                  <a:lnTo>
                    <a:pt x="2548" y="616360"/>
                  </a:lnTo>
                  <a:lnTo>
                    <a:pt x="2635" y="615731"/>
                  </a:lnTo>
                  <a:lnTo>
                    <a:pt x="3426" y="615910"/>
                  </a:lnTo>
                  <a:lnTo>
                    <a:pt x="3778" y="616000"/>
                  </a:lnTo>
                  <a:lnTo>
                    <a:pt x="5096" y="616180"/>
                  </a:lnTo>
                  <a:lnTo>
                    <a:pt x="6677" y="615910"/>
                  </a:lnTo>
                  <a:lnTo>
                    <a:pt x="6853" y="615731"/>
                  </a:lnTo>
                  <a:lnTo>
                    <a:pt x="7029" y="615551"/>
                  </a:lnTo>
                  <a:lnTo>
                    <a:pt x="7380" y="615102"/>
                  </a:lnTo>
                  <a:lnTo>
                    <a:pt x="7468" y="614742"/>
                  </a:lnTo>
                  <a:lnTo>
                    <a:pt x="7556" y="614563"/>
                  </a:lnTo>
                  <a:lnTo>
                    <a:pt x="7556" y="614023"/>
                  </a:lnTo>
                  <a:lnTo>
                    <a:pt x="7556" y="613754"/>
                  </a:lnTo>
                  <a:lnTo>
                    <a:pt x="7556" y="613574"/>
                  </a:lnTo>
                  <a:lnTo>
                    <a:pt x="7556" y="613215"/>
                  </a:lnTo>
                  <a:lnTo>
                    <a:pt x="7644" y="612406"/>
                  </a:lnTo>
                  <a:lnTo>
                    <a:pt x="7907" y="611598"/>
                  </a:lnTo>
                  <a:lnTo>
                    <a:pt x="8435" y="610519"/>
                  </a:lnTo>
                  <a:lnTo>
                    <a:pt x="9138" y="608992"/>
                  </a:lnTo>
                  <a:lnTo>
                    <a:pt x="9489" y="608453"/>
                  </a:lnTo>
                  <a:lnTo>
                    <a:pt x="10280" y="606925"/>
                  </a:lnTo>
                  <a:lnTo>
                    <a:pt x="11510" y="605398"/>
                  </a:lnTo>
                  <a:lnTo>
                    <a:pt x="13531" y="603332"/>
                  </a:lnTo>
                  <a:lnTo>
                    <a:pt x="13970" y="602882"/>
                  </a:lnTo>
                  <a:lnTo>
                    <a:pt x="14322" y="602523"/>
                  </a:lnTo>
                  <a:lnTo>
                    <a:pt x="16167" y="600816"/>
                  </a:lnTo>
                  <a:lnTo>
                    <a:pt x="18012" y="599738"/>
                  </a:lnTo>
                  <a:lnTo>
                    <a:pt x="18188" y="599558"/>
                  </a:lnTo>
                  <a:lnTo>
                    <a:pt x="19857" y="599378"/>
                  </a:lnTo>
                  <a:lnTo>
                    <a:pt x="20912" y="599198"/>
                  </a:lnTo>
                  <a:lnTo>
                    <a:pt x="23372" y="598570"/>
                  </a:lnTo>
                  <a:lnTo>
                    <a:pt x="23636" y="598480"/>
                  </a:lnTo>
                  <a:lnTo>
                    <a:pt x="25217" y="597851"/>
                  </a:lnTo>
                  <a:lnTo>
                    <a:pt x="25481" y="597491"/>
                  </a:lnTo>
                  <a:lnTo>
                    <a:pt x="25832" y="597222"/>
                  </a:lnTo>
                  <a:lnTo>
                    <a:pt x="25920" y="597042"/>
                  </a:lnTo>
                  <a:lnTo>
                    <a:pt x="26008" y="596773"/>
                  </a:lnTo>
                  <a:lnTo>
                    <a:pt x="26359" y="595515"/>
                  </a:lnTo>
                  <a:lnTo>
                    <a:pt x="26535" y="594526"/>
                  </a:lnTo>
                  <a:lnTo>
                    <a:pt x="26623" y="594167"/>
                  </a:lnTo>
                  <a:lnTo>
                    <a:pt x="26799" y="593718"/>
                  </a:lnTo>
                  <a:lnTo>
                    <a:pt x="26974" y="593179"/>
                  </a:lnTo>
                  <a:lnTo>
                    <a:pt x="27326" y="592370"/>
                  </a:lnTo>
                  <a:lnTo>
                    <a:pt x="27414" y="592011"/>
                  </a:lnTo>
                  <a:lnTo>
                    <a:pt x="27765" y="591472"/>
                  </a:lnTo>
                  <a:lnTo>
                    <a:pt x="28117" y="590843"/>
                  </a:lnTo>
                  <a:lnTo>
                    <a:pt x="28292" y="590303"/>
                  </a:lnTo>
                  <a:lnTo>
                    <a:pt x="28380" y="589675"/>
                  </a:lnTo>
                  <a:lnTo>
                    <a:pt x="28468" y="589495"/>
                  </a:lnTo>
                  <a:lnTo>
                    <a:pt x="28556" y="589315"/>
                  </a:lnTo>
                  <a:lnTo>
                    <a:pt x="28732" y="588596"/>
                  </a:lnTo>
                  <a:lnTo>
                    <a:pt x="28908" y="588417"/>
                  </a:lnTo>
                  <a:lnTo>
                    <a:pt x="29171" y="587967"/>
                  </a:lnTo>
                  <a:lnTo>
                    <a:pt x="29435" y="587698"/>
                  </a:lnTo>
                  <a:lnTo>
                    <a:pt x="29962" y="587249"/>
                  </a:lnTo>
                  <a:lnTo>
                    <a:pt x="30928" y="586889"/>
                  </a:lnTo>
                  <a:lnTo>
                    <a:pt x="32071" y="586620"/>
                  </a:lnTo>
                  <a:lnTo>
                    <a:pt x="32862" y="585901"/>
                  </a:lnTo>
                  <a:lnTo>
                    <a:pt x="35498" y="581498"/>
                  </a:lnTo>
                  <a:lnTo>
                    <a:pt x="36113" y="581139"/>
                  </a:lnTo>
                  <a:lnTo>
                    <a:pt x="40418" y="578084"/>
                  </a:lnTo>
                  <a:lnTo>
                    <a:pt x="48414" y="576916"/>
                  </a:lnTo>
                  <a:lnTo>
                    <a:pt x="58870" y="578533"/>
                  </a:lnTo>
                  <a:lnTo>
                    <a:pt x="68711" y="584913"/>
                  </a:lnTo>
                  <a:lnTo>
                    <a:pt x="81188" y="596952"/>
                  </a:lnTo>
                  <a:lnTo>
                    <a:pt x="90150" y="601894"/>
                  </a:lnTo>
                  <a:lnTo>
                    <a:pt x="96828" y="604500"/>
                  </a:lnTo>
                  <a:lnTo>
                    <a:pt x="105879" y="605668"/>
                  </a:lnTo>
                  <a:lnTo>
                    <a:pt x="117565" y="605668"/>
                  </a:lnTo>
                  <a:lnTo>
                    <a:pt x="129163" y="606297"/>
                  </a:lnTo>
                  <a:lnTo>
                    <a:pt x="133996" y="607375"/>
                  </a:lnTo>
                  <a:lnTo>
                    <a:pt x="136192" y="608633"/>
                  </a:lnTo>
                  <a:lnTo>
                    <a:pt x="136720" y="609172"/>
                  </a:lnTo>
                  <a:lnTo>
                    <a:pt x="137950" y="609531"/>
                  </a:lnTo>
                  <a:lnTo>
                    <a:pt x="138213" y="609980"/>
                  </a:lnTo>
                  <a:lnTo>
                    <a:pt x="138389" y="610250"/>
                  </a:lnTo>
                  <a:lnTo>
                    <a:pt x="138653" y="611957"/>
                  </a:lnTo>
                  <a:lnTo>
                    <a:pt x="138741" y="612137"/>
                  </a:lnTo>
                  <a:lnTo>
                    <a:pt x="138741" y="612406"/>
                  </a:lnTo>
                  <a:lnTo>
                    <a:pt x="138038" y="612676"/>
                  </a:lnTo>
                  <a:lnTo>
                    <a:pt x="137159" y="613035"/>
                  </a:lnTo>
                  <a:lnTo>
                    <a:pt x="137686" y="615102"/>
                  </a:lnTo>
                  <a:lnTo>
                    <a:pt x="138038" y="616270"/>
                  </a:lnTo>
                  <a:lnTo>
                    <a:pt x="137862" y="616809"/>
                  </a:lnTo>
                  <a:lnTo>
                    <a:pt x="137774" y="617528"/>
                  </a:lnTo>
                  <a:lnTo>
                    <a:pt x="137862" y="618336"/>
                  </a:lnTo>
                  <a:lnTo>
                    <a:pt x="137950" y="619325"/>
                  </a:lnTo>
                  <a:lnTo>
                    <a:pt x="137950" y="620672"/>
                  </a:lnTo>
                  <a:lnTo>
                    <a:pt x="137862" y="620942"/>
                  </a:lnTo>
                  <a:lnTo>
                    <a:pt x="137598" y="621481"/>
                  </a:lnTo>
                  <a:lnTo>
                    <a:pt x="137071" y="622200"/>
                  </a:lnTo>
                  <a:lnTo>
                    <a:pt x="136983" y="622559"/>
                  </a:lnTo>
                  <a:lnTo>
                    <a:pt x="136983" y="623278"/>
                  </a:lnTo>
                  <a:lnTo>
                    <a:pt x="136895" y="623637"/>
                  </a:lnTo>
                  <a:lnTo>
                    <a:pt x="136720" y="624266"/>
                  </a:lnTo>
                  <a:lnTo>
                    <a:pt x="136544" y="624985"/>
                  </a:lnTo>
                  <a:lnTo>
                    <a:pt x="136456" y="625883"/>
                  </a:lnTo>
                  <a:lnTo>
                    <a:pt x="136544" y="626602"/>
                  </a:lnTo>
                  <a:lnTo>
                    <a:pt x="136632" y="627051"/>
                  </a:lnTo>
                  <a:lnTo>
                    <a:pt x="136632" y="627411"/>
                  </a:lnTo>
                  <a:lnTo>
                    <a:pt x="136544" y="627860"/>
                  </a:lnTo>
                  <a:lnTo>
                    <a:pt x="136456" y="628309"/>
                  </a:lnTo>
                  <a:lnTo>
                    <a:pt x="136456" y="628579"/>
                  </a:lnTo>
                  <a:lnTo>
                    <a:pt x="136368" y="629028"/>
                  </a:lnTo>
                  <a:lnTo>
                    <a:pt x="136632" y="629118"/>
                  </a:lnTo>
                  <a:lnTo>
                    <a:pt x="136895" y="629388"/>
                  </a:lnTo>
                  <a:lnTo>
                    <a:pt x="137159" y="629567"/>
                  </a:lnTo>
                  <a:lnTo>
                    <a:pt x="137598" y="629837"/>
                  </a:lnTo>
                  <a:lnTo>
                    <a:pt x="137774" y="630016"/>
                  </a:lnTo>
                  <a:lnTo>
                    <a:pt x="138038" y="630466"/>
                  </a:lnTo>
                  <a:lnTo>
                    <a:pt x="138916" y="631274"/>
                  </a:lnTo>
                  <a:lnTo>
                    <a:pt x="139619" y="631903"/>
                  </a:lnTo>
                  <a:lnTo>
                    <a:pt x="140059" y="632263"/>
                  </a:lnTo>
                  <a:lnTo>
                    <a:pt x="140322" y="632622"/>
                  </a:lnTo>
                  <a:lnTo>
                    <a:pt x="140937" y="633071"/>
                  </a:lnTo>
                  <a:lnTo>
                    <a:pt x="141113" y="633161"/>
                  </a:lnTo>
                  <a:lnTo>
                    <a:pt x="141377" y="633251"/>
                  </a:lnTo>
                  <a:lnTo>
                    <a:pt x="141552" y="633431"/>
                  </a:lnTo>
                  <a:lnTo>
                    <a:pt x="141904" y="633521"/>
                  </a:lnTo>
                  <a:lnTo>
                    <a:pt x="142255" y="634060"/>
                  </a:lnTo>
                  <a:lnTo>
                    <a:pt x="142519" y="634509"/>
                  </a:lnTo>
                  <a:lnTo>
                    <a:pt x="142782" y="634778"/>
                  </a:lnTo>
                  <a:lnTo>
                    <a:pt x="142958" y="635228"/>
                  </a:lnTo>
                  <a:lnTo>
                    <a:pt x="143573" y="634958"/>
                  </a:lnTo>
                  <a:lnTo>
                    <a:pt x="143925" y="634778"/>
                  </a:lnTo>
                  <a:lnTo>
                    <a:pt x="145946" y="633521"/>
                  </a:lnTo>
                  <a:lnTo>
                    <a:pt x="146824" y="632981"/>
                  </a:lnTo>
                  <a:lnTo>
                    <a:pt x="158598" y="624626"/>
                  </a:lnTo>
                  <a:lnTo>
                    <a:pt x="173448" y="614473"/>
                  </a:lnTo>
                  <a:lnTo>
                    <a:pt x="195678" y="604589"/>
                  </a:lnTo>
                  <a:lnTo>
                    <a:pt x="217645" y="594257"/>
                  </a:lnTo>
                  <a:lnTo>
                    <a:pt x="227310" y="590214"/>
                  </a:lnTo>
                  <a:lnTo>
                    <a:pt x="235218" y="586710"/>
                  </a:lnTo>
                  <a:lnTo>
                    <a:pt x="237415" y="585631"/>
                  </a:lnTo>
                  <a:lnTo>
                    <a:pt x="239963" y="584553"/>
                  </a:lnTo>
                  <a:lnTo>
                    <a:pt x="255691" y="577545"/>
                  </a:lnTo>
                  <a:lnTo>
                    <a:pt x="257272" y="576826"/>
                  </a:lnTo>
                  <a:lnTo>
                    <a:pt x="262369" y="574490"/>
                  </a:lnTo>
                  <a:lnTo>
                    <a:pt x="262984" y="574221"/>
                  </a:lnTo>
                  <a:lnTo>
                    <a:pt x="268519" y="571795"/>
                  </a:lnTo>
                  <a:lnTo>
                    <a:pt x="292858" y="561193"/>
                  </a:lnTo>
                  <a:lnTo>
                    <a:pt x="293298" y="561013"/>
                  </a:lnTo>
                  <a:lnTo>
                    <a:pt x="310520" y="553555"/>
                  </a:lnTo>
                  <a:lnTo>
                    <a:pt x="313419" y="552298"/>
                  </a:lnTo>
                  <a:lnTo>
                    <a:pt x="316670" y="550950"/>
                  </a:lnTo>
                  <a:lnTo>
                    <a:pt x="324754" y="547356"/>
                  </a:lnTo>
                  <a:lnTo>
                    <a:pt x="325896" y="546907"/>
                  </a:lnTo>
                  <a:lnTo>
                    <a:pt x="351553" y="535676"/>
                  </a:lnTo>
                  <a:lnTo>
                    <a:pt x="359900" y="532082"/>
                  </a:lnTo>
                  <a:lnTo>
                    <a:pt x="367984" y="528488"/>
                  </a:lnTo>
                  <a:lnTo>
                    <a:pt x="369566" y="527859"/>
                  </a:lnTo>
                  <a:lnTo>
                    <a:pt x="372729" y="526511"/>
                  </a:lnTo>
                  <a:lnTo>
                    <a:pt x="402340" y="514382"/>
                  </a:lnTo>
                  <a:lnTo>
                    <a:pt x="406997" y="512405"/>
                  </a:lnTo>
                  <a:lnTo>
                    <a:pt x="434235" y="501354"/>
                  </a:lnTo>
                  <a:lnTo>
                    <a:pt x="470876" y="486349"/>
                  </a:lnTo>
                  <a:lnTo>
                    <a:pt x="471051" y="486259"/>
                  </a:lnTo>
                  <a:lnTo>
                    <a:pt x="484056" y="480958"/>
                  </a:lnTo>
                  <a:lnTo>
                    <a:pt x="486955" y="479790"/>
                  </a:lnTo>
                  <a:lnTo>
                    <a:pt x="496621" y="475837"/>
                  </a:lnTo>
                  <a:lnTo>
                    <a:pt x="506637" y="471704"/>
                  </a:lnTo>
                  <a:lnTo>
                    <a:pt x="509537" y="470536"/>
                  </a:lnTo>
                  <a:lnTo>
                    <a:pt x="514194" y="468649"/>
                  </a:lnTo>
                  <a:lnTo>
                    <a:pt x="527637" y="463168"/>
                  </a:lnTo>
                  <a:lnTo>
                    <a:pt x="529571" y="462359"/>
                  </a:lnTo>
                  <a:lnTo>
                    <a:pt x="515600" y="427498"/>
                  </a:lnTo>
                  <a:lnTo>
                    <a:pt x="514897" y="427947"/>
                  </a:lnTo>
                  <a:lnTo>
                    <a:pt x="514458" y="428217"/>
                  </a:lnTo>
                  <a:lnTo>
                    <a:pt x="510152" y="416267"/>
                  </a:lnTo>
                  <a:lnTo>
                    <a:pt x="506637" y="407552"/>
                  </a:lnTo>
                  <a:lnTo>
                    <a:pt x="504353" y="401712"/>
                  </a:lnTo>
                  <a:lnTo>
                    <a:pt x="499784" y="391020"/>
                  </a:lnTo>
                  <a:lnTo>
                    <a:pt x="497499" y="385539"/>
                  </a:lnTo>
                  <a:lnTo>
                    <a:pt x="493985" y="377453"/>
                  </a:lnTo>
                  <a:lnTo>
                    <a:pt x="491964" y="373230"/>
                  </a:lnTo>
                  <a:lnTo>
                    <a:pt x="490206" y="370804"/>
                  </a:lnTo>
                  <a:lnTo>
                    <a:pt x="488449" y="367210"/>
                  </a:lnTo>
                  <a:lnTo>
                    <a:pt x="485286" y="357866"/>
                  </a:lnTo>
                  <a:lnTo>
                    <a:pt x="483265" y="348971"/>
                  </a:lnTo>
                  <a:lnTo>
                    <a:pt x="482738" y="346724"/>
                  </a:lnTo>
                  <a:lnTo>
                    <a:pt x="485989" y="345826"/>
                  </a:lnTo>
                  <a:lnTo>
                    <a:pt x="488098" y="345197"/>
                  </a:lnTo>
                  <a:lnTo>
                    <a:pt x="486516" y="339087"/>
                  </a:lnTo>
                  <a:lnTo>
                    <a:pt x="485813" y="336392"/>
                  </a:lnTo>
                  <a:lnTo>
                    <a:pt x="485549" y="333247"/>
                  </a:lnTo>
                  <a:lnTo>
                    <a:pt x="485549" y="332888"/>
                  </a:lnTo>
                  <a:lnTo>
                    <a:pt x="485374" y="331720"/>
                  </a:lnTo>
                  <a:lnTo>
                    <a:pt x="485374" y="330462"/>
                  </a:lnTo>
                  <a:lnTo>
                    <a:pt x="485549" y="323094"/>
                  </a:lnTo>
                  <a:lnTo>
                    <a:pt x="485549" y="322915"/>
                  </a:lnTo>
                  <a:lnTo>
                    <a:pt x="479399" y="321657"/>
                  </a:lnTo>
                  <a:lnTo>
                    <a:pt x="478872" y="321567"/>
                  </a:lnTo>
                  <a:lnTo>
                    <a:pt x="477641" y="321208"/>
                  </a:lnTo>
                  <a:lnTo>
                    <a:pt x="477026" y="320399"/>
                  </a:lnTo>
                  <a:lnTo>
                    <a:pt x="475972" y="317344"/>
                  </a:lnTo>
                  <a:lnTo>
                    <a:pt x="475269" y="317075"/>
                  </a:lnTo>
                  <a:lnTo>
                    <a:pt x="464286" y="318692"/>
                  </a:lnTo>
                  <a:lnTo>
                    <a:pt x="449085" y="320938"/>
                  </a:lnTo>
                  <a:lnTo>
                    <a:pt x="440474" y="322286"/>
                  </a:lnTo>
                  <a:lnTo>
                    <a:pt x="438189" y="322735"/>
                  </a:lnTo>
                  <a:lnTo>
                    <a:pt x="437223" y="322915"/>
                  </a:lnTo>
                  <a:lnTo>
                    <a:pt x="425712" y="324712"/>
                  </a:lnTo>
                  <a:lnTo>
                    <a:pt x="425800" y="325071"/>
                  </a:lnTo>
                  <a:lnTo>
                    <a:pt x="417717" y="326509"/>
                  </a:lnTo>
                  <a:lnTo>
                    <a:pt x="417717" y="326059"/>
                  </a:lnTo>
                  <a:lnTo>
                    <a:pt x="416662" y="326239"/>
                  </a:lnTo>
                  <a:lnTo>
                    <a:pt x="375716" y="332888"/>
                  </a:lnTo>
                  <a:lnTo>
                    <a:pt x="375980" y="332349"/>
                  </a:lnTo>
                  <a:lnTo>
                    <a:pt x="376595" y="330821"/>
                  </a:lnTo>
                  <a:lnTo>
                    <a:pt x="377210" y="329563"/>
                  </a:lnTo>
                  <a:lnTo>
                    <a:pt x="377913" y="328306"/>
                  </a:lnTo>
                  <a:lnTo>
                    <a:pt x="378704" y="326868"/>
                  </a:lnTo>
                  <a:lnTo>
                    <a:pt x="379231" y="326059"/>
                  </a:lnTo>
                  <a:lnTo>
                    <a:pt x="380022" y="324352"/>
                  </a:lnTo>
                  <a:lnTo>
                    <a:pt x="381955" y="321567"/>
                  </a:lnTo>
                  <a:lnTo>
                    <a:pt x="382482" y="320938"/>
                  </a:lnTo>
                  <a:lnTo>
                    <a:pt x="384679" y="318243"/>
                  </a:lnTo>
                  <a:lnTo>
                    <a:pt x="385294" y="317793"/>
                  </a:lnTo>
                  <a:lnTo>
                    <a:pt x="385909" y="317075"/>
                  </a:lnTo>
                  <a:lnTo>
                    <a:pt x="386612" y="316266"/>
                  </a:lnTo>
                  <a:lnTo>
                    <a:pt x="387051" y="315727"/>
                  </a:lnTo>
                  <a:lnTo>
                    <a:pt x="387491" y="314918"/>
                  </a:lnTo>
                  <a:lnTo>
                    <a:pt x="389336" y="311414"/>
                  </a:lnTo>
                  <a:lnTo>
                    <a:pt x="390742" y="310695"/>
                  </a:lnTo>
                  <a:lnTo>
                    <a:pt x="391708" y="310246"/>
                  </a:lnTo>
                  <a:lnTo>
                    <a:pt x="393378" y="308090"/>
                  </a:lnTo>
                  <a:lnTo>
                    <a:pt x="394520" y="306832"/>
                  </a:lnTo>
                  <a:lnTo>
                    <a:pt x="395398" y="303238"/>
                  </a:lnTo>
                  <a:lnTo>
                    <a:pt x="395750" y="302429"/>
                  </a:lnTo>
                  <a:lnTo>
                    <a:pt x="396541" y="300632"/>
                  </a:lnTo>
                  <a:lnTo>
                    <a:pt x="397332" y="300003"/>
                  </a:lnTo>
                  <a:lnTo>
                    <a:pt x="398210" y="299374"/>
                  </a:lnTo>
                  <a:lnTo>
                    <a:pt x="398474" y="298386"/>
                  </a:lnTo>
                  <a:lnTo>
                    <a:pt x="398562" y="297757"/>
                  </a:lnTo>
                  <a:lnTo>
                    <a:pt x="398474" y="297128"/>
                  </a:lnTo>
                  <a:lnTo>
                    <a:pt x="398034" y="296320"/>
                  </a:lnTo>
                  <a:lnTo>
                    <a:pt x="397683" y="294972"/>
                  </a:lnTo>
                  <a:lnTo>
                    <a:pt x="398737" y="294073"/>
                  </a:lnTo>
                  <a:lnTo>
                    <a:pt x="399440" y="293444"/>
                  </a:lnTo>
                  <a:lnTo>
                    <a:pt x="400231" y="292815"/>
                  </a:lnTo>
                  <a:lnTo>
                    <a:pt x="400670" y="292186"/>
                  </a:lnTo>
                  <a:lnTo>
                    <a:pt x="401373" y="291917"/>
                  </a:lnTo>
                  <a:lnTo>
                    <a:pt x="401988" y="291647"/>
                  </a:lnTo>
                  <a:lnTo>
                    <a:pt x="402779" y="291378"/>
                  </a:lnTo>
                  <a:lnTo>
                    <a:pt x="404097" y="291108"/>
                  </a:lnTo>
                  <a:lnTo>
                    <a:pt x="404624" y="291198"/>
                  </a:lnTo>
                  <a:lnTo>
                    <a:pt x="405327" y="291198"/>
                  </a:lnTo>
                  <a:lnTo>
                    <a:pt x="406294" y="291198"/>
                  </a:lnTo>
                  <a:lnTo>
                    <a:pt x="406909" y="291108"/>
                  </a:lnTo>
                  <a:lnTo>
                    <a:pt x="407876" y="290749"/>
                  </a:lnTo>
                  <a:lnTo>
                    <a:pt x="408491" y="289132"/>
                  </a:lnTo>
                  <a:lnTo>
                    <a:pt x="411742" y="288593"/>
                  </a:lnTo>
                  <a:lnTo>
                    <a:pt x="413148" y="288233"/>
                  </a:lnTo>
                  <a:lnTo>
                    <a:pt x="416399" y="287335"/>
                  </a:lnTo>
                  <a:lnTo>
                    <a:pt x="419035" y="287245"/>
                  </a:lnTo>
                  <a:lnTo>
                    <a:pt x="420089" y="287784"/>
                  </a:lnTo>
                  <a:lnTo>
                    <a:pt x="421319" y="288593"/>
                  </a:lnTo>
                  <a:lnTo>
                    <a:pt x="423428" y="288952"/>
                  </a:lnTo>
                  <a:lnTo>
                    <a:pt x="425273" y="287964"/>
                  </a:lnTo>
                  <a:lnTo>
                    <a:pt x="427294" y="287065"/>
                  </a:lnTo>
                  <a:lnTo>
                    <a:pt x="428700" y="287784"/>
                  </a:lnTo>
                  <a:lnTo>
                    <a:pt x="429315" y="288413"/>
                  </a:lnTo>
                  <a:lnTo>
                    <a:pt x="430721" y="288323"/>
                  </a:lnTo>
                  <a:lnTo>
                    <a:pt x="432390" y="288233"/>
                  </a:lnTo>
                  <a:lnTo>
                    <a:pt x="433972" y="287694"/>
                  </a:lnTo>
                  <a:lnTo>
                    <a:pt x="436081" y="287425"/>
                  </a:lnTo>
                  <a:lnTo>
                    <a:pt x="438102" y="285897"/>
                  </a:lnTo>
                  <a:lnTo>
                    <a:pt x="440738" y="285178"/>
                  </a:lnTo>
                  <a:lnTo>
                    <a:pt x="443022" y="285178"/>
                  </a:lnTo>
                  <a:lnTo>
                    <a:pt x="446185" y="285448"/>
                  </a:lnTo>
                  <a:lnTo>
                    <a:pt x="447943" y="284909"/>
                  </a:lnTo>
                  <a:lnTo>
                    <a:pt x="449964" y="283292"/>
                  </a:lnTo>
                  <a:lnTo>
                    <a:pt x="450842" y="282752"/>
                  </a:lnTo>
                  <a:lnTo>
                    <a:pt x="451457" y="282483"/>
                  </a:lnTo>
                  <a:lnTo>
                    <a:pt x="452248" y="282123"/>
                  </a:lnTo>
                  <a:lnTo>
                    <a:pt x="452600" y="281944"/>
                  </a:lnTo>
                  <a:lnTo>
                    <a:pt x="453918" y="280866"/>
                  </a:lnTo>
                  <a:lnTo>
                    <a:pt x="454357" y="280506"/>
                  </a:lnTo>
                  <a:lnTo>
                    <a:pt x="454708" y="280327"/>
                  </a:lnTo>
                  <a:lnTo>
                    <a:pt x="455587" y="279877"/>
                  </a:lnTo>
                  <a:lnTo>
                    <a:pt x="456378" y="279518"/>
                  </a:lnTo>
                  <a:lnTo>
                    <a:pt x="456993" y="279518"/>
                  </a:lnTo>
                  <a:lnTo>
                    <a:pt x="457872" y="279338"/>
                  </a:lnTo>
                  <a:lnTo>
                    <a:pt x="458399" y="279158"/>
                  </a:lnTo>
                  <a:lnTo>
                    <a:pt x="458838" y="278979"/>
                  </a:lnTo>
                  <a:lnTo>
                    <a:pt x="459102" y="278889"/>
                  </a:lnTo>
                  <a:lnTo>
                    <a:pt x="459717" y="278799"/>
                  </a:lnTo>
                  <a:lnTo>
                    <a:pt x="461210" y="278440"/>
                  </a:lnTo>
                  <a:lnTo>
                    <a:pt x="462177" y="278260"/>
                  </a:lnTo>
                  <a:lnTo>
                    <a:pt x="462968" y="278170"/>
                  </a:lnTo>
                  <a:lnTo>
                    <a:pt x="463495" y="277990"/>
                  </a:lnTo>
                  <a:lnTo>
                    <a:pt x="464637" y="277901"/>
                  </a:lnTo>
                  <a:lnTo>
                    <a:pt x="465867" y="277721"/>
                  </a:lnTo>
                  <a:lnTo>
                    <a:pt x="467361" y="277721"/>
                  </a:lnTo>
                  <a:lnTo>
                    <a:pt x="469558" y="277631"/>
                  </a:lnTo>
                  <a:lnTo>
                    <a:pt x="474566" y="276193"/>
                  </a:lnTo>
                  <a:lnTo>
                    <a:pt x="476148" y="275475"/>
                  </a:lnTo>
                  <a:lnTo>
                    <a:pt x="477817" y="274936"/>
                  </a:lnTo>
                  <a:lnTo>
                    <a:pt x="478344" y="274936"/>
                  </a:lnTo>
                  <a:lnTo>
                    <a:pt x="479223" y="274846"/>
                  </a:lnTo>
                  <a:lnTo>
                    <a:pt x="480980" y="274486"/>
                  </a:lnTo>
                  <a:lnTo>
                    <a:pt x="482650" y="274397"/>
                  </a:lnTo>
                  <a:lnTo>
                    <a:pt x="483968" y="274756"/>
                  </a:lnTo>
                  <a:lnTo>
                    <a:pt x="485637" y="275025"/>
                  </a:lnTo>
                  <a:lnTo>
                    <a:pt x="486340" y="275025"/>
                  </a:lnTo>
                  <a:lnTo>
                    <a:pt x="487483" y="274936"/>
                  </a:lnTo>
                  <a:lnTo>
                    <a:pt x="488625" y="274486"/>
                  </a:lnTo>
                  <a:lnTo>
                    <a:pt x="489679" y="274037"/>
                  </a:lnTo>
                  <a:lnTo>
                    <a:pt x="490206" y="273678"/>
                  </a:lnTo>
                  <a:lnTo>
                    <a:pt x="491085" y="273228"/>
                  </a:lnTo>
                  <a:lnTo>
                    <a:pt x="492491" y="272959"/>
                  </a:lnTo>
                  <a:lnTo>
                    <a:pt x="497939" y="272689"/>
                  </a:lnTo>
                  <a:lnTo>
                    <a:pt x="498905" y="272869"/>
                  </a:lnTo>
                  <a:lnTo>
                    <a:pt x="500750" y="273588"/>
                  </a:lnTo>
                  <a:lnTo>
                    <a:pt x="501717" y="273857"/>
                  </a:lnTo>
                  <a:lnTo>
                    <a:pt x="502244" y="273947"/>
                  </a:lnTo>
                  <a:lnTo>
                    <a:pt x="503035" y="273947"/>
                  </a:lnTo>
                  <a:lnTo>
                    <a:pt x="504616" y="273678"/>
                  </a:lnTo>
                  <a:lnTo>
                    <a:pt x="505671" y="273139"/>
                  </a:lnTo>
                  <a:lnTo>
                    <a:pt x="507340" y="272420"/>
                  </a:lnTo>
                  <a:lnTo>
                    <a:pt x="507868" y="272420"/>
                  </a:lnTo>
                  <a:lnTo>
                    <a:pt x="508043" y="272420"/>
                  </a:lnTo>
                  <a:lnTo>
                    <a:pt x="508834" y="272779"/>
                  </a:lnTo>
                  <a:lnTo>
                    <a:pt x="509801" y="273318"/>
                  </a:lnTo>
                  <a:lnTo>
                    <a:pt x="510504" y="273768"/>
                  </a:lnTo>
                  <a:lnTo>
                    <a:pt x="511470" y="273857"/>
                  </a:lnTo>
                  <a:lnTo>
                    <a:pt x="512261" y="273857"/>
                  </a:lnTo>
                  <a:lnTo>
                    <a:pt x="513491" y="273318"/>
                  </a:lnTo>
                  <a:lnTo>
                    <a:pt x="513930" y="273049"/>
                  </a:lnTo>
                  <a:lnTo>
                    <a:pt x="515073" y="272240"/>
                  </a:lnTo>
                  <a:lnTo>
                    <a:pt x="517357" y="271971"/>
                  </a:lnTo>
                  <a:lnTo>
                    <a:pt x="520169" y="272420"/>
                  </a:lnTo>
                  <a:lnTo>
                    <a:pt x="521487" y="272150"/>
                  </a:lnTo>
                  <a:lnTo>
                    <a:pt x="523068" y="271881"/>
                  </a:lnTo>
                  <a:lnTo>
                    <a:pt x="524299" y="271881"/>
                  </a:lnTo>
                  <a:lnTo>
                    <a:pt x="525353" y="272150"/>
                  </a:lnTo>
                  <a:lnTo>
                    <a:pt x="527022" y="272420"/>
                  </a:lnTo>
                  <a:lnTo>
                    <a:pt x="527901" y="272689"/>
                  </a:lnTo>
                  <a:lnTo>
                    <a:pt x="529219" y="272869"/>
                  </a:lnTo>
                  <a:lnTo>
                    <a:pt x="530625" y="272779"/>
                  </a:lnTo>
                  <a:lnTo>
                    <a:pt x="532294" y="272779"/>
                  </a:lnTo>
                  <a:lnTo>
                    <a:pt x="532997" y="272869"/>
                  </a:lnTo>
                  <a:lnTo>
                    <a:pt x="533964" y="272959"/>
                  </a:lnTo>
                  <a:lnTo>
                    <a:pt x="534491" y="272959"/>
                  </a:lnTo>
                  <a:lnTo>
                    <a:pt x="535018" y="272869"/>
                  </a:lnTo>
                  <a:lnTo>
                    <a:pt x="535985" y="272779"/>
                  </a:lnTo>
                  <a:lnTo>
                    <a:pt x="538709" y="272869"/>
                  </a:lnTo>
                  <a:lnTo>
                    <a:pt x="539675" y="272869"/>
                  </a:lnTo>
                  <a:lnTo>
                    <a:pt x="540378" y="272959"/>
                  </a:lnTo>
                  <a:lnTo>
                    <a:pt x="540905" y="273228"/>
                  </a:lnTo>
                  <a:lnTo>
                    <a:pt x="541345" y="273498"/>
                  </a:lnTo>
                  <a:lnTo>
                    <a:pt x="541784" y="273768"/>
                  </a:lnTo>
                  <a:lnTo>
                    <a:pt x="542487" y="273857"/>
                  </a:lnTo>
                  <a:lnTo>
                    <a:pt x="544244" y="273857"/>
                  </a:lnTo>
                  <a:lnTo>
                    <a:pt x="545387" y="273857"/>
                  </a:lnTo>
                  <a:lnTo>
                    <a:pt x="546441" y="273588"/>
                  </a:lnTo>
                  <a:lnTo>
                    <a:pt x="547847" y="272779"/>
                  </a:lnTo>
                  <a:lnTo>
                    <a:pt x="548462" y="272240"/>
                  </a:lnTo>
                  <a:lnTo>
                    <a:pt x="548989" y="272060"/>
                  </a:lnTo>
                  <a:lnTo>
                    <a:pt x="551361" y="270713"/>
                  </a:lnTo>
                  <a:lnTo>
                    <a:pt x="554788" y="269904"/>
                  </a:lnTo>
                  <a:lnTo>
                    <a:pt x="554964" y="269994"/>
                  </a:lnTo>
                  <a:lnTo>
                    <a:pt x="556633" y="270084"/>
                  </a:lnTo>
                  <a:lnTo>
                    <a:pt x="570428" y="272420"/>
                  </a:lnTo>
                  <a:lnTo>
                    <a:pt x="583257" y="271701"/>
                  </a:lnTo>
                  <a:lnTo>
                    <a:pt x="595383" y="271611"/>
                  </a:lnTo>
                  <a:lnTo>
                    <a:pt x="602939" y="271701"/>
                  </a:lnTo>
                  <a:lnTo>
                    <a:pt x="609178" y="271611"/>
                  </a:lnTo>
                  <a:lnTo>
                    <a:pt x="622885" y="276104"/>
                  </a:lnTo>
                  <a:lnTo>
                    <a:pt x="634483" y="275654"/>
                  </a:lnTo>
                  <a:lnTo>
                    <a:pt x="643973" y="272510"/>
                  </a:lnTo>
                  <a:lnTo>
                    <a:pt x="647839" y="272240"/>
                  </a:lnTo>
                  <a:lnTo>
                    <a:pt x="658822" y="271162"/>
                  </a:lnTo>
                  <a:lnTo>
                    <a:pt x="659349" y="271252"/>
                  </a:lnTo>
                  <a:lnTo>
                    <a:pt x="664709" y="271611"/>
                  </a:lnTo>
                  <a:lnTo>
                    <a:pt x="670596" y="271881"/>
                  </a:lnTo>
                  <a:lnTo>
                    <a:pt x="676132" y="271701"/>
                  </a:lnTo>
                  <a:lnTo>
                    <a:pt x="683337" y="269994"/>
                  </a:lnTo>
                  <a:lnTo>
                    <a:pt x="686500" y="268826"/>
                  </a:lnTo>
                  <a:lnTo>
                    <a:pt x="697132" y="264603"/>
                  </a:lnTo>
                  <a:lnTo>
                    <a:pt x="702580" y="263705"/>
                  </a:lnTo>
                  <a:lnTo>
                    <a:pt x="706973" y="263615"/>
                  </a:lnTo>
                  <a:lnTo>
                    <a:pt x="718659" y="261548"/>
                  </a:lnTo>
                  <a:lnTo>
                    <a:pt x="727182" y="258943"/>
                  </a:lnTo>
                  <a:lnTo>
                    <a:pt x="735442" y="255888"/>
                  </a:lnTo>
                  <a:lnTo>
                    <a:pt x="743965" y="254630"/>
                  </a:lnTo>
                  <a:lnTo>
                    <a:pt x="746864" y="254270"/>
                  </a:lnTo>
                  <a:lnTo>
                    <a:pt x="751345" y="252114"/>
                  </a:lnTo>
                  <a:lnTo>
                    <a:pt x="756969" y="250407"/>
                  </a:lnTo>
                  <a:lnTo>
                    <a:pt x="757935" y="249778"/>
                  </a:lnTo>
                  <a:lnTo>
                    <a:pt x="758199" y="249598"/>
                  </a:lnTo>
                  <a:lnTo>
                    <a:pt x="760308" y="246633"/>
                  </a:lnTo>
                  <a:lnTo>
                    <a:pt x="766283" y="242321"/>
                  </a:lnTo>
                  <a:lnTo>
                    <a:pt x="771028" y="240254"/>
                  </a:lnTo>
                  <a:lnTo>
                    <a:pt x="776387" y="238547"/>
                  </a:lnTo>
                  <a:lnTo>
                    <a:pt x="786404" y="236750"/>
                  </a:lnTo>
                  <a:lnTo>
                    <a:pt x="791940" y="235133"/>
                  </a:lnTo>
                  <a:lnTo>
                    <a:pt x="813818" y="227046"/>
                  </a:lnTo>
                  <a:lnTo>
                    <a:pt x="825768" y="219230"/>
                  </a:lnTo>
                  <a:lnTo>
                    <a:pt x="837806" y="210155"/>
                  </a:lnTo>
                  <a:lnTo>
                    <a:pt x="843254" y="206920"/>
                  </a:lnTo>
                  <a:lnTo>
                    <a:pt x="855028" y="200541"/>
                  </a:lnTo>
                  <a:lnTo>
                    <a:pt x="863990" y="195599"/>
                  </a:lnTo>
                  <a:lnTo>
                    <a:pt x="867681" y="194971"/>
                  </a:lnTo>
                  <a:lnTo>
                    <a:pt x="871810" y="192814"/>
                  </a:lnTo>
                  <a:lnTo>
                    <a:pt x="874271" y="192365"/>
                  </a:lnTo>
                  <a:lnTo>
                    <a:pt x="875501" y="191466"/>
                  </a:lnTo>
                  <a:lnTo>
                    <a:pt x="877873" y="190388"/>
                  </a:lnTo>
                  <a:lnTo>
                    <a:pt x="878664" y="190119"/>
                  </a:lnTo>
                  <a:lnTo>
                    <a:pt x="885166" y="187154"/>
                  </a:lnTo>
                  <a:lnTo>
                    <a:pt x="885957" y="187064"/>
                  </a:lnTo>
                  <a:lnTo>
                    <a:pt x="886923" y="186974"/>
                  </a:lnTo>
                  <a:lnTo>
                    <a:pt x="889471" y="187333"/>
                  </a:lnTo>
                  <a:lnTo>
                    <a:pt x="894656" y="186525"/>
                  </a:lnTo>
                  <a:lnTo>
                    <a:pt x="900103" y="185986"/>
                  </a:lnTo>
                  <a:lnTo>
                    <a:pt x="903530" y="185626"/>
                  </a:lnTo>
                  <a:lnTo>
                    <a:pt x="906781" y="185716"/>
                  </a:lnTo>
                  <a:lnTo>
                    <a:pt x="910559" y="186255"/>
                  </a:lnTo>
                  <a:lnTo>
                    <a:pt x="919610" y="186255"/>
                  </a:lnTo>
                  <a:lnTo>
                    <a:pt x="924091" y="185267"/>
                  </a:lnTo>
                  <a:lnTo>
                    <a:pt x="928484" y="185716"/>
                  </a:lnTo>
                  <a:lnTo>
                    <a:pt x="931735" y="185447"/>
                  </a:lnTo>
                  <a:lnTo>
                    <a:pt x="935601" y="185087"/>
                  </a:lnTo>
                  <a:lnTo>
                    <a:pt x="937886" y="185087"/>
                  </a:lnTo>
                  <a:lnTo>
                    <a:pt x="954932" y="181044"/>
                  </a:lnTo>
                  <a:lnTo>
                    <a:pt x="985246" y="170711"/>
                  </a:lnTo>
                  <a:lnTo>
                    <a:pt x="1008618" y="164961"/>
                  </a:lnTo>
                  <a:lnTo>
                    <a:pt x="1047192" y="155347"/>
                  </a:lnTo>
                  <a:lnTo>
                    <a:pt x="1059493" y="152293"/>
                  </a:lnTo>
                  <a:lnTo>
                    <a:pt x="1066962" y="150855"/>
                  </a:lnTo>
                  <a:lnTo>
                    <a:pt x="1079263" y="148609"/>
                  </a:lnTo>
                  <a:lnTo>
                    <a:pt x="1087083" y="147890"/>
                  </a:lnTo>
                  <a:lnTo>
                    <a:pt x="1126008" y="141601"/>
                  </a:lnTo>
                  <a:lnTo>
                    <a:pt x="1152104" y="133514"/>
                  </a:lnTo>
                  <a:lnTo>
                    <a:pt x="1178904" y="128932"/>
                  </a:lnTo>
                  <a:lnTo>
                    <a:pt x="1183473" y="128752"/>
                  </a:lnTo>
                  <a:lnTo>
                    <a:pt x="1198761" y="128123"/>
                  </a:lnTo>
                  <a:lnTo>
                    <a:pt x="1204297" y="127584"/>
                  </a:lnTo>
                  <a:lnTo>
                    <a:pt x="1208954" y="127135"/>
                  </a:lnTo>
                  <a:lnTo>
                    <a:pt x="1209657" y="127045"/>
                  </a:lnTo>
                  <a:lnTo>
                    <a:pt x="1213259" y="126596"/>
                  </a:lnTo>
                  <a:lnTo>
                    <a:pt x="1228197" y="124979"/>
                  </a:lnTo>
                  <a:lnTo>
                    <a:pt x="1239795" y="123002"/>
                  </a:lnTo>
                  <a:lnTo>
                    <a:pt x="1246385" y="121834"/>
                  </a:lnTo>
                  <a:lnTo>
                    <a:pt x="1254029" y="120486"/>
                  </a:lnTo>
                  <a:lnTo>
                    <a:pt x="1259653" y="119498"/>
                  </a:lnTo>
                  <a:lnTo>
                    <a:pt x="1265628" y="118510"/>
                  </a:lnTo>
                  <a:lnTo>
                    <a:pt x="1286716" y="118150"/>
                  </a:lnTo>
                  <a:lnTo>
                    <a:pt x="1296732" y="116533"/>
                  </a:lnTo>
                  <a:lnTo>
                    <a:pt x="1304992" y="115095"/>
                  </a:lnTo>
                  <a:lnTo>
                    <a:pt x="1315448" y="110243"/>
                  </a:lnTo>
                  <a:lnTo>
                    <a:pt x="1320984" y="107728"/>
                  </a:lnTo>
                  <a:lnTo>
                    <a:pt x="1321687" y="107368"/>
                  </a:lnTo>
                  <a:lnTo>
                    <a:pt x="1336536" y="102157"/>
                  </a:lnTo>
                  <a:lnTo>
                    <a:pt x="1351034" y="94790"/>
                  </a:lnTo>
                  <a:lnTo>
                    <a:pt x="1353582" y="93442"/>
                  </a:lnTo>
                  <a:lnTo>
                    <a:pt x="1357536" y="90387"/>
                  </a:lnTo>
                  <a:lnTo>
                    <a:pt x="1366586" y="83289"/>
                  </a:lnTo>
                  <a:lnTo>
                    <a:pt x="1370980" y="73675"/>
                  </a:lnTo>
                  <a:lnTo>
                    <a:pt x="1378097" y="64960"/>
                  </a:lnTo>
                  <a:lnTo>
                    <a:pt x="1383984" y="57592"/>
                  </a:lnTo>
                  <a:lnTo>
                    <a:pt x="1384247" y="47979"/>
                  </a:lnTo>
                  <a:lnTo>
                    <a:pt x="1386093" y="40252"/>
                  </a:lnTo>
                  <a:lnTo>
                    <a:pt x="1388377" y="35849"/>
                  </a:lnTo>
                  <a:lnTo>
                    <a:pt x="1388465" y="35579"/>
                  </a:lnTo>
                  <a:lnTo>
                    <a:pt x="1389519" y="33423"/>
                  </a:lnTo>
                  <a:lnTo>
                    <a:pt x="1392068" y="24438"/>
                  </a:lnTo>
                  <a:lnTo>
                    <a:pt x="1395758" y="17520"/>
                  </a:lnTo>
                  <a:lnTo>
                    <a:pt x="1396022" y="16981"/>
                  </a:lnTo>
                  <a:lnTo>
                    <a:pt x="1402612" y="10152"/>
                  </a:lnTo>
                  <a:lnTo>
                    <a:pt x="1405599" y="7098"/>
                  </a:lnTo>
                  <a:lnTo>
                    <a:pt x="1407356" y="5211"/>
                  </a:lnTo>
                  <a:lnTo>
                    <a:pt x="1409377" y="3234"/>
                  </a:lnTo>
                  <a:lnTo>
                    <a:pt x="1410695" y="1796"/>
                  </a:lnTo>
                  <a:lnTo>
                    <a:pt x="1412453" y="0"/>
                  </a:lnTo>
                  <a:lnTo>
                    <a:pt x="1417109" y="119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087082" y="4283655"/>
              <a:ext cx="147264" cy="241692"/>
            </a:xfrm>
            <a:custGeom>
              <a:avLst/>
              <a:pathLst>
                <a:path w="147264" h="241692">
                  <a:moveTo>
                    <a:pt x="86812" y="3414"/>
                  </a:moveTo>
                  <a:lnTo>
                    <a:pt x="86987" y="3863"/>
                  </a:lnTo>
                  <a:lnTo>
                    <a:pt x="88217" y="6199"/>
                  </a:lnTo>
                  <a:lnTo>
                    <a:pt x="89887" y="6199"/>
                  </a:lnTo>
                  <a:lnTo>
                    <a:pt x="91381" y="6199"/>
                  </a:lnTo>
                  <a:lnTo>
                    <a:pt x="94544" y="6109"/>
                  </a:lnTo>
                  <a:lnTo>
                    <a:pt x="98498" y="6019"/>
                  </a:lnTo>
                  <a:lnTo>
                    <a:pt x="98498" y="6289"/>
                  </a:lnTo>
                  <a:lnTo>
                    <a:pt x="98498" y="6918"/>
                  </a:lnTo>
                  <a:lnTo>
                    <a:pt x="98586" y="10691"/>
                  </a:lnTo>
                  <a:lnTo>
                    <a:pt x="98674" y="13567"/>
                  </a:lnTo>
                  <a:lnTo>
                    <a:pt x="98761" y="14196"/>
                  </a:lnTo>
                  <a:lnTo>
                    <a:pt x="98761" y="15453"/>
                  </a:lnTo>
                  <a:lnTo>
                    <a:pt x="98761" y="15813"/>
                  </a:lnTo>
                  <a:lnTo>
                    <a:pt x="98849" y="19946"/>
                  </a:lnTo>
                  <a:lnTo>
                    <a:pt x="98849" y="20485"/>
                  </a:lnTo>
                  <a:lnTo>
                    <a:pt x="98937" y="22282"/>
                  </a:lnTo>
                  <a:lnTo>
                    <a:pt x="99025" y="23899"/>
                  </a:lnTo>
                  <a:lnTo>
                    <a:pt x="99025" y="27313"/>
                  </a:lnTo>
                  <a:lnTo>
                    <a:pt x="99025" y="27493"/>
                  </a:lnTo>
                  <a:lnTo>
                    <a:pt x="99113" y="28212"/>
                  </a:lnTo>
                  <a:lnTo>
                    <a:pt x="99113" y="28571"/>
                  </a:lnTo>
                  <a:lnTo>
                    <a:pt x="99113" y="28841"/>
                  </a:lnTo>
                  <a:lnTo>
                    <a:pt x="99113" y="29110"/>
                  </a:lnTo>
                  <a:lnTo>
                    <a:pt x="99201" y="31177"/>
                  </a:lnTo>
                  <a:lnTo>
                    <a:pt x="99201" y="32974"/>
                  </a:lnTo>
                  <a:lnTo>
                    <a:pt x="99289" y="34771"/>
                  </a:lnTo>
                  <a:lnTo>
                    <a:pt x="99289" y="35849"/>
                  </a:lnTo>
                  <a:lnTo>
                    <a:pt x="99376" y="37376"/>
                  </a:lnTo>
                  <a:lnTo>
                    <a:pt x="99376" y="37826"/>
                  </a:lnTo>
                  <a:lnTo>
                    <a:pt x="99376" y="39892"/>
                  </a:lnTo>
                  <a:lnTo>
                    <a:pt x="99464" y="43037"/>
                  </a:lnTo>
                  <a:lnTo>
                    <a:pt x="99552" y="45912"/>
                  </a:lnTo>
                  <a:lnTo>
                    <a:pt x="99552" y="46361"/>
                  </a:lnTo>
                  <a:lnTo>
                    <a:pt x="99640" y="46631"/>
                  </a:lnTo>
                  <a:lnTo>
                    <a:pt x="101310" y="48248"/>
                  </a:lnTo>
                  <a:lnTo>
                    <a:pt x="101573" y="48518"/>
                  </a:lnTo>
                  <a:lnTo>
                    <a:pt x="101749" y="48607"/>
                  </a:lnTo>
                  <a:lnTo>
                    <a:pt x="102276" y="49057"/>
                  </a:lnTo>
                  <a:lnTo>
                    <a:pt x="104033" y="50584"/>
                  </a:lnTo>
                  <a:lnTo>
                    <a:pt x="105966" y="52112"/>
                  </a:lnTo>
                  <a:lnTo>
                    <a:pt x="106230" y="52471"/>
                  </a:lnTo>
                  <a:lnTo>
                    <a:pt x="107899" y="53819"/>
                  </a:lnTo>
                  <a:lnTo>
                    <a:pt x="108163" y="54088"/>
                  </a:lnTo>
                  <a:lnTo>
                    <a:pt x="110360" y="55975"/>
                  </a:lnTo>
                  <a:lnTo>
                    <a:pt x="110535" y="56155"/>
                  </a:lnTo>
                  <a:lnTo>
                    <a:pt x="110887" y="56424"/>
                  </a:lnTo>
                  <a:lnTo>
                    <a:pt x="111502" y="56963"/>
                  </a:lnTo>
                  <a:lnTo>
                    <a:pt x="115017" y="60108"/>
                  </a:lnTo>
                  <a:lnTo>
                    <a:pt x="115456" y="60557"/>
                  </a:lnTo>
                  <a:lnTo>
                    <a:pt x="116071" y="61007"/>
                  </a:lnTo>
                  <a:lnTo>
                    <a:pt x="117038" y="61905"/>
                  </a:lnTo>
                  <a:lnTo>
                    <a:pt x="119234" y="63882"/>
                  </a:lnTo>
                  <a:lnTo>
                    <a:pt x="120289" y="64870"/>
                  </a:lnTo>
                  <a:lnTo>
                    <a:pt x="123100" y="67296"/>
                  </a:lnTo>
                  <a:lnTo>
                    <a:pt x="125209" y="69183"/>
                  </a:lnTo>
                  <a:lnTo>
                    <a:pt x="126879" y="70710"/>
                  </a:lnTo>
                  <a:lnTo>
                    <a:pt x="128285" y="71968"/>
                  </a:lnTo>
                  <a:lnTo>
                    <a:pt x="130393" y="73675"/>
                  </a:lnTo>
                  <a:lnTo>
                    <a:pt x="135490" y="78078"/>
                  </a:lnTo>
                  <a:lnTo>
                    <a:pt x="138301" y="80863"/>
                  </a:lnTo>
                  <a:lnTo>
                    <a:pt x="139971" y="82390"/>
                  </a:lnTo>
                  <a:lnTo>
                    <a:pt x="141201" y="83469"/>
                  </a:lnTo>
                  <a:lnTo>
                    <a:pt x="147264" y="88860"/>
                  </a:lnTo>
                  <a:lnTo>
                    <a:pt x="147088" y="89039"/>
                  </a:lnTo>
                  <a:lnTo>
                    <a:pt x="145946" y="90477"/>
                  </a:lnTo>
                  <a:lnTo>
                    <a:pt x="145594" y="91285"/>
                  </a:lnTo>
                  <a:lnTo>
                    <a:pt x="145155" y="92094"/>
                  </a:lnTo>
                  <a:lnTo>
                    <a:pt x="144891" y="92633"/>
                  </a:lnTo>
                  <a:lnTo>
                    <a:pt x="144803" y="92813"/>
                  </a:lnTo>
                  <a:lnTo>
                    <a:pt x="144716" y="93082"/>
                  </a:lnTo>
                  <a:lnTo>
                    <a:pt x="141904" y="98653"/>
                  </a:lnTo>
                  <a:lnTo>
                    <a:pt x="139004" y="104313"/>
                  </a:lnTo>
                  <a:lnTo>
                    <a:pt x="138828" y="104673"/>
                  </a:lnTo>
                  <a:lnTo>
                    <a:pt x="136280" y="109974"/>
                  </a:lnTo>
                  <a:lnTo>
                    <a:pt x="134435" y="113388"/>
                  </a:lnTo>
                  <a:lnTo>
                    <a:pt x="134347" y="113568"/>
                  </a:lnTo>
                  <a:lnTo>
                    <a:pt x="133469" y="114556"/>
                  </a:lnTo>
                  <a:lnTo>
                    <a:pt x="131184" y="116982"/>
                  </a:lnTo>
                  <a:lnTo>
                    <a:pt x="130218" y="117970"/>
                  </a:lnTo>
                  <a:lnTo>
                    <a:pt x="130042" y="118150"/>
                  </a:lnTo>
                  <a:lnTo>
                    <a:pt x="132063" y="119767"/>
                  </a:lnTo>
                  <a:lnTo>
                    <a:pt x="134259" y="121744"/>
                  </a:lnTo>
                  <a:lnTo>
                    <a:pt x="133996" y="122193"/>
                  </a:lnTo>
                  <a:lnTo>
                    <a:pt x="133293" y="123092"/>
                  </a:lnTo>
                  <a:lnTo>
                    <a:pt x="129866" y="127944"/>
                  </a:lnTo>
                  <a:lnTo>
                    <a:pt x="129690" y="128123"/>
                  </a:lnTo>
                  <a:lnTo>
                    <a:pt x="126615" y="132706"/>
                  </a:lnTo>
                  <a:lnTo>
                    <a:pt x="124331" y="135940"/>
                  </a:lnTo>
                  <a:lnTo>
                    <a:pt x="123803" y="136569"/>
                  </a:lnTo>
                  <a:lnTo>
                    <a:pt x="122749" y="138096"/>
                  </a:lnTo>
                  <a:lnTo>
                    <a:pt x="121079" y="140343"/>
                  </a:lnTo>
                  <a:lnTo>
                    <a:pt x="120464" y="141241"/>
                  </a:lnTo>
                  <a:lnTo>
                    <a:pt x="119849" y="142140"/>
                  </a:lnTo>
                  <a:lnTo>
                    <a:pt x="118971" y="143398"/>
                  </a:lnTo>
                  <a:lnTo>
                    <a:pt x="122749" y="148160"/>
                  </a:lnTo>
                  <a:lnTo>
                    <a:pt x="123013" y="148429"/>
                  </a:lnTo>
                  <a:lnTo>
                    <a:pt x="122749" y="148429"/>
                  </a:lnTo>
                  <a:lnTo>
                    <a:pt x="118619" y="148429"/>
                  </a:lnTo>
                  <a:lnTo>
                    <a:pt x="118356" y="148429"/>
                  </a:lnTo>
                  <a:lnTo>
                    <a:pt x="118004" y="149687"/>
                  </a:lnTo>
                  <a:lnTo>
                    <a:pt x="117741" y="150136"/>
                  </a:lnTo>
                  <a:lnTo>
                    <a:pt x="117301" y="150675"/>
                  </a:lnTo>
                  <a:lnTo>
                    <a:pt x="116423" y="151394"/>
                  </a:lnTo>
                  <a:lnTo>
                    <a:pt x="116159" y="151843"/>
                  </a:lnTo>
                  <a:lnTo>
                    <a:pt x="115983" y="152203"/>
                  </a:lnTo>
                  <a:lnTo>
                    <a:pt x="115720" y="152921"/>
                  </a:lnTo>
                  <a:lnTo>
                    <a:pt x="115368" y="153640"/>
                  </a:lnTo>
                  <a:lnTo>
                    <a:pt x="115192" y="154000"/>
                  </a:lnTo>
                  <a:lnTo>
                    <a:pt x="113084" y="158851"/>
                  </a:lnTo>
                  <a:lnTo>
                    <a:pt x="112205" y="160648"/>
                  </a:lnTo>
                  <a:lnTo>
                    <a:pt x="111326" y="162625"/>
                  </a:lnTo>
                  <a:lnTo>
                    <a:pt x="109305" y="167387"/>
                  </a:lnTo>
                  <a:lnTo>
                    <a:pt x="107197" y="172059"/>
                  </a:lnTo>
                  <a:lnTo>
                    <a:pt x="105966" y="175114"/>
                  </a:lnTo>
                  <a:lnTo>
                    <a:pt x="105791" y="175473"/>
                  </a:lnTo>
                  <a:lnTo>
                    <a:pt x="101749" y="184368"/>
                  </a:lnTo>
                  <a:lnTo>
                    <a:pt x="98498" y="191556"/>
                  </a:lnTo>
                  <a:lnTo>
                    <a:pt x="95159" y="198385"/>
                  </a:lnTo>
                  <a:lnTo>
                    <a:pt x="95422" y="198475"/>
                  </a:lnTo>
                  <a:lnTo>
                    <a:pt x="96740" y="199283"/>
                  </a:lnTo>
                  <a:lnTo>
                    <a:pt x="97531" y="199822"/>
                  </a:lnTo>
                  <a:lnTo>
                    <a:pt x="98498" y="200451"/>
                  </a:lnTo>
                  <a:lnTo>
                    <a:pt x="99289" y="200990"/>
                  </a:lnTo>
                  <a:lnTo>
                    <a:pt x="100519" y="201709"/>
                  </a:lnTo>
                  <a:lnTo>
                    <a:pt x="101134" y="202158"/>
                  </a:lnTo>
                  <a:lnTo>
                    <a:pt x="101749" y="202608"/>
                  </a:lnTo>
                  <a:lnTo>
                    <a:pt x="106318" y="206022"/>
                  </a:lnTo>
                  <a:lnTo>
                    <a:pt x="108075" y="207549"/>
                  </a:lnTo>
                  <a:lnTo>
                    <a:pt x="108339" y="207729"/>
                  </a:lnTo>
                  <a:lnTo>
                    <a:pt x="108690" y="208088"/>
                  </a:lnTo>
                  <a:lnTo>
                    <a:pt x="109305" y="208538"/>
                  </a:lnTo>
                  <a:lnTo>
                    <a:pt x="110711" y="209706"/>
                  </a:lnTo>
                  <a:lnTo>
                    <a:pt x="111063" y="209975"/>
                  </a:lnTo>
                  <a:lnTo>
                    <a:pt x="112117" y="210874"/>
                  </a:lnTo>
                  <a:lnTo>
                    <a:pt x="112556" y="211233"/>
                  </a:lnTo>
                  <a:lnTo>
                    <a:pt x="113171" y="211772"/>
                  </a:lnTo>
                  <a:lnTo>
                    <a:pt x="113435" y="212042"/>
                  </a:lnTo>
                  <a:lnTo>
                    <a:pt x="114050" y="212491"/>
                  </a:lnTo>
                  <a:lnTo>
                    <a:pt x="114314" y="212761"/>
                  </a:lnTo>
                  <a:lnTo>
                    <a:pt x="116335" y="214468"/>
                  </a:lnTo>
                  <a:lnTo>
                    <a:pt x="116950" y="215097"/>
                  </a:lnTo>
                  <a:lnTo>
                    <a:pt x="117213" y="215456"/>
                  </a:lnTo>
                  <a:lnTo>
                    <a:pt x="118795" y="216894"/>
                  </a:lnTo>
                  <a:lnTo>
                    <a:pt x="119410" y="217433"/>
                  </a:lnTo>
                  <a:lnTo>
                    <a:pt x="118883" y="218062"/>
                  </a:lnTo>
                  <a:lnTo>
                    <a:pt x="118268" y="218780"/>
                  </a:lnTo>
                  <a:lnTo>
                    <a:pt x="117653" y="219859"/>
                  </a:lnTo>
                  <a:lnTo>
                    <a:pt x="117125" y="220847"/>
                  </a:lnTo>
                  <a:lnTo>
                    <a:pt x="116423" y="222913"/>
                  </a:lnTo>
                  <a:lnTo>
                    <a:pt x="115632" y="225429"/>
                  </a:lnTo>
                  <a:lnTo>
                    <a:pt x="109657" y="222015"/>
                  </a:lnTo>
                  <a:lnTo>
                    <a:pt x="109130" y="221745"/>
                  </a:lnTo>
                  <a:lnTo>
                    <a:pt x="108602" y="221386"/>
                  </a:lnTo>
                  <a:lnTo>
                    <a:pt x="108163" y="221206"/>
                  </a:lnTo>
                  <a:lnTo>
                    <a:pt x="105703" y="219769"/>
                  </a:lnTo>
                  <a:lnTo>
                    <a:pt x="104648" y="219230"/>
                  </a:lnTo>
                  <a:lnTo>
                    <a:pt x="102452" y="218062"/>
                  </a:lnTo>
                  <a:lnTo>
                    <a:pt x="101925" y="217702"/>
                  </a:lnTo>
                  <a:lnTo>
                    <a:pt x="100255" y="216804"/>
                  </a:lnTo>
                  <a:lnTo>
                    <a:pt x="98234" y="215726"/>
                  </a:lnTo>
                  <a:lnTo>
                    <a:pt x="97883" y="215456"/>
                  </a:lnTo>
                  <a:lnTo>
                    <a:pt x="96828" y="214917"/>
                  </a:lnTo>
                  <a:lnTo>
                    <a:pt x="94983" y="213929"/>
                  </a:lnTo>
                  <a:lnTo>
                    <a:pt x="94807" y="213749"/>
                  </a:lnTo>
                  <a:lnTo>
                    <a:pt x="94632" y="213659"/>
                  </a:lnTo>
                  <a:lnTo>
                    <a:pt x="92171" y="212311"/>
                  </a:lnTo>
                  <a:lnTo>
                    <a:pt x="91996" y="212221"/>
                  </a:lnTo>
                  <a:lnTo>
                    <a:pt x="91820" y="212132"/>
                  </a:lnTo>
                  <a:lnTo>
                    <a:pt x="89975" y="211143"/>
                  </a:lnTo>
                  <a:lnTo>
                    <a:pt x="87866" y="209975"/>
                  </a:lnTo>
                  <a:lnTo>
                    <a:pt x="87339" y="209706"/>
                  </a:lnTo>
                  <a:lnTo>
                    <a:pt x="86899" y="209346"/>
                  </a:lnTo>
                  <a:lnTo>
                    <a:pt x="86548" y="209526"/>
                  </a:lnTo>
                  <a:lnTo>
                    <a:pt x="85494" y="210155"/>
                  </a:lnTo>
                  <a:lnTo>
                    <a:pt x="84527" y="210874"/>
                  </a:lnTo>
                  <a:lnTo>
                    <a:pt x="84615" y="211772"/>
                  </a:lnTo>
                  <a:lnTo>
                    <a:pt x="85318" y="215276"/>
                  </a:lnTo>
                  <a:lnTo>
                    <a:pt x="85581" y="216804"/>
                  </a:lnTo>
                  <a:lnTo>
                    <a:pt x="85054" y="216983"/>
                  </a:lnTo>
                  <a:lnTo>
                    <a:pt x="79870" y="219409"/>
                  </a:lnTo>
                  <a:lnTo>
                    <a:pt x="77849" y="220308"/>
                  </a:lnTo>
                  <a:lnTo>
                    <a:pt x="73895" y="222195"/>
                  </a:lnTo>
                  <a:lnTo>
                    <a:pt x="71259" y="223363"/>
                  </a:lnTo>
                  <a:lnTo>
                    <a:pt x="63703" y="226867"/>
                  </a:lnTo>
                  <a:lnTo>
                    <a:pt x="55795" y="230550"/>
                  </a:lnTo>
                  <a:lnTo>
                    <a:pt x="55180" y="230730"/>
                  </a:lnTo>
                  <a:lnTo>
                    <a:pt x="55004" y="230820"/>
                  </a:lnTo>
                  <a:lnTo>
                    <a:pt x="52719" y="231808"/>
                  </a:lnTo>
                  <a:lnTo>
                    <a:pt x="45690" y="234773"/>
                  </a:lnTo>
                  <a:lnTo>
                    <a:pt x="41560" y="236391"/>
                  </a:lnTo>
                  <a:lnTo>
                    <a:pt x="36113" y="236750"/>
                  </a:lnTo>
                  <a:lnTo>
                    <a:pt x="36113" y="236480"/>
                  </a:lnTo>
                  <a:lnTo>
                    <a:pt x="36025" y="235672"/>
                  </a:lnTo>
                  <a:lnTo>
                    <a:pt x="30401" y="236660"/>
                  </a:lnTo>
                  <a:lnTo>
                    <a:pt x="30401" y="237020"/>
                  </a:lnTo>
                  <a:lnTo>
                    <a:pt x="30577" y="238727"/>
                  </a:lnTo>
                  <a:lnTo>
                    <a:pt x="25481" y="240614"/>
                  </a:lnTo>
                  <a:lnTo>
                    <a:pt x="22669" y="241692"/>
                  </a:lnTo>
                  <a:lnTo>
                    <a:pt x="22581" y="241422"/>
                  </a:lnTo>
                  <a:lnTo>
                    <a:pt x="22669" y="241153"/>
                  </a:lnTo>
                  <a:lnTo>
                    <a:pt x="22933" y="240973"/>
                  </a:lnTo>
                  <a:lnTo>
                    <a:pt x="22933" y="240434"/>
                  </a:lnTo>
                  <a:lnTo>
                    <a:pt x="22845" y="240254"/>
                  </a:lnTo>
                  <a:lnTo>
                    <a:pt x="22669" y="239985"/>
                  </a:lnTo>
                  <a:lnTo>
                    <a:pt x="22669" y="239535"/>
                  </a:lnTo>
                  <a:lnTo>
                    <a:pt x="22933" y="238996"/>
                  </a:lnTo>
                  <a:lnTo>
                    <a:pt x="22933" y="238637"/>
                  </a:lnTo>
                  <a:lnTo>
                    <a:pt x="22669" y="238367"/>
                  </a:lnTo>
                  <a:lnTo>
                    <a:pt x="22669" y="238098"/>
                  </a:lnTo>
                  <a:lnTo>
                    <a:pt x="22669" y="237559"/>
                  </a:lnTo>
                  <a:lnTo>
                    <a:pt x="22669" y="237109"/>
                  </a:lnTo>
                  <a:lnTo>
                    <a:pt x="22581" y="236840"/>
                  </a:lnTo>
                  <a:lnTo>
                    <a:pt x="22757" y="236391"/>
                  </a:lnTo>
                  <a:lnTo>
                    <a:pt x="22757" y="236031"/>
                  </a:lnTo>
                  <a:lnTo>
                    <a:pt x="22669" y="235582"/>
                  </a:lnTo>
                  <a:lnTo>
                    <a:pt x="22405" y="235402"/>
                  </a:lnTo>
                  <a:lnTo>
                    <a:pt x="22142" y="234953"/>
                  </a:lnTo>
                  <a:lnTo>
                    <a:pt x="22054" y="234504"/>
                  </a:lnTo>
                  <a:lnTo>
                    <a:pt x="22054" y="233785"/>
                  </a:lnTo>
                  <a:lnTo>
                    <a:pt x="22142" y="233246"/>
                  </a:lnTo>
                  <a:lnTo>
                    <a:pt x="22230" y="232527"/>
                  </a:lnTo>
                  <a:lnTo>
                    <a:pt x="22142" y="231449"/>
                  </a:lnTo>
                  <a:lnTo>
                    <a:pt x="22142" y="230640"/>
                  </a:lnTo>
                  <a:lnTo>
                    <a:pt x="21966" y="229922"/>
                  </a:lnTo>
                  <a:lnTo>
                    <a:pt x="21878" y="229293"/>
                  </a:lnTo>
                  <a:lnTo>
                    <a:pt x="21790" y="228843"/>
                  </a:lnTo>
                  <a:lnTo>
                    <a:pt x="21703" y="228214"/>
                  </a:lnTo>
                  <a:lnTo>
                    <a:pt x="21527" y="227855"/>
                  </a:lnTo>
                  <a:lnTo>
                    <a:pt x="21175" y="227496"/>
                  </a:lnTo>
                  <a:lnTo>
                    <a:pt x="21087" y="227136"/>
                  </a:lnTo>
                  <a:lnTo>
                    <a:pt x="21087" y="226867"/>
                  </a:lnTo>
                  <a:lnTo>
                    <a:pt x="21087" y="226507"/>
                  </a:lnTo>
                  <a:lnTo>
                    <a:pt x="20824" y="226148"/>
                  </a:lnTo>
                  <a:lnTo>
                    <a:pt x="16079" y="226777"/>
                  </a:lnTo>
                  <a:lnTo>
                    <a:pt x="7029" y="213839"/>
                  </a:lnTo>
                  <a:lnTo>
                    <a:pt x="5008" y="209077"/>
                  </a:lnTo>
                  <a:lnTo>
                    <a:pt x="5359" y="208268"/>
                  </a:lnTo>
                  <a:lnTo>
                    <a:pt x="7556" y="207280"/>
                  </a:lnTo>
                  <a:lnTo>
                    <a:pt x="8083" y="209077"/>
                  </a:lnTo>
                  <a:lnTo>
                    <a:pt x="7380" y="209526"/>
                  </a:lnTo>
                  <a:lnTo>
                    <a:pt x="8083" y="212221"/>
                  </a:lnTo>
                  <a:lnTo>
                    <a:pt x="16431" y="224261"/>
                  </a:lnTo>
                  <a:lnTo>
                    <a:pt x="16870" y="225249"/>
                  </a:lnTo>
                  <a:lnTo>
                    <a:pt x="27853" y="223632"/>
                  </a:lnTo>
                  <a:lnTo>
                    <a:pt x="28029" y="223003"/>
                  </a:lnTo>
                  <a:lnTo>
                    <a:pt x="30138" y="222644"/>
                  </a:lnTo>
                  <a:lnTo>
                    <a:pt x="29083" y="214108"/>
                  </a:lnTo>
                  <a:lnTo>
                    <a:pt x="29083" y="213659"/>
                  </a:lnTo>
                  <a:lnTo>
                    <a:pt x="13707" y="215546"/>
                  </a:lnTo>
                  <a:lnTo>
                    <a:pt x="13531" y="215007"/>
                  </a:lnTo>
                  <a:lnTo>
                    <a:pt x="30226" y="213120"/>
                  </a:lnTo>
                  <a:lnTo>
                    <a:pt x="30401" y="212671"/>
                  </a:lnTo>
                  <a:lnTo>
                    <a:pt x="30577" y="212132"/>
                  </a:lnTo>
                  <a:lnTo>
                    <a:pt x="30928" y="211772"/>
                  </a:lnTo>
                  <a:lnTo>
                    <a:pt x="31456" y="211323"/>
                  </a:lnTo>
                  <a:lnTo>
                    <a:pt x="31631" y="211143"/>
                  </a:lnTo>
                  <a:lnTo>
                    <a:pt x="31983" y="210514"/>
                  </a:lnTo>
                  <a:lnTo>
                    <a:pt x="32071" y="209885"/>
                  </a:lnTo>
                  <a:lnTo>
                    <a:pt x="32334" y="209436"/>
                  </a:lnTo>
                  <a:lnTo>
                    <a:pt x="32510" y="208987"/>
                  </a:lnTo>
                  <a:lnTo>
                    <a:pt x="32686" y="208627"/>
                  </a:lnTo>
                  <a:lnTo>
                    <a:pt x="32686" y="208178"/>
                  </a:lnTo>
                  <a:lnTo>
                    <a:pt x="32774" y="207639"/>
                  </a:lnTo>
                  <a:lnTo>
                    <a:pt x="33037" y="206920"/>
                  </a:lnTo>
                  <a:lnTo>
                    <a:pt x="33125" y="206112"/>
                  </a:lnTo>
                  <a:lnTo>
                    <a:pt x="33301" y="205483"/>
                  </a:lnTo>
                  <a:lnTo>
                    <a:pt x="33740" y="204854"/>
                  </a:lnTo>
                  <a:lnTo>
                    <a:pt x="34004" y="204494"/>
                  </a:lnTo>
                  <a:lnTo>
                    <a:pt x="34092" y="203955"/>
                  </a:lnTo>
                  <a:lnTo>
                    <a:pt x="34004" y="203237"/>
                  </a:lnTo>
                  <a:lnTo>
                    <a:pt x="33916" y="202877"/>
                  </a:lnTo>
                  <a:lnTo>
                    <a:pt x="34092" y="202428"/>
                  </a:lnTo>
                  <a:lnTo>
                    <a:pt x="34355" y="202158"/>
                  </a:lnTo>
                  <a:lnTo>
                    <a:pt x="34443" y="201709"/>
                  </a:lnTo>
                  <a:lnTo>
                    <a:pt x="34355" y="201170"/>
                  </a:lnTo>
                  <a:lnTo>
                    <a:pt x="34092" y="200901"/>
                  </a:lnTo>
                  <a:lnTo>
                    <a:pt x="33916" y="200541"/>
                  </a:lnTo>
                  <a:lnTo>
                    <a:pt x="34092" y="200361"/>
                  </a:lnTo>
                  <a:lnTo>
                    <a:pt x="34443" y="199912"/>
                  </a:lnTo>
                  <a:lnTo>
                    <a:pt x="34707" y="199373"/>
                  </a:lnTo>
                  <a:lnTo>
                    <a:pt x="34619" y="198924"/>
                  </a:lnTo>
                  <a:lnTo>
                    <a:pt x="34619" y="198564"/>
                  </a:lnTo>
                  <a:lnTo>
                    <a:pt x="34707" y="198385"/>
                  </a:lnTo>
                  <a:lnTo>
                    <a:pt x="34970" y="198025"/>
                  </a:lnTo>
                  <a:lnTo>
                    <a:pt x="34795" y="197486"/>
                  </a:lnTo>
                  <a:lnTo>
                    <a:pt x="34180" y="196947"/>
                  </a:lnTo>
                  <a:lnTo>
                    <a:pt x="34092" y="196678"/>
                  </a:lnTo>
                  <a:lnTo>
                    <a:pt x="34531" y="196139"/>
                  </a:lnTo>
                  <a:lnTo>
                    <a:pt x="34619" y="195689"/>
                  </a:lnTo>
                  <a:lnTo>
                    <a:pt x="34355" y="195420"/>
                  </a:lnTo>
                  <a:lnTo>
                    <a:pt x="34180" y="195060"/>
                  </a:lnTo>
                  <a:lnTo>
                    <a:pt x="34355" y="194791"/>
                  </a:lnTo>
                  <a:lnTo>
                    <a:pt x="34443" y="194342"/>
                  </a:lnTo>
                  <a:lnTo>
                    <a:pt x="34180" y="194072"/>
                  </a:lnTo>
                  <a:lnTo>
                    <a:pt x="34092" y="193802"/>
                  </a:lnTo>
                  <a:lnTo>
                    <a:pt x="34267" y="193353"/>
                  </a:lnTo>
                  <a:lnTo>
                    <a:pt x="34443" y="192814"/>
                  </a:lnTo>
                  <a:lnTo>
                    <a:pt x="34355" y="192455"/>
                  </a:lnTo>
                  <a:lnTo>
                    <a:pt x="34092" y="192185"/>
                  </a:lnTo>
                  <a:lnTo>
                    <a:pt x="32071" y="192634"/>
                  </a:lnTo>
                  <a:lnTo>
                    <a:pt x="31895" y="192006"/>
                  </a:lnTo>
                  <a:lnTo>
                    <a:pt x="34882" y="191377"/>
                  </a:lnTo>
                  <a:lnTo>
                    <a:pt x="35673" y="191197"/>
                  </a:lnTo>
                  <a:lnTo>
                    <a:pt x="36464" y="191017"/>
                  </a:lnTo>
                  <a:lnTo>
                    <a:pt x="37167" y="190838"/>
                  </a:lnTo>
                  <a:lnTo>
                    <a:pt x="37694" y="190568"/>
                  </a:lnTo>
                  <a:lnTo>
                    <a:pt x="37958" y="190298"/>
                  </a:lnTo>
                  <a:lnTo>
                    <a:pt x="38221" y="190029"/>
                  </a:lnTo>
                  <a:lnTo>
                    <a:pt x="38397" y="189669"/>
                  </a:lnTo>
                  <a:lnTo>
                    <a:pt x="38397" y="189041"/>
                  </a:lnTo>
                  <a:lnTo>
                    <a:pt x="38485" y="188501"/>
                  </a:lnTo>
                  <a:lnTo>
                    <a:pt x="38573" y="187693"/>
                  </a:lnTo>
                  <a:lnTo>
                    <a:pt x="38749" y="186435"/>
                  </a:lnTo>
                  <a:lnTo>
                    <a:pt x="38836" y="185806"/>
                  </a:lnTo>
                  <a:lnTo>
                    <a:pt x="39012" y="184818"/>
                  </a:lnTo>
                  <a:lnTo>
                    <a:pt x="39188" y="183829"/>
                  </a:lnTo>
                  <a:lnTo>
                    <a:pt x="39100" y="183290"/>
                  </a:lnTo>
                  <a:lnTo>
                    <a:pt x="38924" y="182931"/>
                  </a:lnTo>
                  <a:lnTo>
                    <a:pt x="38924" y="182302"/>
                  </a:lnTo>
                  <a:lnTo>
                    <a:pt x="39012" y="181943"/>
                  </a:lnTo>
                  <a:lnTo>
                    <a:pt x="39188" y="181493"/>
                  </a:lnTo>
                  <a:lnTo>
                    <a:pt x="39012" y="180774"/>
                  </a:lnTo>
                  <a:lnTo>
                    <a:pt x="38836" y="180146"/>
                  </a:lnTo>
                  <a:lnTo>
                    <a:pt x="38836" y="179786"/>
                  </a:lnTo>
                  <a:lnTo>
                    <a:pt x="38836" y="179337"/>
                  </a:lnTo>
                  <a:lnTo>
                    <a:pt x="38924" y="178528"/>
                  </a:lnTo>
                  <a:lnTo>
                    <a:pt x="39012" y="177809"/>
                  </a:lnTo>
                  <a:lnTo>
                    <a:pt x="38924" y="177181"/>
                  </a:lnTo>
                  <a:lnTo>
                    <a:pt x="38836" y="176372"/>
                  </a:lnTo>
                  <a:lnTo>
                    <a:pt x="38749" y="175473"/>
                  </a:lnTo>
                  <a:lnTo>
                    <a:pt x="38573" y="174844"/>
                  </a:lnTo>
                  <a:lnTo>
                    <a:pt x="38309" y="174305"/>
                  </a:lnTo>
                  <a:lnTo>
                    <a:pt x="38221" y="173946"/>
                  </a:lnTo>
                  <a:lnTo>
                    <a:pt x="38134" y="173676"/>
                  </a:lnTo>
                  <a:lnTo>
                    <a:pt x="38309" y="173497"/>
                  </a:lnTo>
                  <a:lnTo>
                    <a:pt x="38573" y="173048"/>
                  </a:lnTo>
                  <a:lnTo>
                    <a:pt x="38836" y="171879"/>
                  </a:lnTo>
                  <a:lnTo>
                    <a:pt x="38749" y="170172"/>
                  </a:lnTo>
                  <a:lnTo>
                    <a:pt x="38836" y="168825"/>
                  </a:lnTo>
                  <a:lnTo>
                    <a:pt x="38749" y="168196"/>
                  </a:lnTo>
                  <a:lnTo>
                    <a:pt x="38573" y="167028"/>
                  </a:lnTo>
                  <a:lnTo>
                    <a:pt x="38485" y="165860"/>
                  </a:lnTo>
                  <a:lnTo>
                    <a:pt x="38309" y="164422"/>
                  </a:lnTo>
                  <a:lnTo>
                    <a:pt x="37958" y="162984"/>
                  </a:lnTo>
                  <a:lnTo>
                    <a:pt x="37431" y="161367"/>
                  </a:lnTo>
                  <a:lnTo>
                    <a:pt x="36991" y="161008"/>
                  </a:lnTo>
                  <a:lnTo>
                    <a:pt x="36728" y="160738"/>
                  </a:lnTo>
                  <a:lnTo>
                    <a:pt x="37255" y="160469"/>
                  </a:lnTo>
                  <a:lnTo>
                    <a:pt x="37606" y="160019"/>
                  </a:lnTo>
                  <a:lnTo>
                    <a:pt x="37782" y="159750"/>
                  </a:lnTo>
                  <a:lnTo>
                    <a:pt x="37782" y="159031"/>
                  </a:lnTo>
                  <a:lnTo>
                    <a:pt x="37518" y="158312"/>
                  </a:lnTo>
                  <a:lnTo>
                    <a:pt x="37255" y="157324"/>
                  </a:lnTo>
                  <a:lnTo>
                    <a:pt x="37079" y="156336"/>
                  </a:lnTo>
                  <a:lnTo>
                    <a:pt x="36640" y="155347"/>
                  </a:lnTo>
                  <a:lnTo>
                    <a:pt x="36200" y="154179"/>
                  </a:lnTo>
                  <a:lnTo>
                    <a:pt x="35849" y="153191"/>
                  </a:lnTo>
                  <a:lnTo>
                    <a:pt x="35498" y="151933"/>
                  </a:lnTo>
                  <a:lnTo>
                    <a:pt x="34970" y="150226"/>
                  </a:lnTo>
                  <a:lnTo>
                    <a:pt x="34531" y="149328"/>
                  </a:lnTo>
                  <a:lnTo>
                    <a:pt x="34180" y="148339"/>
                  </a:lnTo>
                  <a:lnTo>
                    <a:pt x="33828" y="147620"/>
                  </a:lnTo>
                  <a:lnTo>
                    <a:pt x="33564" y="146991"/>
                  </a:lnTo>
                  <a:lnTo>
                    <a:pt x="33037" y="145554"/>
                  </a:lnTo>
                  <a:lnTo>
                    <a:pt x="32159" y="144296"/>
                  </a:lnTo>
                  <a:lnTo>
                    <a:pt x="31719" y="143308"/>
                  </a:lnTo>
                  <a:lnTo>
                    <a:pt x="30928" y="142050"/>
                  </a:lnTo>
                  <a:lnTo>
                    <a:pt x="29962" y="140253"/>
                  </a:lnTo>
                  <a:lnTo>
                    <a:pt x="29523" y="139175"/>
                  </a:lnTo>
                  <a:lnTo>
                    <a:pt x="28995" y="138725"/>
                  </a:lnTo>
                  <a:lnTo>
                    <a:pt x="28292" y="138007"/>
                  </a:lnTo>
                  <a:lnTo>
                    <a:pt x="27677" y="136839"/>
                  </a:lnTo>
                  <a:lnTo>
                    <a:pt x="27238" y="136210"/>
                  </a:lnTo>
                  <a:lnTo>
                    <a:pt x="26799" y="135760"/>
                  </a:lnTo>
                  <a:lnTo>
                    <a:pt x="25920" y="134952"/>
                  </a:lnTo>
                  <a:lnTo>
                    <a:pt x="21087" y="137108"/>
                  </a:lnTo>
                  <a:lnTo>
                    <a:pt x="20648" y="136030"/>
                  </a:lnTo>
                  <a:lnTo>
                    <a:pt x="29874" y="132077"/>
                  </a:lnTo>
                  <a:lnTo>
                    <a:pt x="29962" y="131627"/>
                  </a:lnTo>
                  <a:lnTo>
                    <a:pt x="29874" y="130998"/>
                  </a:lnTo>
                  <a:lnTo>
                    <a:pt x="29786" y="130280"/>
                  </a:lnTo>
                  <a:lnTo>
                    <a:pt x="29610" y="129201"/>
                  </a:lnTo>
                  <a:lnTo>
                    <a:pt x="29523" y="128573"/>
                  </a:lnTo>
                  <a:lnTo>
                    <a:pt x="29435" y="128033"/>
                  </a:lnTo>
                  <a:lnTo>
                    <a:pt x="29347" y="127225"/>
                  </a:lnTo>
                  <a:lnTo>
                    <a:pt x="29083" y="126596"/>
                  </a:lnTo>
                  <a:lnTo>
                    <a:pt x="28732" y="126057"/>
                  </a:lnTo>
                  <a:lnTo>
                    <a:pt x="28380" y="125338"/>
                  </a:lnTo>
                  <a:lnTo>
                    <a:pt x="27765" y="124529"/>
                  </a:lnTo>
                  <a:lnTo>
                    <a:pt x="27238" y="123631"/>
                  </a:lnTo>
                  <a:lnTo>
                    <a:pt x="26974" y="123002"/>
                  </a:lnTo>
                  <a:lnTo>
                    <a:pt x="26623" y="122103"/>
                  </a:lnTo>
                  <a:lnTo>
                    <a:pt x="26184" y="121564"/>
                  </a:lnTo>
                  <a:lnTo>
                    <a:pt x="25832" y="121025"/>
                  </a:lnTo>
                  <a:lnTo>
                    <a:pt x="25657" y="120576"/>
                  </a:lnTo>
                  <a:lnTo>
                    <a:pt x="25393" y="119947"/>
                  </a:lnTo>
                  <a:lnTo>
                    <a:pt x="24778" y="118959"/>
                  </a:lnTo>
                  <a:lnTo>
                    <a:pt x="24075" y="117881"/>
                  </a:lnTo>
                  <a:lnTo>
                    <a:pt x="23284" y="116802"/>
                  </a:lnTo>
                  <a:lnTo>
                    <a:pt x="22318" y="115185"/>
                  </a:lnTo>
                  <a:lnTo>
                    <a:pt x="21966" y="114377"/>
                  </a:lnTo>
                  <a:lnTo>
                    <a:pt x="21790" y="114017"/>
                  </a:lnTo>
                  <a:lnTo>
                    <a:pt x="21527" y="113837"/>
                  </a:lnTo>
                  <a:lnTo>
                    <a:pt x="21351" y="113568"/>
                  </a:lnTo>
                  <a:lnTo>
                    <a:pt x="21175" y="113208"/>
                  </a:lnTo>
                  <a:lnTo>
                    <a:pt x="20824" y="112939"/>
                  </a:lnTo>
                  <a:lnTo>
                    <a:pt x="20648" y="112580"/>
                  </a:lnTo>
                  <a:lnTo>
                    <a:pt x="20648" y="112310"/>
                  </a:lnTo>
                  <a:lnTo>
                    <a:pt x="20209" y="112040"/>
                  </a:lnTo>
                  <a:lnTo>
                    <a:pt x="20033" y="111861"/>
                  </a:lnTo>
                  <a:lnTo>
                    <a:pt x="19769" y="111591"/>
                  </a:lnTo>
                  <a:lnTo>
                    <a:pt x="19506" y="111232"/>
                  </a:lnTo>
                  <a:lnTo>
                    <a:pt x="19242" y="110603"/>
                  </a:lnTo>
                  <a:lnTo>
                    <a:pt x="18891" y="110243"/>
                  </a:lnTo>
                  <a:lnTo>
                    <a:pt x="18891" y="109974"/>
                  </a:lnTo>
                  <a:lnTo>
                    <a:pt x="18627" y="109704"/>
                  </a:lnTo>
                  <a:lnTo>
                    <a:pt x="18276" y="109525"/>
                  </a:lnTo>
                  <a:lnTo>
                    <a:pt x="18012" y="109255"/>
                  </a:lnTo>
                  <a:lnTo>
                    <a:pt x="17924" y="108896"/>
                  </a:lnTo>
                  <a:lnTo>
                    <a:pt x="17661" y="108536"/>
                  </a:lnTo>
                  <a:lnTo>
                    <a:pt x="17221" y="108267"/>
                  </a:lnTo>
                  <a:lnTo>
                    <a:pt x="16870" y="107818"/>
                  </a:lnTo>
                  <a:lnTo>
                    <a:pt x="16606" y="107368"/>
                  </a:lnTo>
                  <a:lnTo>
                    <a:pt x="16431" y="107009"/>
                  </a:lnTo>
                  <a:lnTo>
                    <a:pt x="16079" y="106829"/>
                  </a:lnTo>
                  <a:lnTo>
                    <a:pt x="15728" y="106380"/>
                  </a:lnTo>
                  <a:lnTo>
                    <a:pt x="15640" y="105931"/>
                  </a:lnTo>
                  <a:lnTo>
                    <a:pt x="15288" y="105571"/>
                  </a:lnTo>
                  <a:lnTo>
                    <a:pt x="14937" y="105392"/>
                  </a:lnTo>
                  <a:lnTo>
                    <a:pt x="14673" y="105032"/>
                  </a:lnTo>
                  <a:lnTo>
                    <a:pt x="14585" y="104493"/>
                  </a:lnTo>
                  <a:lnTo>
                    <a:pt x="14234" y="104224"/>
                  </a:lnTo>
                  <a:lnTo>
                    <a:pt x="13882" y="104134"/>
                  </a:lnTo>
                  <a:lnTo>
                    <a:pt x="13531" y="103864"/>
                  </a:lnTo>
                  <a:lnTo>
                    <a:pt x="13355" y="103325"/>
                  </a:lnTo>
                  <a:lnTo>
                    <a:pt x="13004" y="103056"/>
                  </a:lnTo>
                  <a:lnTo>
                    <a:pt x="12652" y="102876"/>
                  </a:lnTo>
                  <a:lnTo>
                    <a:pt x="12564" y="102427"/>
                  </a:lnTo>
                  <a:lnTo>
                    <a:pt x="12213" y="101977"/>
                  </a:lnTo>
                  <a:lnTo>
                    <a:pt x="11774" y="101528"/>
                  </a:lnTo>
                  <a:lnTo>
                    <a:pt x="11598" y="101079"/>
                  </a:lnTo>
                  <a:lnTo>
                    <a:pt x="11071" y="100720"/>
                  </a:lnTo>
                  <a:lnTo>
                    <a:pt x="10807" y="100091"/>
                  </a:lnTo>
                  <a:lnTo>
                    <a:pt x="10543" y="99641"/>
                  </a:lnTo>
                  <a:lnTo>
                    <a:pt x="10280" y="99192"/>
                  </a:lnTo>
                  <a:lnTo>
                    <a:pt x="9841" y="98833"/>
                  </a:lnTo>
                  <a:lnTo>
                    <a:pt x="9577" y="98294"/>
                  </a:lnTo>
                  <a:lnTo>
                    <a:pt x="9225" y="97665"/>
                  </a:lnTo>
                  <a:lnTo>
                    <a:pt x="9050" y="97485"/>
                  </a:lnTo>
                  <a:lnTo>
                    <a:pt x="8698" y="97395"/>
                  </a:lnTo>
                  <a:lnTo>
                    <a:pt x="8523" y="97126"/>
                  </a:lnTo>
                  <a:lnTo>
                    <a:pt x="8347" y="96856"/>
                  </a:lnTo>
                  <a:lnTo>
                    <a:pt x="8083" y="96676"/>
                  </a:lnTo>
                  <a:lnTo>
                    <a:pt x="7820" y="95958"/>
                  </a:lnTo>
                  <a:lnTo>
                    <a:pt x="7468" y="95688"/>
                  </a:lnTo>
                  <a:lnTo>
                    <a:pt x="7205" y="95239"/>
                  </a:lnTo>
                  <a:lnTo>
                    <a:pt x="6941" y="94790"/>
                  </a:lnTo>
                  <a:lnTo>
                    <a:pt x="6589" y="94340"/>
                  </a:lnTo>
                  <a:lnTo>
                    <a:pt x="6150" y="94161"/>
                  </a:lnTo>
                  <a:lnTo>
                    <a:pt x="5799" y="93622"/>
                  </a:lnTo>
                  <a:lnTo>
                    <a:pt x="5535" y="93172"/>
                  </a:lnTo>
                  <a:lnTo>
                    <a:pt x="5271" y="92543"/>
                  </a:lnTo>
                  <a:lnTo>
                    <a:pt x="4656" y="92094"/>
                  </a:lnTo>
                  <a:lnTo>
                    <a:pt x="4217" y="91375"/>
                  </a:lnTo>
                  <a:lnTo>
                    <a:pt x="3866" y="90657"/>
                  </a:lnTo>
                  <a:lnTo>
                    <a:pt x="3514" y="90207"/>
                  </a:lnTo>
                  <a:lnTo>
                    <a:pt x="3426" y="89578"/>
                  </a:lnTo>
                  <a:lnTo>
                    <a:pt x="3075" y="89129"/>
                  </a:lnTo>
                  <a:lnTo>
                    <a:pt x="2987" y="88860"/>
                  </a:lnTo>
                  <a:lnTo>
                    <a:pt x="2723" y="88320"/>
                  </a:lnTo>
                  <a:lnTo>
                    <a:pt x="2635" y="87871"/>
                  </a:lnTo>
                  <a:lnTo>
                    <a:pt x="2108" y="87332"/>
                  </a:lnTo>
                  <a:lnTo>
                    <a:pt x="1669" y="86613"/>
                  </a:lnTo>
                  <a:lnTo>
                    <a:pt x="1142" y="85984"/>
                  </a:lnTo>
                  <a:lnTo>
                    <a:pt x="615" y="85535"/>
                  </a:lnTo>
                  <a:lnTo>
                    <a:pt x="0" y="85355"/>
                  </a:lnTo>
                  <a:lnTo>
                    <a:pt x="2811" y="84098"/>
                  </a:lnTo>
                  <a:lnTo>
                    <a:pt x="6677" y="82480"/>
                  </a:lnTo>
                  <a:lnTo>
                    <a:pt x="7995" y="81762"/>
                  </a:lnTo>
                  <a:lnTo>
                    <a:pt x="8347" y="81492"/>
                  </a:lnTo>
                  <a:lnTo>
                    <a:pt x="8962" y="81043"/>
                  </a:lnTo>
                  <a:lnTo>
                    <a:pt x="9753" y="80594"/>
                  </a:lnTo>
                  <a:lnTo>
                    <a:pt x="11159" y="79875"/>
                  </a:lnTo>
                  <a:lnTo>
                    <a:pt x="11246" y="79695"/>
                  </a:lnTo>
                  <a:lnTo>
                    <a:pt x="11598" y="78976"/>
                  </a:lnTo>
                  <a:lnTo>
                    <a:pt x="12740" y="77269"/>
                  </a:lnTo>
                  <a:lnTo>
                    <a:pt x="13970" y="75742"/>
                  </a:lnTo>
                  <a:lnTo>
                    <a:pt x="14497" y="75113"/>
                  </a:lnTo>
                  <a:lnTo>
                    <a:pt x="15288" y="74394"/>
                  </a:lnTo>
                  <a:lnTo>
                    <a:pt x="15815" y="73855"/>
                  </a:lnTo>
                  <a:lnTo>
                    <a:pt x="15991" y="73675"/>
                  </a:lnTo>
                  <a:lnTo>
                    <a:pt x="16694" y="72956"/>
                  </a:lnTo>
                  <a:lnTo>
                    <a:pt x="17485" y="72327"/>
                  </a:lnTo>
                  <a:lnTo>
                    <a:pt x="18539" y="71339"/>
                  </a:lnTo>
                  <a:lnTo>
                    <a:pt x="19945" y="69632"/>
                  </a:lnTo>
                  <a:lnTo>
                    <a:pt x="20472" y="69093"/>
                  </a:lnTo>
                  <a:lnTo>
                    <a:pt x="21615" y="67026"/>
                  </a:lnTo>
                  <a:lnTo>
                    <a:pt x="23636" y="63432"/>
                  </a:lnTo>
                  <a:lnTo>
                    <a:pt x="25217" y="60557"/>
                  </a:lnTo>
                  <a:lnTo>
                    <a:pt x="25393" y="60378"/>
                  </a:lnTo>
                  <a:lnTo>
                    <a:pt x="27414" y="56604"/>
                  </a:lnTo>
                  <a:lnTo>
                    <a:pt x="27502" y="56334"/>
                  </a:lnTo>
                  <a:lnTo>
                    <a:pt x="28820" y="54717"/>
                  </a:lnTo>
                  <a:lnTo>
                    <a:pt x="29347" y="54088"/>
                  </a:lnTo>
                  <a:lnTo>
                    <a:pt x="30577" y="52920"/>
                  </a:lnTo>
                  <a:lnTo>
                    <a:pt x="31719" y="51752"/>
                  </a:lnTo>
                  <a:lnTo>
                    <a:pt x="32422" y="51303"/>
                  </a:lnTo>
                  <a:lnTo>
                    <a:pt x="32774" y="51123"/>
                  </a:lnTo>
                  <a:lnTo>
                    <a:pt x="33125" y="50944"/>
                  </a:lnTo>
                  <a:lnTo>
                    <a:pt x="34531" y="50225"/>
                  </a:lnTo>
                  <a:lnTo>
                    <a:pt x="34707" y="50135"/>
                  </a:lnTo>
                  <a:lnTo>
                    <a:pt x="35761" y="49596"/>
                  </a:lnTo>
                  <a:lnTo>
                    <a:pt x="37079" y="49147"/>
                  </a:lnTo>
                  <a:lnTo>
                    <a:pt x="38134" y="48877"/>
                  </a:lnTo>
                  <a:lnTo>
                    <a:pt x="39715" y="48518"/>
                  </a:lnTo>
                  <a:lnTo>
                    <a:pt x="41472" y="48068"/>
                  </a:lnTo>
                  <a:lnTo>
                    <a:pt x="43406" y="47529"/>
                  </a:lnTo>
                  <a:lnTo>
                    <a:pt x="46920" y="45912"/>
                  </a:lnTo>
                  <a:lnTo>
                    <a:pt x="47272" y="45732"/>
                  </a:lnTo>
                  <a:lnTo>
                    <a:pt x="49117" y="44834"/>
                  </a:lnTo>
                  <a:lnTo>
                    <a:pt x="52807" y="42588"/>
                  </a:lnTo>
                  <a:lnTo>
                    <a:pt x="54301" y="41779"/>
                  </a:lnTo>
                  <a:lnTo>
                    <a:pt x="53686" y="39982"/>
                  </a:lnTo>
                  <a:lnTo>
                    <a:pt x="53510" y="39533"/>
                  </a:lnTo>
                  <a:lnTo>
                    <a:pt x="53862" y="39443"/>
                  </a:lnTo>
                  <a:lnTo>
                    <a:pt x="56410" y="38544"/>
                  </a:lnTo>
                  <a:lnTo>
                    <a:pt x="57201" y="38185"/>
                  </a:lnTo>
                  <a:lnTo>
                    <a:pt x="57552" y="38095"/>
                  </a:lnTo>
                  <a:lnTo>
                    <a:pt x="58870" y="37556"/>
                  </a:lnTo>
                  <a:lnTo>
                    <a:pt x="59221" y="37376"/>
                  </a:lnTo>
                  <a:lnTo>
                    <a:pt x="60627" y="36478"/>
                  </a:lnTo>
                  <a:lnTo>
                    <a:pt x="62473" y="35310"/>
                  </a:lnTo>
                  <a:lnTo>
                    <a:pt x="62736" y="35040"/>
                  </a:lnTo>
                  <a:lnTo>
                    <a:pt x="62912" y="34861"/>
                  </a:lnTo>
                  <a:lnTo>
                    <a:pt x="63175" y="34501"/>
                  </a:lnTo>
                  <a:lnTo>
                    <a:pt x="65196" y="32525"/>
                  </a:lnTo>
                  <a:lnTo>
                    <a:pt x="65372" y="32345"/>
                  </a:lnTo>
                  <a:lnTo>
                    <a:pt x="65987" y="31806"/>
                  </a:lnTo>
                  <a:lnTo>
                    <a:pt x="66251" y="31446"/>
                  </a:lnTo>
                  <a:lnTo>
                    <a:pt x="67393" y="29739"/>
                  </a:lnTo>
                  <a:lnTo>
                    <a:pt x="69414" y="26684"/>
                  </a:lnTo>
                  <a:lnTo>
                    <a:pt x="69765" y="26145"/>
                  </a:lnTo>
                  <a:lnTo>
                    <a:pt x="69941" y="25876"/>
                  </a:lnTo>
                  <a:lnTo>
                    <a:pt x="70117" y="25516"/>
                  </a:lnTo>
                  <a:lnTo>
                    <a:pt x="70381" y="25157"/>
                  </a:lnTo>
                  <a:lnTo>
                    <a:pt x="70556" y="24798"/>
                  </a:lnTo>
                  <a:lnTo>
                    <a:pt x="70732" y="24438"/>
                  </a:lnTo>
                  <a:lnTo>
                    <a:pt x="70908" y="24169"/>
                  </a:lnTo>
                  <a:lnTo>
                    <a:pt x="71083" y="23899"/>
                  </a:lnTo>
                  <a:lnTo>
                    <a:pt x="71962" y="22462"/>
                  </a:lnTo>
                  <a:lnTo>
                    <a:pt x="73456" y="19856"/>
                  </a:lnTo>
                  <a:lnTo>
                    <a:pt x="73983" y="19047"/>
                  </a:lnTo>
                  <a:lnTo>
                    <a:pt x="74686" y="17789"/>
                  </a:lnTo>
                  <a:lnTo>
                    <a:pt x="74774" y="17610"/>
                  </a:lnTo>
                  <a:lnTo>
                    <a:pt x="74862" y="17430"/>
                  </a:lnTo>
                  <a:lnTo>
                    <a:pt x="76795" y="14106"/>
                  </a:lnTo>
                  <a:lnTo>
                    <a:pt x="77673" y="12578"/>
                  </a:lnTo>
                  <a:lnTo>
                    <a:pt x="79079" y="10332"/>
                  </a:lnTo>
                  <a:lnTo>
                    <a:pt x="79079" y="10152"/>
                  </a:lnTo>
                  <a:lnTo>
                    <a:pt x="79958" y="8805"/>
                  </a:lnTo>
                  <a:lnTo>
                    <a:pt x="83033" y="3414"/>
                  </a:lnTo>
                  <a:lnTo>
                    <a:pt x="84351" y="1257"/>
                  </a:lnTo>
                  <a:lnTo>
                    <a:pt x="85054" y="0"/>
                  </a:lnTo>
                  <a:lnTo>
                    <a:pt x="85494" y="7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805821" y="3552020"/>
              <a:ext cx="172130" cy="189490"/>
            </a:xfrm>
            <a:custGeom>
              <a:avLst/>
              <a:pathLst>
                <a:path w="172130" h="189490">
                  <a:moveTo>
                    <a:pt x="69414" y="718"/>
                  </a:moveTo>
                  <a:lnTo>
                    <a:pt x="77586" y="2246"/>
                  </a:lnTo>
                  <a:lnTo>
                    <a:pt x="94368" y="5480"/>
                  </a:lnTo>
                  <a:lnTo>
                    <a:pt x="105351" y="7637"/>
                  </a:lnTo>
                  <a:lnTo>
                    <a:pt x="106757" y="7906"/>
                  </a:lnTo>
                  <a:lnTo>
                    <a:pt x="109217" y="8355"/>
                  </a:lnTo>
                  <a:lnTo>
                    <a:pt x="115983" y="9793"/>
                  </a:lnTo>
                  <a:lnTo>
                    <a:pt x="121870" y="10961"/>
                  </a:lnTo>
                  <a:lnTo>
                    <a:pt x="123013" y="11231"/>
                  </a:lnTo>
                  <a:lnTo>
                    <a:pt x="124418" y="11500"/>
                  </a:lnTo>
                  <a:lnTo>
                    <a:pt x="126439" y="11859"/>
                  </a:lnTo>
                  <a:lnTo>
                    <a:pt x="136017" y="13656"/>
                  </a:lnTo>
                  <a:lnTo>
                    <a:pt x="139444" y="14016"/>
                  </a:lnTo>
                  <a:lnTo>
                    <a:pt x="140937" y="14106"/>
                  </a:lnTo>
                  <a:lnTo>
                    <a:pt x="144716" y="14375"/>
                  </a:lnTo>
                  <a:lnTo>
                    <a:pt x="149900" y="14735"/>
                  </a:lnTo>
                  <a:lnTo>
                    <a:pt x="155260" y="15094"/>
                  </a:lnTo>
                  <a:lnTo>
                    <a:pt x="157808" y="15364"/>
                  </a:lnTo>
                  <a:lnTo>
                    <a:pt x="165628" y="15903"/>
                  </a:lnTo>
                  <a:lnTo>
                    <a:pt x="166506" y="27224"/>
                  </a:lnTo>
                  <a:lnTo>
                    <a:pt x="166770" y="29919"/>
                  </a:lnTo>
                  <a:lnTo>
                    <a:pt x="167473" y="38904"/>
                  </a:lnTo>
                  <a:lnTo>
                    <a:pt x="168264" y="48248"/>
                  </a:lnTo>
                  <a:lnTo>
                    <a:pt x="168352" y="49506"/>
                  </a:lnTo>
                  <a:lnTo>
                    <a:pt x="169055" y="56424"/>
                  </a:lnTo>
                  <a:lnTo>
                    <a:pt x="169757" y="63972"/>
                  </a:lnTo>
                  <a:lnTo>
                    <a:pt x="170460" y="72507"/>
                  </a:lnTo>
                  <a:lnTo>
                    <a:pt x="171075" y="80504"/>
                  </a:lnTo>
                  <a:lnTo>
                    <a:pt x="172130" y="95598"/>
                  </a:lnTo>
                  <a:lnTo>
                    <a:pt x="171603" y="95688"/>
                  </a:lnTo>
                  <a:lnTo>
                    <a:pt x="171075" y="95868"/>
                  </a:lnTo>
                  <a:lnTo>
                    <a:pt x="170636" y="96047"/>
                  </a:lnTo>
                  <a:lnTo>
                    <a:pt x="170109" y="96317"/>
                  </a:lnTo>
                  <a:lnTo>
                    <a:pt x="169670" y="96676"/>
                  </a:lnTo>
                  <a:lnTo>
                    <a:pt x="169318" y="97036"/>
                  </a:lnTo>
                  <a:lnTo>
                    <a:pt x="168967" y="97395"/>
                  </a:lnTo>
                  <a:lnTo>
                    <a:pt x="168703" y="97934"/>
                  </a:lnTo>
                  <a:lnTo>
                    <a:pt x="168439" y="98383"/>
                  </a:lnTo>
                  <a:lnTo>
                    <a:pt x="168264" y="98923"/>
                  </a:lnTo>
                  <a:lnTo>
                    <a:pt x="168176" y="99372"/>
                  </a:lnTo>
                  <a:lnTo>
                    <a:pt x="168088" y="99911"/>
                  </a:lnTo>
                  <a:lnTo>
                    <a:pt x="168088" y="100450"/>
                  </a:lnTo>
                  <a:lnTo>
                    <a:pt x="168176" y="100989"/>
                  </a:lnTo>
                  <a:lnTo>
                    <a:pt x="168352" y="101528"/>
                  </a:lnTo>
                  <a:lnTo>
                    <a:pt x="168527" y="102067"/>
                  </a:lnTo>
                  <a:lnTo>
                    <a:pt x="168791" y="102517"/>
                  </a:lnTo>
                  <a:lnTo>
                    <a:pt x="169055" y="102966"/>
                  </a:lnTo>
                  <a:lnTo>
                    <a:pt x="169406" y="103415"/>
                  </a:lnTo>
                  <a:lnTo>
                    <a:pt x="169757" y="103685"/>
                  </a:lnTo>
                  <a:lnTo>
                    <a:pt x="167737" y="106380"/>
                  </a:lnTo>
                  <a:lnTo>
                    <a:pt x="167649" y="106560"/>
                  </a:lnTo>
                  <a:lnTo>
                    <a:pt x="166594" y="107997"/>
                  </a:lnTo>
                  <a:lnTo>
                    <a:pt x="166155" y="108536"/>
                  </a:lnTo>
                  <a:lnTo>
                    <a:pt x="163080" y="112310"/>
                  </a:lnTo>
                  <a:lnTo>
                    <a:pt x="162904" y="112490"/>
                  </a:lnTo>
                  <a:lnTo>
                    <a:pt x="160356" y="115634"/>
                  </a:lnTo>
                  <a:lnTo>
                    <a:pt x="158950" y="117521"/>
                  </a:lnTo>
                  <a:lnTo>
                    <a:pt x="158511" y="118150"/>
                  </a:lnTo>
                  <a:lnTo>
                    <a:pt x="157808" y="118959"/>
                  </a:lnTo>
                  <a:lnTo>
                    <a:pt x="156753" y="120307"/>
                  </a:lnTo>
                  <a:lnTo>
                    <a:pt x="154293" y="123272"/>
                  </a:lnTo>
                  <a:lnTo>
                    <a:pt x="151921" y="126237"/>
                  </a:lnTo>
                  <a:lnTo>
                    <a:pt x="149109" y="129741"/>
                  </a:lnTo>
                  <a:lnTo>
                    <a:pt x="140322" y="140612"/>
                  </a:lnTo>
                  <a:lnTo>
                    <a:pt x="136632" y="145105"/>
                  </a:lnTo>
                  <a:lnTo>
                    <a:pt x="129866" y="153910"/>
                  </a:lnTo>
                  <a:lnTo>
                    <a:pt x="122485" y="162895"/>
                  </a:lnTo>
                  <a:lnTo>
                    <a:pt x="115192" y="171969"/>
                  </a:lnTo>
                  <a:lnTo>
                    <a:pt x="108251" y="180415"/>
                  </a:lnTo>
                  <a:lnTo>
                    <a:pt x="107899" y="180864"/>
                  </a:lnTo>
                  <a:lnTo>
                    <a:pt x="100870" y="189490"/>
                  </a:lnTo>
                  <a:lnTo>
                    <a:pt x="98234" y="187244"/>
                  </a:lnTo>
                  <a:lnTo>
                    <a:pt x="91556" y="181673"/>
                  </a:lnTo>
                  <a:lnTo>
                    <a:pt x="80485" y="172508"/>
                  </a:lnTo>
                  <a:lnTo>
                    <a:pt x="78376" y="170622"/>
                  </a:lnTo>
                  <a:lnTo>
                    <a:pt x="76883" y="169454"/>
                  </a:lnTo>
                  <a:lnTo>
                    <a:pt x="74862" y="167746"/>
                  </a:lnTo>
                  <a:lnTo>
                    <a:pt x="73632" y="166668"/>
                  </a:lnTo>
                  <a:lnTo>
                    <a:pt x="72841" y="166039"/>
                  </a:lnTo>
                  <a:lnTo>
                    <a:pt x="72138" y="165500"/>
                  </a:lnTo>
                  <a:lnTo>
                    <a:pt x="71874" y="165231"/>
                  </a:lnTo>
                  <a:lnTo>
                    <a:pt x="63263" y="158043"/>
                  </a:lnTo>
                  <a:lnTo>
                    <a:pt x="62824" y="157683"/>
                  </a:lnTo>
                  <a:lnTo>
                    <a:pt x="62560" y="157863"/>
                  </a:lnTo>
                  <a:lnTo>
                    <a:pt x="62385" y="157953"/>
                  </a:lnTo>
                  <a:lnTo>
                    <a:pt x="62121" y="157953"/>
                  </a:lnTo>
                  <a:lnTo>
                    <a:pt x="61857" y="157953"/>
                  </a:lnTo>
                  <a:lnTo>
                    <a:pt x="61594" y="157953"/>
                  </a:lnTo>
                  <a:lnTo>
                    <a:pt x="61330" y="157863"/>
                  </a:lnTo>
                  <a:lnTo>
                    <a:pt x="61067" y="157773"/>
                  </a:lnTo>
                  <a:lnTo>
                    <a:pt x="60891" y="157594"/>
                  </a:lnTo>
                  <a:lnTo>
                    <a:pt x="60715" y="157414"/>
                  </a:lnTo>
                  <a:lnTo>
                    <a:pt x="60539" y="157144"/>
                  </a:lnTo>
                  <a:lnTo>
                    <a:pt x="60452" y="156965"/>
                  </a:lnTo>
                  <a:lnTo>
                    <a:pt x="53510" y="157863"/>
                  </a:lnTo>
                  <a:lnTo>
                    <a:pt x="42966" y="159301"/>
                  </a:lnTo>
                  <a:lnTo>
                    <a:pt x="37870" y="160020"/>
                  </a:lnTo>
                  <a:lnTo>
                    <a:pt x="37079" y="160109"/>
                  </a:lnTo>
                  <a:lnTo>
                    <a:pt x="30577" y="161008"/>
                  </a:lnTo>
                  <a:lnTo>
                    <a:pt x="26974" y="161457"/>
                  </a:lnTo>
                  <a:lnTo>
                    <a:pt x="22845" y="161996"/>
                  </a:lnTo>
                  <a:lnTo>
                    <a:pt x="18188" y="163074"/>
                  </a:lnTo>
                  <a:lnTo>
                    <a:pt x="16694" y="162895"/>
                  </a:lnTo>
                  <a:lnTo>
                    <a:pt x="10456" y="163703"/>
                  </a:lnTo>
                  <a:lnTo>
                    <a:pt x="9928" y="163793"/>
                  </a:lnTo>
                  <a:lnTo>
                    <a:pt x="8435" y="163973"/>
                  </a:lnTo>
                  <a:lnTo>
                    <a:pt x="7644" y="164153"/>
                  </a:lnTo>
                  <a:lnTo>
                    <a:pt x="439" y="165590"/>
                  </a:lnTo>
                  <a:lnTo>
                    <a:pt x="0" y="165590"/>
                  </a:lnTo>
                  <a:lnTo>
                    <a:pt x="2284" y="158402"/>
                  </a:lnTo>
                  <a:lnTo>
                    <a:pt x="7205" y="144026"/>
                  </a:lnTo>
                  <a:lnTo>
                    <a:pt x="8523" y="140163"/>
                  </a:lnTo>
                  <a:lnTo>
                    <a:pt x="11334" y="131987"/>
                  </a:lnTo>
                  <a:lnTo>
                    <a:pt x="12037" y="130010"/>
                  </a:lnTo>
                  <a:lnTo>
                    <a:pt x="16870" y="115724"/>
                  </a:lnTo>
                  <a:lnTo>
                    <a:pt x="18803" y="109525"/>
                  </a:lnTo>
                  <a:lnTo>
                    <a:pt x="19506" y="107278"/>
                  </a:lnTo>
                  <a:lnTo>
                    <a:pt x="20824" y="102786"/>
                  </a:lnTo>
                  <a:lnTo>
                    <a:pt x="22757" y="95149"/>
                  </a:lnTo>
                  <a:lnTo>
                    <a:pt x="23548" y="89129"/>
                  </a:lnTo>
                  <a:lnTo>
                    <a:pt x="23811" y="87692"/>
                  </a:lnTo>
                  <a:lnTo>
                    <a:pt x="24163" y="86254"/>
                  </a:lnTo>
                  <a:lnTo>
                    <a:pt x="24690" y="84547"/>
                  </a:lnTo>
                  <a:lnTo>
                    <a:pt x="25657" y="81941"/>
                  </a:lnTo>
                  <a:lnTo>
                    <a:pt x="26799" y="78617"/>
                  </a:lnTo>
                  <a:lnTo>
                    <a:pt x="28380" y="72687"/>
                  </a:lnTo>
                  <a:lnTo>
                    <a:pt x="29347" y="68823"/>
                  </a:lnTo>
                  <a:lnTo>
                    <a:pt x="30489" y="63432"/>
                  </a:lnTo>
                  <a:lnTo>
                    <a:pt x="30928" y="61366"/>
                  </a:lnTo>
                  <a:lnTo>
                    <a:pt x="31456" y="59569"/>
                  </a:lnTo>
                  <a:lnTo>
                    <a:pt x="32246" y="57862"/>
                  </a:lnTo>
                  <a:lnTo>
                    <a:pt x="33213" y="56065"/>
                  </a:lnTo>
                  <a:lnTo>
                    <a:pt x="35146" y="53190"/>
                  </a:lnTo>
                  <a:lnTo>
                    <a:pt x="35498" y="52561"/>
                  </a:lnTo>
                  <a:lnTo>
                    <a:pt x="37167" y="50225"/>
                  </a:lnTo>
                  <a:lnTo>
                    <a:pt x="37431" y="49865"/>
                  </a:lnTo>
                  <a:lnTo>
                    <a:pt x="42351" y="43037"/>
                  </a:lnTo>
                  <a:lnTo>
                    <a:pt x="46393" y="37646"/>
                  </a:lnTo>
                  <a:lnTo>
                    <a:pt x="51226" y="31267"/>
                  </a:lnTo>
                  <a:lnTo>
                    <a:pt x="56585" y="20395"/>
                  </a:lnTo>
                  <a:lnTo>
                    <a:pt x="57113" y="18688"/>
                  </a:lnTo>
                  <a:lnTo>
                    <a:pt x="57640" y="16801"/>
                  </a:lnTo>
                  <a:lnTo>
                    <a:pt x="57903" y="16082"/>
                  </a:lnTo>
                  <a:lnTo>
                    <a:pt x="59661" y="12399"/>
                  </a:lnTo>
                  <a:lnTo>
                    <a:pt x="62385" y="6918"/>
                  </a:lnTo>
                  <a:lnTo>
                    <a:pt x="65548" y="0"/>
                  </a:lnTo>
                  <a:lnTo>
                    <a:pt x="69150" y="6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767880" y="1508760"/>
              <a:ext cx="1425791" cy="794187"/>
            </a:xfrm>
            <a:custGeom>
              <a:avLst/>
              <a:pathLst>
                <a:path w="1425791" h="794187">
                  <a:moveTo>
                    <a:pt x="1425791" y="9182"/>
                  </a:moveTo>
                  <a:lnTo>
                    <a:pt x="1421837" y="16550"/>
                  </a:lnTo>
                  <a:lnTo>
                    <a:pt x="1420958" y="18257"/>
                  </a:lnTo>
                  <a:lnTo>
                    <a:pt x="1403121" y="34968"/>
                  </a:lnTo>
                  <a:lnTo>
                    <a:pt x="1381594" y="47368"/>
                  </a:lnTo>
                  <a:lnTo>
                    <a:pt x="1363845" y="56173"/>
                  </a:lnTo>
                  <a:lnTo>
                    <a:pt x="1338979" y="65337"/>
                  </a:lnTo>
                  <a:lnTo>
                    <a:pt x="1321581" y="80072"/>
                  </a:lnTo>
                  <a:lnTo>
                    <a:pt x="1310334" y="86901"/>
                  </a:lnTo>
                  <a:lnTo>
                    <a:pt x="1300405" y="87710"/>
                  </a:lnTo>
                  <a:lnTo>
                    <a:pt x="1284501" y="85014"/>
                  </a:lnTo>
                  <a:lnTo>
                    <a:pt x="1261129" y="87350"/>
                  </a:lnTo>
                  <a:lnTo>
                    <a:pt x="1243116" y="93999"/>
                  </a:lnTo>
                  <a:lnTo>
                    <a:pt x="1226246" y="100917"/>
                  </a:lnTo>
                  <a:lnTo>
                    <a:pt x="1204016" y="104331"/>
                  </a:lnTo>
                  <a:lnTo>
                    <a:pt x="1186179" y="107027"/>
                  </a:lnTo>
                  <a:lnTo>
                    <a:pt x="1168078" y="103613"/>
                  </a:lnTo>
                  <a:lnTo>
                    <a:pt x="1151384" y="101726"/>
                  </a:lnTo>
                  <a:lnTo>
                    <a:pt x="1148045" y="103703"/>
                  </a:lnTo>
                  <a:lnTo>
                    <a:pt x="1141367" y="107746"/>
                  </a:lnTo>
                  <a:lnTo>
                    <a:pt x="1144706" y="121403"/>
                  </a:lnTo>
                  <a:lnTo>
                    <a:pt x="1152878" y="137396"/>
                  </a:lnTo>
                  <a:lnTo>
                    <a:pt x="1154283" y="152939"/>
                  </a:lnTo>
                  <a:lnTo>
                    <a:pt x="1154283" y="173784"/>
                  </a:lnTo>
                  <a:lnTo>
                    <a:pt x="1153932" y="206399"/>
                  </a:lnTo>
                  <a:lnTo>
                    <a:pt x="1148396" y="223021"/>
                  </a:lnTo>
                  <a:lnTo>
                    <a:pt x="1142421" y="236678"/>
                  </a:lnTo>
                  <a:lnTo>
                    <a:pt x="1120279" y="277020"/>
                  </a:lnTo>
                  <a:lnTo>
                    <a:pt x="1115710" y="285286"/>
                  </a:lnTo>
                  <a:lnTo>
                    <a:pt x="1106045" y="298763"/>
                  </a:lnTo>
                  <a:lnTo>
                    <a:pt x="1101651" y="304963"/>
                  </a:lnTo>
                  <a:lnTo>
                    <a:pt x="1090580" y="317811"/>
                  </a:lnTo>
                  <a:lnTo>
                    <a:pt x="1085308" y="336050"/>
                  </a:lnTo>
                  <a:lnTo>
                    <a:pt x="1083024" y="352044"/>
                  </a:lnTo>
                  <a:lnTo>
                    <a:pt x="1072040" y="358063"/>
                  </a:lnTo>
                  <a:lnTo>
                    <a:pt x="1050337" y="361118"/>
                  </a:lnTo>
                  <a:lnTo>
                    <a:pt x="1038475" y="363185"/>
                  </a:lnTo>
                  <a:lnTo>
                    <a:pt x="1030216" y="369564"/>
                  </a:lnTo>
                  <a:lnTo>
                    <a:pt x="1014136" y="380256"/>
                  </a:lnTo>
                  <a:lnTo>
                    <a:pt x="991730" y="393553"/>
                  </a:lnTo>
                  <a:lnTo>
                    <a:pt x="980747" y="403976"/>
                  </a:lnTo>
                  <a:lnTo>
                    <a:pt x="968534" y="417902"/>
                  </a:lnTo>
                  <a:lnTo>
                    <a:pt x="958605" y="434704"/>
                  </a:lnTo>
                  <a:lnTo>
                    <a:pt x="952015" y="437939"/>
                  </a:lnTo>
                  <a:lnTo>
                    <a:pt x="950960" y="438478"/>
                  </a:lnTo>
                  <a:lnTo>
                    <a:pt x="935672" y="443689"/>
                  </a:lnTo>
                  <a:lnTo>
                    <a:pt x="921789" y="450338"/>
                  </a:lnTo>
                  <a:lnTo>
                    <a:pt x="908785" y="460131"/>
                  </a:lnTo>
                  <a:lnTo>
                    <a:pt x="899471" y="470014"/>
                  </a:lnTo>
                  <a:lnTo>
                    <a:pt x="888927" y="483851"/>
                  </a:lnTo>
                  <a:lnTo>
                    <a:pt x="878734" y="495442"/>
                  </a:lnTo>
                  <a:lnTo>
                    <a:pt x="872759" y="502450"/>
                  </a:lnTo>
                  <a:lnTo>
                    <a:pt x="862391" y="514579"/>
                  </a:lnTo>
                  <a:lnTo>
                    <a:pt x="852726" y="531920"/>
                  </a:lnTo>
                  <a:lnTo>
                    <a:pt x="841127" y="552765"/>
                  </a:lnTo>
                  <a:lnTo>
                    <a:pt x="835416" y="561750"/>
                  </a:lnTo>
                  <a:lnTo>
                    <a:pt x="824433" y="574508"/>
                  </a:lnTo>
                  <a:lnTo>
                    <a:pt x="811341" y="592478"/>
                  </a:lnTo>
                  <a:lnTo>
                    <a:pt x="798600" y="610447"/>
                  </a:lnTo>
                  <a:lnTo>
                    <a:pt x="781115" y="625183"/>
                  </a:lnTo>
                  <a:lnTo>
                    <a:pt x="757566" y="634167"/>
                  </a:lnTo>
                  <a:lnTo>
                    <a:pt x="734370" y="641715"/>
                  </a:lnTo>
                  <a:lnTo>
                    <a:pt x="716269" y="652946"/>
                  </a:lnTo>
                  <a:lnTo>
                    <a:pt x="699838" y="662290"/>
                  </a:lnTo>
                  <a:lnTo>
                    <a:pt x="695005" y="666423"/>
                  </a:lnTo>
                  <a:lnTo>
                    <a:pt x="681738" y="678013"/>
                  </a:lnTo>
                  <a:lnTo>
                    <a:pt x="664692" y="697870"/>
                  </a:lnTo>
                  <a:lnTo>
                    <a:pt x="659156" y="704788"/>
                  </a:lnTo>
                  <a:lnTo>
                    <a:pt x="644658" y="710000"/>
                  </a:lnTo>
                  <a:lnTo>
                    <a:pt x="638332" y="709910"/>
                  </a:lnTo>
                  <a:lnTo>
                    <a:pt x="627173" y="706585"/>
                  </a:lnTo>
                  <a:lnTo>
                    <a:pt x="617947" y="702362"/>
                  </a:lnTo>
                  <a:lnTo>
                    <a:pt x="617156" y="702003"/>
                  </a:lnTo>
                  <a:lnTo>
                    <a:pt x="610214" y="699218"/>
                  </a:lnTo>
                  <a:lnTo>
                    <a:pt x="602219" y="699577"/>
                  </a:lnTo>
                  <a:lnTo>
                    <a:pt x="595629" y="700565"/>
                  </a:lnTo>
                  <a:lnTo>
                    <a:pt x="590708" y="701284"/>
                  </a:lnTo>
                  <a:lnTo>
                    <a:pt x="578495" y="701823"/>
                  </a:lnTo>
                  <a:lnTo>
                    <a:pt x="573047" y="702632"/>
                  </a:lnTo>
                  <a:lnTo>
                    <a:pt x="563909" y="710089"/>
                  </a:lnTo>
                  <a:lnTo>
                    <a:pt x="559252" y="713504"/>
                  </a:lnTo>
                  <a:lnTo>
                    <a:pt x="549762" y="722309"/>
                  </a:lnTo>
                  <a:lnTo>
                    <a:pt x="534298" y="734708"/>
                  </a:lnTo>
                  <a:lnTo>
                    <a:pt x="523578" y="738392"/>
                  </a:lnTo>
                  <a:lnTo>
                    <a:pt x="513561" y="738481"/>
                  </a:lnTo>
                  <a:lnTo>
                    <a:pt x="496515" y="738841"/>
                  </a:lnTo>
                  <a:lnTo>
                    <a:pt x="480084" y="738302"/>
                  </a:lnTo>
                  <a:lnTo>
                    <a:pt x="469540" y="737403"/>
                  </a:lnTo>
                  <a:lnTo>
                    <a:pt x="459436" y="734079"/>
                  </a:lnTo>
                  <a:lnTo>
                    <a:pt x="450561" y="732641"/>
                  </a:lnTo>
                  <a:lnTo>
                    <a:pt x="446168" y="734618"/>
                  </a:lnTo>
                  <a:lnTo>
                    <a:pt x="434657" y="740728"/>
                  </a:lnTo>
                  <a:lnTo>
                    <a:pt x="425695" y="744142"/>
                  </a:lnTo>
                  <a:lnTo>
                    <a:pt x="411900" y="746748"/>
                  </a:lnTo>
                  <a:lnTo>
                    <a:pt x="403201" y="749443"/>
                  </a:lnTo>
                  <a:lnTo>
                    <a:pt x="389230" y="757889"/>
                  </a:lnTo>
                  <a:lnTo>
                    <a:pt x="383519" y="764358"/>
                  </a:lnTo>
                  <a:lnTo>
                    <a:pt x="380531" y="767413"/>
                  </a:lnTo>
                  <a:lnTo>
                    <a:pt x="375611" y="772534"/>
                  </a:lnTo>
                  <a:lnTo>
                    <a:pt x="368142" y="777745"/>
                  </a:lnTo>
                  <a:lnTo>
                    <a:pt x="361640" y="782687"/>
                  </a:lnTo>
                  <a:lnTo>
                    <a:pt x="351975" y="787000"/>
                  </a:lnTo>
                  <a:lnTo>
                    <a:pt x="344155" y="788347"/>
                  </a:lnTo>
                  <a:lnTo>
                    <a:pt x="336247" y="788168"/>
                  </a:lnTo>
                  <a:lnTo>
                    <a:pt x="330272" y="788976"/>
                  </a:lnTo>
                  <a:lnTo>
                    <a:pt x="325966" y="790773"/>
                  </a:lnTo>
                  <a:lnTo>
                    <a:pt x="320870" y="793109"/>
                  </a:lnTo>
                  <a:lnTo>
                    <a:pt x="315862" y="794008"/>
                  </a:lnTo>
                  <a:lnTo>
                    <a:pt x="315071" y="794187"/>
                  </a:lnTo>
                  <a:lnTo>
                    <a:pt x="307339" y="793379"/>
                  </a:lnTo>
                  <a:lnTo>
                    <a:pt x="306899" y="793199"/>
                  </a:lnTo>
                  <a:lnTo>
                    <a:pt x="305406" y="790863"/>
                  </a:lnTo>
                  <a:lnTo>
                    <a:pt x="304088" y="788527"/>
                  </a:lnTo>
                  <a:lnTo>
                    <a:pt x="303385" y="787359"/>
                  </a:lnTo>
                  <a:lnTo>
                    <a:pt x="303297" y="786820"/>
                  </a:lnTo>
                  <a:lnTo>
                    <a:pt x="302418" y="785023"/>
                  </a:lnTo>
                  <a:lnTo>
                    <a:pt x="301540" y="784304"/>
                  </a:lnTo>
                  <a:lnTo>
                    <a:pt x="300046" y="783945"/>
                  </a:lnTo>
                  <a:lnTo>
                    <a:pt x="299519" y="783585"/>
                  </a:lnTo>
                  <a:lnTo>
                    <a:pt x="297761" y="783945"/>
                  </a:lnTo>
                  <a:lnTo>
                    <a:pt x="297322" y="782956"/>
                  </a:lnTo>
                  <a:lnTo>
                    <a:pt x="296531" y="781968"/>
                  </a:lnTo>
                  <a:lnTo>
                    <a:pt x="295916" y="781339"/>
                  </a:lnTo>
                  <a:lnTo>
                    <a:pt x="295301" y="781070"/>
                  </a:lnTo>
                  <a:lnTo>
                    <a:pt x="294598" y="780800"/>
                  </a:lnTo>
                  <a:lnTo>
                    <a:pt x="294686" y="779991"/>
                  </a:lnTo>
                  <a:lnTo>
                    <a:pt x="294422" y="779003"/>
                  </a:lnTo>
                  <a:lnTo>
                    <a:pt x="294422" y="777835"/>
                  </a:lnTo>
                  <a:lnTo>
                    <a:pt x="294598" y="776847"/>
                  </a:lnTo>
                  <a:lnTo>
                    <a:pt x="295037" y="775858"/>
                  </a:lnTo>
                  <a:lnTo>
                    <a:pt x="295916" y="775229"/>
                  </a:lnTo>
                  <a:lnTo>
                    <a:pt x="297146" y="774601"/>
                  </a:lnTo>
                  <a:lnTo>
                    <a:pt x="297937" y="774151"/>
                  </a:lnTo>
                  <a:lnTo>
                    <a:pt x="297937" y="773612"/>
                  </a:lnTo>
                  <a:lnTo>
                    <a:pt x="297322" y="772893"/>
                  </a:lnTo>
                  <a:lnTo>
                    <a:pt x="297410" y="772175"/>
                  </a:lnTo>
                  <a:lnTo>
                    <a:pt x="295653" y="770557"/>
                  </a:lnTo>
                  <a:lnTo>
                    <a:pt x="294071" y="771546"/>
                  </a:lnTo>
                  <a:lnTo>
                    <a:pt x="291259" y="768850"/>
                  </a:lnTo>
                  <a:lnTo>
                    <a:pt x="290293" y="770108"/>
                  </a:lnTo>
                  <a:lnTo>
                    <a:pt x="288623" y="771815"/>
                  </a:lnTo>
                  <a:lnTo>
                    <a:pt x="285724" y="774061"/>
                  </a:lnTo>
                  <a:lnTo>
                    <a:pt x="282824" y="775679"/>
                  </a:lnTo>
                  <a:lnTo>
                    <a:pt x="280452" y="770737"/>
                  </a:lnTo>
                  <a:lnTo>
                    <a:pt x="282385" y="769659"/>
                  </a:lnTo>
                  <a:lnTo>
                    <a:pt x="239594" y="703441"/>
                  </a:lnTo>
                  <a:lnTo>
                    <a:pt x="238451" y="701194"/>
                  </a:lnTo>
                  <a:lnTo>
                    <a:pt x="238188" y="700386"/>
                  </a:lnTo>
                  <a:lnTo>
                    <a:pt x="238539" y="699397"/>
                  </a:lnTo>
                  <a:lnTo>
                    <a:pt x="237924" y="698948"/>
                  </a:lnTo>
                  <a:lnTo>
                    <a:pt x="235376" y="697600"/>
                  </a:lnTo>
                  <a:lnTo>
                    <a:pt x="233531" y="696522"/>
                  </a:lnTo>
                  <a:lnTo>
                    <a:pt x="237046" y="688975"/>
                  </a:lnTo>
                  <a:lnTo>
                    <a:pt x="236167" y="688526"/>
                  </a:lnTo>
                  <a:lnTo>
                    <a:pt x="234585" y="687627"/>
                  </a:lnTo>
                  <a:lnTo>
                    <a:pt x="230543" y="684932"/>
                  </a:lnTo>
                  <a:lnTo>
                    <a:pt x="218418" y="661931"/>
                  </a:lnTo>
                  <a:lnTo>
                    <a:pt x="206732" y="655012"/>
                  </a:lnTo>
                  <a:lnTo>
                    <a:pt x="205238" y="654024"/>
                  </a:lnTo>
                  <a:lnTo>
                    <a:pt x="204271" y="655012"/>
                  </a:lnTo>
                  <a:lnTo>
                    <a:pt x="201196" y="658067"/>
                  </a:lnTo>
                  <a:lnTo>
                    <a:pt x="199439" y="660673"/>
                  </a:lnTo>
                  <a:lnTo>
                    <a:pt x="198296" y="662470"/>
                  </a:lnTo>
                  <a:lnTo>
                    <a:pt x="197506" y="663728"/>
                  </a:lnTo>
                  <a:lnTo>
                    <a:pt x="196100" y="666154"/>
                  </a:lnTo>
                  <a:lnTo>
                    <a:pt x="194782" y="671634"/>
                  </a:lnTo>
                  <a:lnTo>
                    <a:pt x="193552" y="678283"/>
                  </a:lnTo>
                  <a:lnTo>
                    <a:pt x="185556" y="674240"/>
                  </a:lnTo>
                  <a:lnTo>
                    <a:pt x="184150" y="676845"/>
                  </a:lnTo>
                  <a:lnTo>
                    <a:pt x="183447" y="677744"/>
                  </a:lnTo>
                  <a:lnTo>
                    <a:pt x="179932" y="676127"/>
                  </a:lnTo>
                  <a:lnTo>
                    <a:pt x="177560" y="680260"/>
                  </a:lnTo>
                  <a:lnTo>
                    <a:pt x="175188" y="684393"/>
                  </a:lnTo>
                  <a:lnTo>
                    <a:pt x="167895" y="680529"/>
                  </a:lnTo>
                  <a:lnTo>
                    <a:pt x="152694" y="672084"/>
                  </a:lnTo>
                  <a:lnTo>
                    <a:pt x="151639" y="671455"/>
                  </a:lnTo>
                  <a:lnTo>
                    <a:pt x="160778" y="655012"/>
                  </a:lnTo>
                  <a:lnTo>
                    <a:pt x="165259" y="646746"/>
                  </a:lnTo>
                  <a:lnTo>
                    <a:pt x="162447" y="642703"/>
                  </a:lnTo>
                  <a:lnTo>
                    <a:pt x="152957" y="628777"/>
                  </a:lnTo>
                  <a:lnTo>
                    <a:pt x="152430" y="627968"/>
                  </a:lnTo>
                  <a:lnTo>
                    <a:pt x="148476" y="622936"/>
                  </a:lnTo>
                  <a:lnTo>
                    <a:pt x="146543" y="620331"/>
                  </a:lnTo>
                  <a:lnTo>
                    <a:pt x="145928" y="619702"/>
                  </a:lnTo>
                  <a:lnTo>
                    <a:pt x="145313" y="618983"/>
                  </a:lnTo>
                  <a:lnTo>
                    <a:pt x="144874" y="618444"/>
                  </a:lnTo>
                  <a:lnTo>
                    <a:pt x="140656" y="613143"/>
                  </a:lnTo>
                  <a:lnTo>
                    <a:pt x="139777" y="612155"/>
                  </a:lnTo>
                  <a:lnTo>
                    <a:pt x="138899" y="611076"/>
                  </a:lnTo>
                  <a:lnTo>
                    <a:pt x="138196" y="609998"/>
                  </a:lnTo>
                  <a:lnTo>
                    <a:pt x="138108" y="609819"/>
                  </a:lnTo>
                  <a:lnTo>
                    <a:pt x="137581" y="608740"/>
                  </a:lnTo>
                  <a:lnTo>
                    <a:pt x="137405" y="607752"/>
                  </a:lnTo>
                  <a:lnTo>
                    <a:pt x="136526" y="606404"/>
                  </a:lnTo>
                  <a:lnTo>
                    <a:pt x="135999" y="605865"/>
                  </a:lnTo>
                  <a:lnTo>
                    <a:pt x="136087" y="605686"/>
                  </a:lnTo>
                  <a:lnTo>
                    <a:pt x="134857" y="604428"/>
                  </a:lnTo>
                  <a:lnTo>
                    <a:pt x="132397" y="601822"/>
                  </a:lnTo>
                  <a:lnTo>
                    <a:pt x="129233" y="599396"/>
                  </a:lnTo>
                  <a:lnTo>
                    <a:pt x="124752" y="598138"/>
                  </a:lnTo>
                  <a:lnTo>
                    <a:pt x="117284" y="593826"/>
                  </a:lnTo>
                  <a:lnTo>
                    <a:pt x="114296" y="594994"/>
                  </a:lnTo>
                  <a:lnTo>
                    <a:pt x="109815" y="601373"/>
                  </a:lnTo>
                  <a:lnTo>
                    <a:pt x="105070" y="606404"/>
                  </a:lnTo>
                  <a:lnTo>
                    <a:pt x="100940" y="612155"/>
                  </a:lnTo>
                  <a:lnTo>
                    <a:pt x="100853" y="612334"/>
                  </a:lnTo>
                  <a:lnTo>
                    <a:pt x="97865" y="610178"/>
                  </a:lnTo>
                  <a:lnTo>
                    <a:pt x="96899" y="603619"/>
                  </a:lnTo>
                  <a:lnTo>
                    <a:pt x="94702" y="593556"/>
                  </a:lnTo>
                  <a:lnTo>
                    <a:pt x="95932" y="591040"/>
                  </a:lnTo>
                  <a:lnTo>
                    <a:pt x="96020" y="587267"/>
                  </a:lnTo>
                  <a:lnTo>
                    <a:pt x="92593" y="583942"/>
                  </a:lnTo>
                  <a:lnTo>
                    <a:pt x="85564" y="578641"/>
                  </a:lnTo>
                  <a:lnTo>
                    <a:pt x="75899" y="571363"/>
                  </a:lnTo>
                  <a:lnTo>
                    <a:pt x="85564" y="555640"/>
                  </a:lnTo>
                  <a:lnTo>
                    <a:pt x="90748" y="547194"/>
                  </a:lnTo>
                  <a:lnTo>
                    <a:pt x="91451" y="546386"/>
                  </a:lnTo>
                  <a:lnTo>
                    <a:pt x="92330" y="546475"/>
                  </a:lnTo>
                  <a:lnTo>
                    <a:pt x="97689" y="541444"/>
                  </a:lnTo>
                  <a:lnTo>
                    <a:pt x="118777" y="522306"/>
                  </a:lnTo>
                  <a:lnTo>
                    <a:pt x="113681" y="517365"/>
                  </a:lnTo>
                  <a:lnTo>
                    <a:pt x="115351" y="513771"/>
                  </a:lnTo>
                  <a:lnTo>
                    <a:pt x="116669" y="511075"/>
                  </a:lnTo>
                  <a:lnTo>
                    <a:pt x="118514" y="507122"/>
                  </a:lnTo>
                  <a:lnTo>
                    <a:pt x="117723" y="505415"/>
                  </a:lnTo>
                  <a:lnTo>
                    <a:pt x="117547" y="504067"/>
                  </a:lnTo>
                  <a:lnTo>
                    <a:pt x="117723" y="502090"/>
                  </a:lnTo>
                  <a:lnTo>
                    <a:pt x="118250" y="498407"/>
                  </a:lnTo>
                  <a:lnTo>
                    <a:pt x="117196" y="494004"/>
                  </a:lnTo>
                  <a:lnTo>
                    <a:pt x="117196" y="493285"/>
                  </a:lnTo>
                  <a:lnTo>
                    <a:pt x="117284" y="492566"/>
                  </a:lnTo>
                  <a:lnTo>
                    <a:pt x="117371" y="491309"/>
                  </a:lnTo>
                  <a:lnTo>
                    <a:pt x="118338" y="488883"/>
                  </a:lnTo>
                  <a:lnTo>
                    <a:pt x="120359" y="486816"/>
                  </a:lnTo>
                  <a:lnTo>
                    <a:pt x="120623" y="485738"/>
                  </a:lnTo>
                  <a:lnTo>
                    <a:pt x="120974" y="484300"/>
                  </a:lnTo>
                  <a:lnTo>
                    <a:pt x="122116" y="482234"/>
                  </a:lnTo>
                  <a:lnTo>
                    <a:pt x="124313" y="480437"/>
                  </a:lnTo>
                  <a:lnTo>
                    <a:pt x="124928" y="478999"/>
                  </a:lnTo>
                  <a:lnTo>
                    <a:pt x="124577" y="476753"/>
                  </a:lnTo>
                  <a:lnTo>
                    <a:pt x="124313" y="475585"/>
                  </a:lnTo>
                  <a:lnTo>
                    <a:pt x="124489" y="474327"/>
                  </a:lnTo>
                  <a:lnTo>
                    <a:pt x="124752" y="473608"/>
                  </a:lnTo>
                  <a:lnTo>
                    <a:pt x="104807" y="472261"/>
                  </a:lnTo>
                  <a:lnTo>
                    <a:pt x="100765" y="477562"/>
                  </a:lnTo>
                  <a:lnTo>
                    <a:pt x="77041" y="467049"/>
                  </a:lnTo>
                  <a:lnTo>
                    <a:pt x="74844" y="466241"/>
                  </a:lnTo>
                  <a:lnTo>
                    <a:pt x="74932" y="461748"/>
                  </a:lnTo>
                  <a:lnTo>
                    <a:pt x="72735" y="460221"/>
                  </a:lnTo>
                  <a:lnTo>
                    <a:pt x="72472" y="459053"/>
                  </a:lnTo>
                  <a:lnTo>
                    <a:pt x="71242" y="456986"/>
                  </a:lnTo>
                  <a:lnTo>
                    <a:pt x="70187" y="455549"/>
                  </a:lnTo>
                  <a:lnTo>
                    <a:pt x="64827" y="453752"/>
                  </a:lnTo>
                  <a:lnTo>
                    <a:pt x="62719" y="452404"/>
                  </a:lnTo>
                  <a:lnTo>
                    <a:pt x="60698" y="449799"/>
                  </a:lnTo>
                  <a:lnTo>
                    <a:pt x="58237" y="447193"/>
                  </a:lnTo>
                  <a:lnTo>
                    <a:pt x="56480" y="441173"/>
                  </a:lnTo>
                  <a:lnTo>
                    <a:pt x="56216" y="439196"/>
                  </a:lnTo>
                  <a:lnTo>
                    <a:pt x="54371" y="438657"/>
                  </a:lnTo>
                  <a:lnTo>
                    <a:pt x="51823" y="435153"/>
                  </a:lnTo>
                  <a:lnTo>
                    <a:pt x="50242" y="432009"/>
                  </a:lnTo>
                  <a:lnTo>
                    <a:pt x="50417" y="426618"/>
                  </a:lnTo>
                  <a:lnTo>
                    <a:pt x="53405" y="422305"/>
                  </a:lnTo>
                  <a:lnTo>
                    <a:pt x="56304" y="419699"/>
                  </a:lnTo>
                  <a:lnTo>
                    <a:pt x="58062" y="416555"/>
                  </a:lnTo>
                  <a:lnTo>
                    <a:pt x="58765" y="413949"/>
                  </a:lnTo>
                  <a:lnTo>
                    <a:pt x="57798" y="409996"/>
                  </a:lnTo>
                  <a:lnTo>
                    <a:pt x="56656" y="405413"/>
                  </a:lnTo>
                  <a:lnTo>
                    <a:pt x="60522" y="399034"/>
                  </a:lnTo>
                  <a:lnTo>
                    <a:pt x="64300" y="391217"/>
                  </a:lnTo>
                  <a:lnTo>
                    <a:pt x="64300" y="370283"/>
                  </a:lnTo>
                  <a:lnTo>
                    <a:pt x="61313" y="364982"/>
                  </a:lnTo>
                  <a:lnTo>
                    <a:pt x="61049" y="346383"/>
                  </a:lnTo>
                  <a:lnTo>
                    <a:pt x="60698" y="346114"/>
                  </a:lnTo>
                  <a:lnTo>
                    <a:pt x="50681" y="340094"/>
                  </a:lnTo>
                  <a:lnTo>
                    <a:pt x="50944" y="339644"/>
                  </a:lnTo>
                  <a:lnTo>
                    <a:pt x="57886" y="326796"/>
                  </a:lnTo>
                  <a:lnTo>
                    <a:pt x="56656" y="325898"/>
                  </a:lnTo>
                  <a:lnTo>
                    <a:pt x="56480" y="324190"/>
                  </a:lnTo>
                  <a:lnTo>
                    <a:pt x="56480" y="323022"/>
                  </a:lnTo>
                  <a:lnTo>
                    <a:pt x="50505" y="319878"/>
                  </a:lnTo>
                  <a:lnTo>
                    <a:pt x="48484" y="325359"/>
                  </a:lnTo>
                  <a:lnTo>
                    <a:pt x="41191" y="320147"/>
                  </a:lnTo>
                  <a:lnTo>
                    <a:pt x="36007" y="323651"/>
                  </a:lnTo>
                  <a:lnTo>
                    <a:pt x="24409" y="311073"/>
                  </a:lnTo>
                  <a:lnTo>
                    <a:pt x="22388" y="312870"/>
                  </a:lnTo>
                  <a:lnTo>
                    <a:pt x="17116" y="309725"/>
                  </a:lnTo>
                  <a:lnTo>
                    <a:pt x="10174" y="310354"/>
                  </a:lnTo>
                  <a:lnTo>
                    <a:pt x="7802" y="309186"/>
                  </a:lnTo>
                  <a:lnTo>
                    <a:pt x="0" y="3036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772887" y="2849405"/>
              <a:ext cx="704583" cy="470356"/>
            </a:xfrm>
            <a:custGeom>
              <a:avLst/>
              <a:pathLst>
                <a:path w="704583" h="470356">
                  <a:moveTo>
                    <a:pt x="700647" y="419322"/>
                  </a:moveTo>
                  <a:lnTo>
                    <a:pt x="675341" y="427408"/>
                  </a:lnTo>
                  <a:lnTo>
                    <a:pt x="672793" y="427858"/>
                  </a:lnTo>
                  <a:lnTo>
                    <a:pt x="660316" y="429924"/>
                  </a:lnTo>
                  <a:lnTo>
                    <a:pt x="628508" y="441245"/>
                  </a:lnTo>
                  <a:lnTo>
                    <a:pt x="600567" y="446905"/>
                  </a:lnTo>
                  <a:lnTo>
                    <a:pt x="549604" y="452566"/>
                  </a:lnTo>
                  <a:lnTo>
                    <a:pt x="540642" y="454273"/>
                  </a:lnTo>
                  <a:lnTo>
                    <a:pt x="528516" y="456519"/>
                  </a:lnTo>
                  <a:lnTo>
                    <a:pt x="526671" y="456968"/>
                  </a:lnTo>
                  <a:lnTo>
                    <a:pt x="505319" y="461910"/>
                  </a:lnTo>
                  <a:lnTo>
                    <a:pt x="478784" y="470356"/>
                  </a:lnTo>
                  <a:lnTo>
                    <a:pt x="478608" y="452925"/>
                  </a:lnTo>
                  <a:lnTo>
                    <a:pt x="475093" y="437471"/>
                  </a:lnTo>
                  <a:lnTo>
                    <a:pt x="470261" y="425342"/>
                  </a:lnTo>
                  <a:lnTo>
                    <a:pt x="469646" y="396500"/>
                  </a:lnTo>
                  <a:lnTo>
                    <a:pt x="466395" y="372152"/>
                  </a:lnTo>
                  <a:lnTo>
                    <a:pt x="466131" y="361999"/>
                  </a:lnTo>
                  <a:lnTo>
                    <a:pt x="463846" y="344568"/>
                  </a:lnTo>
                  <a:lnTo>
                    <a:pt x="456817" y="326239"/>
                  </a:lnTo>
                  <a:lnTo>
                    <a:pt x="446537" y="314738"/>
                  </a:lnTo>
                  <a:lnTo>
                    <a:pt x="433972" y="304586"/>
                  </a:lnTo>
                  <a:lnTo>
                    <a:pt x="422461" y="297038"/>
                  </a:lnTo>
                  <a:lnTo>
                    <a:pt x="411566" y="292726"/>
                  </a:lnTo>
                  <a:lnTo>
                    <a:pt x="399968" y="292726"/>
                  </a:lnTo>
                  <a:lnTo>
                    <a:pt x="381340" y="289401"/>
                  </a:lnTo>
                  <a:lnTo>
                    <a:pt x="374926" y="289042"/>
                  </a:lnTo>
                  <a:lnTo>
                    <a:pt x="364997" y="288503"/>
                  </a:lnTo>
                  <a:lnTo>
                    <a:pt x="351202" y="288503"/>
                  </a:lnTo>
                  <a:lnTo>
                    <a:pt x="339340" y="288772"/>
                  </a:lnTo>
                  <a:lnTo>
                    <a:pt x="321327" y="274037"/>
                  </a:lnTo>
                  <a:lnTo>
                    <a:pt x="310695" y="262896"/>
                  </a:lnTo>
                  <a:lnTo>
                    <a:pt x="298833" y="250407"/>
                  </a:lnTo>
                  <a:lnTo>
                    <a:pt x="297955" y="250227"/>
                  </a:lnTo>
                  <a:lnTo>
                    <a:pt x="282842" y="247712"/>
                  </a:lnTo>
                  <a:lnTo>
                    <a:pt x="269925" y="252384"/>
                  </a:lnTo>
                  <a:lnTo>
                    <a:pt x="251298" y="262537"/>
                  </a:lnTo>
                  <a:lnTo>
                    <a:pt x="236887" y="272689"/>
                  </a:lnTo>
                  <a:lnTo>
                    <a:pt x="224410" y="280866"/>
                  </a:lnTo>
                  <a:lnTo>
                    <a:pt x="210879" y="282842"/>
                  </a:lnTo>
                  <a:lnTo>
                    <a:pt x="199017" y="279967"/>
                  </a:lnTo>
                  <a:lnTo>
                    <a:pt x="179862" y="273408"/>
                  </a:lnTo>
                  <a:lnTo>
                    <a:pt x="160356" y="271971"/>
                  </a:lnTo>
                  <a:lnTo>
                    <a:pt x="154469" y="271611"/>
                  </a:lnTo>
                  <a:lnTo>
                    <a:pt x="145594" y="269455"/>
                  </a:lnTo>
                  <a:lnTo>
                    <a:pt x="140849" y="266490"/>
                  </a:lnTo>
                  <a:lnTo>
                    <a:pt x="136017" y="261279"/>
                  </a:lnTo>
                  <a:lnTo>
                    <a:pt x="128812" y="255349"/>
                  </a:lnTo>
                  <a:lnTo>
                    <a:pt x="120992" y="250407"/>
                  </a:lnTo>
                  <a:lnTo>
                    <a:pt x="98498" y="242051"/>
                  </a:lnTo>
                  <a:lnTo>
                    <a:pt x="85757" y="236750"/>
                  </a:lnTo>
                  <a:lnTo>
                    <a:pt x="84088" y="236211"/>
                  </a:lnTo>
                  <a:lnTo>
                    <a:pt x="74950" y="233066"/>
                  </a:lnTo>
                  <a:lnTo>
                    <a:pt x="53422" y="225789"/>
                  </a:lnTo>
                  <a:lnTo>
                    <a:pt x="50171" y="223722"/>
                  </a:lnTo>
                  <a:lnTo>
                    <a:pt x="47535" y="218870"/>
                  </a:lnTo>
                  <a:lnTo>
                    <a:pt x="46832" y="218960"/>
                  </a:lnTo>
                  <a:lnTo>
                    <a:pt x="43493" y="218151"/>
                  </a:lnTo>
                  <a:lnTo>
                    <a:pt x="43230" y="218062"/>
                  </a:lnTo>
                  <a:lnTo>
                    <a:pt x="33037" y="222824"/>
                  </a:lnTo>
                  <a:lnTo>
                    <a:pt x="23548" y="228125"/>
                  </a:lnTo>
                  <a:lnTo>
                    <a:pt x="19945" y="227945"/>
                  </a:lnTo>
                  <a:lnTo>
                    <a:pt x="17749" y="224800"/>
                  </a:lnTo>
                  <a:lnTo>
                    <a:pt x="4656" y="204225"/>
                  </a:lnTo>
                  <a:lnTo>
                    <a:pt x="0" y="192275"/>
                  </a:lnTo>
                  <a:lnTo>
                    <a:pt x="4481" y="190029"/>
                  </a:lnTo>
                  <a:lnTo>
                    <a:pt x="6853" y="188861"/>
                  </a:lnTo>
                  <a:lnTo>
                    <a:pt x="18012" y="186435"/>
                  </a:lnTo>
                  <a:lnTo>
                    <a:pt x="18627" y="186345"/>
                  </a:lnTo>
                  <a:lnTo>
                    <a:pt x="26974" y="184908"/>
                  </a:lnTo>
                  <a:lnTo>
                    <a:pt x="36288" y="178978"/>
                  </a:lnTo>
                  <a:lnTo>
                    <a:pt x="43406" y="175923"/>
                  </a:lnTo>
                  <a:lnTo>
                    <a:pt x="54301" y="173407"/>
                  </a:lnTo>
                  <a:lnTo>
                    <a:pt x="58870" y="172239"/>
                  </a:lnTo>
                  <a:lnTo>
                    <a:pt x="63527" y="170981"/>
                  </a:lnTo>
                  <a:lnTo>
                    <a:pt x="73192" y="166668"/>
                  </a:lnTo>
                  <a:lnTo>
                    <a:pt x="80924" y="161637"/>
                  </a:lnTo>
                  <a:lnTo>
                    <a:pt x="82594" y="159211"/>
                  </a:lnTo>
                  <a:lnTo>
                    <a:pt x="84351" y="156156"/>
                  </a:lnTo>
                  <a:lnTo>
                    <a:pt x="87339" y="153011"/>
                  </a:lnTo>
                  <a:lnTo>
                    <a:pt x="90326" y="152832"/>
                  </a:lnTo>
                  <a:lnTo>
                    <a:pt x="94368" y="153640"/>
                  </a:lnTo>
                  <a:lnTo>
                    <a:pt x="96740" y="152113"/>
                  </a:lnTo>
                  <a:lnTo>
                    <a:pt x="99992" y="149238"/>
                  </a:lnTo>
                  <a:lnTo>
                    <a:pt x="102452" y="148519"/>
                  </a:lnTo>
                  <a:lnTo>
                    <a:pt x="107109" y="148878"/>
                  </a:lnTo>
                  <a:lnTo>
                    <a:pt x="109657" y="149417"/>
                  </a:lnTo>
                  <a:lnTo>
                    <a:pt x="113435" y="148519"/>
                  </a:lnTo>
                  <a:lnTo>
                    <a:pt x="118356" y="145734"/>
                  </a:lnTo>
                  <a:lnTo>
                    <a:pt x="122397" y="143487"/>
                  </a:lnTo>
                  <a:lnTo>
                    <a:pt x="127142" y="143398"/>
                  </a:lnTo>
                  <a:lnTo>
                    <a:pt x="130305" y="143128"/>
                  </a:lnTo>
                  <a:lnTo>
                    <a:pt x="134084" y="142050"/>
                  </a:lnTo>
                  <a:lnTo>
                    <a:pt x="138213" y="141151"/>
                  </a:lnTo>
                  <a:lnTo>
                    <a:pt x="141904" y="139893"/>
                  </a:lnTo>
                  <a:lnTo>
                    <a:pt x="142607" y="139804"/>
                  </a:lnTo>
                  <a:lnTo>
                    <a:pt x="145682" y="137468"/>
                  </a:lnTo>
                  <a:lnTo>
                    <a:pt x="148054" y="134413"/>
                  </a:lnTo>
                  <a:lnTo>
                    <a:pt x="150778" y="131807"/>
                  </a:lnTo>
                  <a:lnTo>
                    <a:pt x="152799" y="130370"/>
                  </a:lnTo>
                  <a:lnTo>
                    <a:pt x="156490" y="129112"/>
                  </a:lnTo>
                  <a:lnTo>
                    <a:pt x="160619" y="128752"/>
                  </a:lnTo>
                  <a:lnTo>
                    <a:pt x="164573" y="128303"/>
                  </a:lnTo>
                  <a:lnTo>
                    <a:pt x="170021" y="126506"/>
                  </a:lnTo>
                  <a:lnTo>
                    <a:pt x="175469" y="124080"/>
                  </a:lnTo>
                  <a:lnTo>
                    <a:pt x="180301" y="122103"/>
                  </a:lnTo>
                  <a:lnTo>
                    <a:pt x="185222" y="120037"/>
                  </a:lnTo>
                  <a:lnTo>
                    <a:pt x="189879" y="117701"/>
                  </a:lnTo>
                  <a:lnTo>
                    <a:pt x="193569" y="116263"/>
                  </a:lnTo>
                  <a:lnTo>
                    <a:pt x="198490" y="114646"/>
                  </a:lnTo>
                  <a:lnTo>
                    <a:pt x="204465" y="112759"/>
                  </a:lnTo>
                  <a:lnTo>
                    <a:pt x="210440" y="112759"/>
                  </a:lnTo>
                  <a:lnTo>
                    <a:pt x="215624" y="112220"/>
                  </a:lnTo>
                  <a:lnTo>
                    <a:pt x="219578" y="113837"/>
                  </a:lnTo>
                  <a:lnTo>
                    <a:pt x="224323" y="113658"/>
                  </a:lnTo>
                  <a:lnTo>
                    <a:pt x="229155" y="112040"/>
                  </a:lnTo>
                  <a:lnTo>
                    <a:pt x="233900" y="111951"/>
                  </a:lnTo>
                  <a:lnTo>
                    <a:pt x="238645" y="112220"/>
                  </a:lnTo>
                  <a:lnTo>
                    <a:pt x="243917" y="113837"/>
                  </a:lnTo>
                  <a:lnTo>
                    <a:pt x="247431" y="113837"/>
                  </a:lnTo>
                  <a:lnTo>
                    <a:pt x="250946" y="113927"/>
                  </a:lnTo>
                  <a:lnTo>
                    <a:pt x="252967" y="114736"/>
                  </a:lnTo>
                  <a:lnTo>
                    <a:pt x="257448" y="114377"/>
                  </a:lnTo>
                  <a:lnTo>
                    <a:pt x="262017" y="113388"/>
                  </a:lnTo>
                  <a:lnTo>
                    <a:pt x="265356" y="111951"/>
                  </a:lnTo>
                  <a:lnTo>
                    <a:pt x="271067" y="111232"/>
                  </a:lnTo>
                  <a:lnTo>
                    <a:pt x="276252" y="110783"/>
                  </a:lnTo>
                  <a:lnTo>
                    <a:pt x="279942" y="110423"/>
                  </a:lnTo>
                  <a:lnTo>
                    <a:pt x="282929" y="108986"/>
                  </a:lnTo>
                  <a:lnTo>
                    <a:pt x="286708" y="107458"/>
                  </a:lnTo>
                  <a:lnTo>
                    <a:pt x="291452" y="106021"/>
                  </a:lnTo>
                  <a:lnTo>
                    <a:pt x="295494" y="104763"/>
                  </a:lnTo>
                  <a:lnTo>
                    <a:pt x="300151" y="103595"/>
                  </a:lnTo>
                  <a:lnTo>
                    <a:pt x="303842" y="102966"/>
                  </a:lnTo>
                  <a:lnTo>
                    <a:pt x="308499" y="100001"/>
                  </a:lnTo>
                  <a:lnTo>
                    <a:pt x="311750" y="98743"/>
                  </a:lnTo>
                  <a:lnTo>
                    <a:pt x="316407" y="98294"/>
                  </a:lnTo>
                  <a:lnTo>
                    <a:pt x="319745" y="97395"/>
                  </a:lnTo>
                  <a:lnTo>
                    <a:pt x="324490" y="95688"/>
                  </a:lnTo>
                  <a:lnTo>
                    <a:pt x="328093" y="93801"/>
                  </a:lnTo>
                  <a:lnTo>
                    <a:pt x="331256" y="92274"/>
                  </a:lnTo>
                  <a:lnTo>
                    <a:pt x="334068" y="91285"/>
                  </a:lnTo>
                  <a:lnTo>
                    <a:pt x="338285" y="89848"/>
                  </a:lnTo>
                  <a:lnTo>
                    <a:pt x="341800" y="88320"/>
                  </a:lnTo>
                  <a:lnTo>
                    <a:pt x="345227" y="87961"/>
                  </a:lnTo>
                  <a:lnTo>
                    <a:pt x="348654" y="84996"/>
                  </a:lnTo>
                  <a:lnTo>
                    <a:pt x="352344" y="82211"/>
                  </a:lnTo>
                  <a:lnTo>
                    <a:pt x="355068" y="81582"/>
                  </a:lnTo>
                  <a:lnTo>
                    <a:pt x="358143" y="81402"/>
                  </a:lnTo>
                  <a:lnTo>
                    <a:pt x="361746" y="80414"/>
                  </a:lnTo>
                  <a:lnTo>
                    <a:pt x="364733" y="78347"/>
                  </a:lnTo>
                  <a:lnTo>
                    <a:pt x="367896" y="76011"/>
                  </a:lnTo>
                  <a:lnTo>
                    <a:pt x="368687" y="75292"/>
                  </a:lnTo>
                  <a:lnTo>
                    <a:pt x="370708" y="73585"/>
                  </a:lnTo>
                  <a:lnTo>
                    <a:pt x="372993" y="71519"/>
                  </a:lnTo>
                  <a:lnTo>
                    <a:pt x="376859" y="70261"/>
                  </a:lnTo>
                  <a:lnTo>
                    <a:pt x="380637" y="70261"/>
                  </a:lnTo>
                  <a:lnTo>
                    <a:pt x="384239" y="70800"/>
                  </a:lnTo>
                  <a:lnTo>
                    <a:pt x="387754" y="71159"/>
                  </a:lnTo>
                  <a:lnTo>
                    <a:pt x="390654" y="69991"/>
                  </a:lnTo>
                  <a:lnTo>
                    <a:pt x="392587" y="68913"/>
                  </a:lnTo>
                  <a:lnTo>
                    <a:pt x="395750" y="67386"/>
                  </a:lnTo>
                  <a:lnTo>
                    <a:pt x="400495" y="65858"/>
                  </a:lnTo>
                  <a:lnTo>
                    <a:pt x="404976" y="65499"/>
                  </a:lnTo>
                  <a:lnTo>
                    <a:pt x="408227" y="65050"/>
                  </a:lnTo>
                  <a:lnTo>
                    <a:pt x="411039" y="62534"/>
                  </a:lnTo>
                  <a:lnTo>
                    <a:pt x="413763" y="60378"/>
                  </a:lnTo>
                  <a:lnTo>
                    <a:pt x="416135" y="59569"/>
                  </a:lnTo>
                  <a:lnTo>
                    <a:pt x="419298" y="59569"/>
                  </a:lnTo>
                  <a:lnTo>
                    <a:pt x="422637" y="60467"/>
                  </a:lnTo>
                  <a:lnTo>
                    <a:pt x="424482" y="60378"/>
                  </a:lnTo>
                  <a:lnTo>
                    <a:pt x="426767" y="60108"/>
                  </a:lnTo>
                  <a:lnTo>
                    <a:pt x="428963" y="59389"/>
                  </a:lnTo>
                  <a:lnTo>
                    <a:pt x="432742" y="59839"/>
                  </a:lnTo>
                  <a:lnTo>
                    <a:pt x="435729" y="59389"/>
                  </a:lnTo>
                  <a:lnTo>
                    <a:pt x="438102" y="59569"/>
                  </a:lnTo>
                  <a:lnTo>
                    <a:pt x="440474" y="59569"/>
                  </a:lnTo>
                  <a:lnTo>
                    <a:pt x="442846" y="59030"/>
                  </a:lnTo>
                  <a:lnTo>
                    <a:pt x="445043" y="58850"/>
                  </a:lnTo>
                  <a:lnTo>
                    <a:pt x="449085" y="59299"/>
                  </a:lnTo>
                  <a:lnTo>
                    <a:pt x="452512" y="59389"/>
                  </a:lnTo>
                  <a:lnTo>
                    <a:pt x="456202" y="59389"/>
                  </a:lnTo>
                  <a:lnTo>
                    <a:pt x="459453" y="59389"/>
                  </a:lnTo>
                  <a:lnTo>
                    <a:pt x="463495" y="59120"/>
                  </a:lnTo>
                  <a:lnTo>
                    <a:pt x="466395" y="57772"/>
                  </a:lnTo>
                  <a:lnTo>
                    <a:pt x="469382" y="57233"/>
                  </a:lnTo>
                  <a:lnTo>
                    <a:pt x="472369" y="56245"/>
                  </a:lnTo>
                  <a:lnTo>
                    <a:pt x="474830" y="54358"/>
                  </a:lnTo>
                  <a:lnTo>
                    <a:pt x="476411" y="51213"/>
                  </a:lnTo>
                  <a:lnTo>
                    <a:pt x="479311" y="49236"/>
                  </a:lnTo>
                  <a:lnTo>
                    <a:pt x="483704" y="48428"/>
                  </a:lnTo>
                  <a:lnTo>
                    <a:pt x="487922" y="48607"/>
                  </a:lnTo>
                  <a:lnTo>
                    <a:pt x="490119" y="46990"/>
                  </a:lnTo>
                  <a:lnTo>
                    <a:pt x="493721" y="45014"/>
                  </a:lnTo>
                  <a:lnTo>
                    <a:pt x="496621" y="44744"/>
                  </a:lnTo>
                  <a:lnTo>
                    <a:pt x="499257" y="45553"/>
                  </a:lnTo>
                  <a:lnTo>
                    <a:pt x="502068" y="45822"/>
                  </a:lnTo>
                  <a:lnTo>
                    <a:pt x="504441" y="45014"/>
                  </a:lnTo>
                  <a:lnTo>
                    <a:pt x="507165" y="43756"/>
                  </a:lnTo>
                  <a:lnTo>
                    <a:pt x="509625" y="43127"/>
                  </a:lnTo>
                  <a:lnTo>
                    <a:pt x="511382" y="40791"/>
                  </a:lnTo>
                  <a:lnTo>
                    <a:pt x="514106" y="38814"/>
                  </a:lnTo>
                  <a:lnTo>
                    <a:pt x="516303" y="38904"/>
                  </a:lnTo>
                  <a:lnTo>
                    <a:pt x="519817" y="40791"/>
                  </a:lnTo>
                  <a:lnTo>
                    <a:pt x="523244" y="40072"/>
                  </a:lnTo>
                  <a:lnTo>
                    <a:pt x="526056" y="38814"/>
                  </a:lnTo>
                  <a:lnTo>
                    <a:pt x="529395" y="38814"/>
                  </a:lnTo>
                  <a:lnTo>
                    <a:pt x="536073" y="38814"/>
                  </a:lnTo>
                  <a:lnTo>
                    <a:pt x="539763" y="38814"/>
                  </a:lnTo>
                  <a:lnTo>
                    <a:pt x="543190" y="37916"/>
                  </a:lnTo>
                  <a:lnTo>
                    <a:pt x="544244" y="37197"/>
                  </a:lnTo>
                  <a:lnTo>
                    <a:pt x="545035" y="36478"/>
                  </a:lnTo>
                  <a:lnTo>
                    <a:pt x="546089" y="35849"/>
                  </a:lnTo>
                  <a:lnTo>
                    <a:pt x="547056" y="35130"/>
                  </a:lnTo>
                  <a:lnTo>
                    <a:pt x="547847" y="34681"/>
                  </a:lnTo>
                  <a:lnTo>
                    <a:pt x="548901" y="33782"/>
                  </a:lnTo>
                  <a:lnTo>
                    <a:pt x="550043" y="32974"/>
                  </a:lnTo>
                  <a:lnTo>
                    <a:pt x="551010" y="32435"/>
                  </a:lnTo>
                  <a:lnTo>
                    <a:pt x="552152" y="31986"/>
                  </a:lnTo>
                  <a:lnTo>
                    <a:pt x="552328" y="31986"/>
                  </a:lnTo>
                  <a:lnTo>
                    <a:pt x="553382" y="31626"/>
                  </a:lnTo>
                  <a:lnTo>
                    <a:pt x="554525" y="31087"/>
                  </a:lnTo>
                  <a:lnTo>
                    <a:pt x="555930" y="30548"/>
                  </a:lnTo>
                  <a:lnTo>
                    <a:pt x="557336" y="30009"/>
                  </a:lnTo>
                  <a:lnTo>
                    <a:pt x="558127" y="29919"/>
                  </a:lnTo>
                  <a:lnTo>
                    <a:pt x="559269" y="29739"/>
                  </a:lnTo>
                  <a:lnTo>
                    <a:pt x="559621" y="29829"/>
                  </a:lnTo>
                  <a:lnTo>
                    <a:pt x="560939" y="29560"/>
                  </a:lnTo>
                  <a:lnTo>
                    <a:pt x="561378" y="29560"/>
                  </a:lnTo>
                  <a:lnTo>
                    <a:pt x="562960" y="29470"/>
                  </a:lnTo>
                  <a:lnTo>
                    <a:pt x="564629" y="29829"/>
                  </a:lnTo>
                  <a:lnTo>
                    <a:pt x="565508" y="29829"/>
                  </a:lnTo>
                  <a:lnTo>
                    <a:pt x="567090" y="29739"/>
                  </a:lnTo>
                  <a:lnTo>
                    <a:pt x="569638" y="30278"/>
                  </a:lnTo>
                  <a:lnTo>
                    <a:pt x="571219" y="30548"/>
                  </a:lnTo>
                  <a:lnTo>
                    <a:pt x="572449" y="30818"/>
                  </a:lnTo>
                  <a:lnTo>
                    <a:pt x="573855" y="30907"/>
                  </a:lnTo>
                  <a:lnTo>
                    <a:pt x="575525" y="31087"/>
                  </a:lnTo>
                  <a:lnTo>
                    <a:pt x="576755" y="31177"/>
                  </a:lnTo>
                  <a:lnTo>
                    <a:pt x="578161" y="31177"/>
                  </a:lnTo>
                  <a:lnTo>
                    <a:pt x="579567" y="31177"/>
                  </a:lnTo>
                  <a:lnTo>
                    <a:pt x="581060" y="31177"/>
                  </a:lnTo>
                  <a:lnTo>
                    <a:pt x="582378" y="31177"/>
                  </a:lnTo>
                  <a:lnTo>
                    <a:pt x="583696" y="30818"/>
                  </a:lnTo>
                  <a:lnTo>
                    <a:pt x="585541" y="30278"/>
                  </a:lnTo>
                  <a:lnTo>
                    <a:pt x="587123" y="29919"/>
                  </a:lnTo>
                  <a:lnTo>
                    <a:pt x="588793" y="29649"/>
                  </a:lnTo>
                  <a:lnTo>
                    <a:pt x="590462" y="29470"/>
                  </a:lnTo>
                  <a:lnTo>
                    <a:pt x="591956" y="29290"/>
                  </a:lnTo>
                  <a:lnTo>
                    <a:pt x="593362" y="28751"/>
                  </a:lnTo>
                  <a:lnTo>
                    <a:pt x="594240" y="28302"/>
                  </a:lnTo>
                  <a:lnTo>
                    <a:pt x="595470" y="27224"/>
                  </a:lnTo>
                  <a:lnTo>
                    <a:pt x="596788" y="25786"/>
                  </a:lnTo>
                  <a:lnTo>
                    <a:pt x="598370" y="24438"/>
                  </a:lnTo>
                  <a:lnTo>
                    <a:pt x="600303" y="22911"/>
                  </a:lnTo>
                  <a:lnTo>
                    <a:pt x="602148" y="21743"/>
                  </a:lnTo>
                  <a:lnTo>
                    <a:pt x="603554" y="20934"/>
                  </a:lnTo>
                  <a:lnTo>
                    <a:pt x="605839" y="19766"/>
                  </a:lnTo>
                  <a:lnTo>
                    <a:pt x="607860" y="18868"/>
                  </a:lnTo>
                  <a:lnTo>
                    <a:pt x="609968" y="18059"/>
                  </a:lnTo>
                  <a:lnTo>
                    <a:pt x="612692" y="17700"/>
                  </a:lnTo>
                  <a:lnTo>
                    <a:pt x="615152" y="17161"/>
                  </a:lnTo>
                  <a:lnTo>
                    <a:pt x="617261" y="16442"/>
                  </a:lnTo>
                  <a:lnTo>
                    <a:pt x="620073" y="15813"/>
                  </a:lnTo>
                  <a:lnTo>
                    <a:pt x="621303" y="16172"/>
                  </a:lnTo>
                  <a:lnTo>
                    <a:pt x="622709" y="16262"/>
                  </a:lnTo>
                  <a:lnTo>
                    <a:pt x="623851" y="15903"/>
                  </a:lnTo>
                  <a:lnTo>
                    <a:pt x="625169" y="15723"/>
                  </a:lnTo>
                  <a:lnTo>
                    <a:pt x="627366" y="15184"/>
                  </a:lnTo>
                  <a:lnTo>
                    <a:pt x="628772" y="14914"/>
                  </a:lnTo>
                  <a:lnTo>
                    <a:pt x="630265" y="14465"/>
                  </a:lnTo>
                  <a:lnTo>
                    <a:pt x="631496" y="14196"/>
                  </a:lnTo>
                  <a:lnTo>
                    <a:pt x="634835" y="13028"/>
                  </a:lnTo>
                  <a:lnTo>
                    <a:pt x="636855" y="12219"/>
                  </a:lnTo>
                  <a:lnTo>
                    <a:pt x="638876" y="11320"/>
                  </a:lnTo>
                  <a:lnTo>
                    <a:pt x="639052" y="11320"/>
                  </a:lnTo>
                  <a:lnTo>
                    <a:pt x="641073" y="10242"/>
                  </a:lnTo>
                  <a:lnTo>
                    <a:pt x="643445" y="9344"/>
                  </a:lnTo>
                  <a:lnTo>
                    <a:pt x="645291" y="8715"/>
                  </a:lnTo>
                  <a:lnTo>
                    <a:pt x="646960" y="7637"/>
                  </a:lnTo>
                  <a:lnTo>
                    <a:pt x="648893" y="6019"/>
                  </a:lnTo>
                  <a:lnTo>
                    <a:pt x="651002" y="4402"/>
                  </a:lnTo>
                  <a:lnTo>
                    <a:pt x="652584" y="3504"/>
                  </a:lnTo>
                  <a:lnTo>
                    <a:pt x="653726" y="3324"/>
                  </a:lnTo>
                  <a:lnTo>
                    <a:pt x="655220" y="3234"/>
                  </a:lnTo>
                  <a:lnTo>
                    <a:pt x="656801" y="2875"/>
                  </a:lnTo>
                  <a:lnTo>
                    <a:pt x="658295" y="2515"/>
                  </a:lnTo>
                  <a:lnTo>
                    <a:pt x="659437" y="1976"/>
                  </a:lnTo>
                  <a:lnTo>
                    <a:pt x="660931" y="1617"/>
                  </a:lnTo>
                  <a:lnTo>
                    <a:pt x="662776" y="1617"/>
                  </a:lnTo>
                  <a:lnTo>
                    <a:pt x="664094" y="1527"/>
                  </a:lnTo>
                  <a:lnTo>
                    <a:pt x="665148" y="1527"/>
                  </a:lnTo>
                  <a:lnTo>
                    <a:pt x="665324" y="1527"/>
                  </a:lnTo>
                  <a:lnTo>
                    <a:pt x="666203" y="1617"/>
                  </a:lnTo>
                  <a:lnTo>
                    <a:pt x="667609" y="1168"/>
                  </a:lnTo>
                  <a:lnTo>
                    <a:pt x="668487" y="1168"/>
                  </a:lnTo>
                  <a:lnTo>
                    <a:pt x="669981" y="808"/>
                  </a:lnTo>
                  <a:lnTo>
                    <a:pt x="671475" y="718"/>
                  </a:lnTo>
                  <a:lnTo>
                    <a:pt x="673056" y="449"/>
                  </a:lnTo>
                  <a:lnTo>
                    <a:pt x="676395" y="449"/>
                  </a:lnTo>
                  <a:lnTo>
                    <a:pt x="678153" y="359"/>
                  </a:lnTo>
                  <a:lnTo>
                    <a:pt x="679822" y="0"/>
                  </a:lnTo>
                  <a:lnTo>
                    <a:pt x="681316" y="179"/>
                  </a:lnTo>
                  <a:lnTo>
                    <a:pt x="684215" y="628"/>
                  </a:lnTo>
                  <a:lnTo>
                    <a:pt x="686236" y="898"/>
                  </a:lnTo>
                  <a:lnTo>
                    <a:pt x="689224" y="1257"/>
                  </a:lnTo>
                  <a:lnTo>
                    <a:pt x="691333" y="898"/>
                  </a:lnTo>
                  <a:lnTo>
                    <a:pt x="693354" y="718"/>
                  </a:lnTo>
                  <a:lnTo>
                    <a:pt x="695638" y="359"/>
                  </a:lnTo>
                  <a:lnTo>
                    <a:pt x="697395" y="359"/>
                  </a:lnTo>
                  <a:lnTo>
                    <a:pt x="699504" y="449"/>
                  </a:lnTo>
                  <a:lnTo>
                    <a:pt x="701877" y="808"/>
                  </a:lnTo>
                  <a:lnTo>
                    <a:pt x="703810" y="1168"/>
                  </a:lnTo>
                  <a:lnTo>
                    <a:pt x="704583" y="1203"/>
                  </a:lnTo>
                  <a:lnTo>
                    <a:pt x="704583" y="418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993680" y="4493002"/>
              <a:ext cx="592747" cy="691113"/>
            </a:xfrm>
            <a:custGeom>
              <a:avLst/>
              <a:pathLst>
                <a:path w="592747" h="691113">
                  <a:moveTo>
                    <a:pt x="180829" y="359"/>
                  </a:moveTo>
                  <a:lnTo>
                    <a:pt x="181268" y="628"/>
                  </a:lnTo>
                  <a:lnTo>
                    <a:pt x="183377" y="1796"/>
                  </a:lnTo>
                  <a:lnTo>
                    <a:pt x="185222" y="2785"/>
                  </a:lnTo>
                  <a:lnTo>
                    <a:pt x="185398" y="2875"/>
                  </a:lnTo>
                  <a:lnTo>
                    <a:pt x="185573" y="2964"/>
                  </a:lnTo>
                  <a:lnTo>
                    <a:pt x="188034" y="4312"/>
                  </a:lnTo>
                  <a:lnTo>
                    <a:pt x="188209" y="4402"/>
                  </a:lnTo>
                  <a:lnTo>
                    <a:pt x="188385" y="4582"/>
                  </a:lnTo>
                  <a:lnTo>
                    <a:pt x="190230" y="5570"/>
                  </a:lnTo>
                  <a:lnTo>
                    <a:pt x="191285" y="6109"/>
                  </a:lnTo>
                  <a:lnTo>
                    <a:pt x="191636" y="6379"/>
                  </a:lnTo>
                  <a:lnTo>
                    <a:pt x="193657" y="7457"/>
                  </a:lnTo>
                  <a:lnTo>
                    <a:pt x="195327" y="8355"/>
                  </a:lnTo>
                  <a:lnTo>
                    <a:pt x="195854" y="8715"/>
                  </a:lnTo>
                  <a:lnTo>
                    <a:pt x="198050" y="9883"/>
                  </a:lnTo>
                  <a:lnTo>
                    <a:pt x="199105" y="10422"/>
                  </a:lnTo>
                  <a:lnTo>
                    <a:pt x="201565" y="11859"/>
                  </a:lnTo>
                  <a:lnTo>
                    <a:pt x="202092" y="12129"/>
                  </a:lnTo>
                  <a:lnTo>
                    <a:pt x="202532" y="12399"/>
                  </a:lnTo>
                  <a:lnTo>
                    <a:pt x="203059" y="12668"/>
                  </a:lnTo>
                  <a:lnTo>
                    <a:pt x="209034" y="16082"/>
                  </a:lnTo>
                  <a:lnTo>
                    <a:pt x="224762" y="24888"/>
                  </a:lnTo>
                  <a:lnTo>
                    <a:pt x="234339" y="30278"/>
                  </a:lnTo>
                  <a:lnTo>
                    <a:pt x="268783" y="49596"/>
                  </a:lnTo>
                  <a:lnTo>
                    <a:pt x="284072" y="58131"/>
                  </a:lnTo>
                  <a:lnTo>
                    <a:pt x="284599" y="58401"/>
                  </a:lnTo>
                  <a:lnTo>
                    <a:pt x="283808" y="59569"/>
                  </a:lnTo>
                  <a:lnTo>
                    <a:pt x="283632" y="60288"/>
                  </a:lnTo>
                  <a:lnTo>
                    <a:pt x="283105" y="61636"/>
                  </a:lnTo>
                  <a:lnTo>
                    <a:pt x="282666" y="63163"/>
                  </a:lnTo>
                  <a:lnTo>
                    <a:pt x="282051" y="65229"/>
                  </a:lnTo>
                  <a:lnTo>
                    <a:pt x="281436" y="67116"/>
                  </a:lnTo>
                  <a:lnTo>
                    <a:pt x="281260" y="67745"/>
                  </a:lnTo>
                  <a:lnTo>
                    <a:pt x="280821" y="68644"/>
                  </a:lnTo>
                  <a:lnTo>
                    <a:pt x="280030" y="68464"/>
                  </a:lnTo>
                  <a:lnTo>
                    <a:pt x="277570" y="68105"/>
                  </a:lnTo>
                  <a:lnTo>
                    <a:pt x="276955" y="68015"/>
                  </a:lnTo>
                  <a:lnTo>
                    <a:pt x="273528" y="67476"/>
                  </a:lnTo>
                  <a:lnTo>
                    <a:pt x="273352" y="67476"/>
                  </a:lnTo>
                  <a:lnTo>
                    <a:pt x="270804" y="67026"/>
                  </a:lnTo>
                  <a:lnTo>
                    <a:pt x="265532" y="66218"/>
                  </a:lnTo>
                  <a:lnTo>
                    <a:pt x="265180" y="66128"/>
                  </a:lnTo>
                  <a:lnTo>
                    <a:pt x="265005" y="66397"/>
                  </a:lnTo>
                  <a:lnTo>
                    <a:pt x="264390" y="67206"/>
                  </a:lnTo>
                  <a:lnTo>
                    <a:pt x="262017" y="70351"/>
                  </a:lnTo>
                  <a:lnTo>
                    <a:pt x="260172" y="72687"/>
                  </a:lnTo>
                  <a:lnTo>
                    <a:pt x="257185" y="76640"/>
                  </a:lnTo>
                  <a:lnTo>
                    <a:pt x="254109" y="80773"/>
                  </a:lnTo>
                  <a:lnTo>
                    <a:pt x="252528" y="82750"/>
                  </a:lnTo>
                  <a:lnTo>
                    <a:pt x="252000" y="82390"/>
                  </a:lnTo>
                  <a:lnTo>
                    <a:pt x="249892" y="80953"/>
                  </a:lnTo>
                  <a:lnTo>
                    <a:pt x="246992" y="85266"/>
                  </a:lnTo>
                  <a:lnTo>
                    <a:pt x="245235" y="87961"/>
                  </a:lnTo>
                  <a:lnTo>
                    <a:pt x="245323" y="88320"/>
                  </a:lnTo>
                  <a:lnTo>
                    <a:pt x="245410" y="88680"/>
                  </a:lnTo>
                  <a:lnTo>
                    <a:pt x="245235" y="90657"/>
                  </a:lnTo>
                  <a:lnTo>
                    <a:pt x="242862" y="94520"/>
                  </a:lnTo>
                  <a:lnTo>
                    <a:pt x="241808" y="94879"/>
                  </a:lnTo>
                  <a:lnTo>
                    <a:pt x="241632" y="94879"/>
                  </a:lnTo>
                  <a:lnTo>
                    <a:pt x="236184" y="98204"/>
                  </a:lnTo>
                  <a:lnTo>
                    <a:pt x="234427" y="99282"/>
                  </a:lnTo>
                  <a:lnTo>
                    <a:pt x="230737" y="102247"/>
                  </a:lnTo>
                  <a:lnTo>
                    <a:pt x="227574" y="103685"/>
                  </a:lnTo>
                  <a:lnTo>
                    <a:pt x="227574" y="104224"/>
                  </a:lnTo>
                  <a:lnTo>
                    <a:pt x="227398" y="105302"/>
                  </a:lnTo>
                  <a:lnTo>
                    <a:pt x="227046" y="108626"/>
                  </a:lnTo>
                  <a:lnTo>
                    <a:pt x="226871" y="108806"/>
                  </a:lnTo>
                  <a:lnTo>
                    <a:pt x="225465" y="110154"/>
                  </a:lnTo>
                  <a:lnTo>
                    <a:pt x="224938" y="111142"/>
                  </a:lnTo>
                  <a:lnTo>
                    <a:pt x="224410" y="112040"/>
                  </a:lnTo>
                  <a:lnTo>
                    <a:pt x="224323" y="112310"/>
                  </a:lnTo>
                  <a:lnTo>
                    <a:pt x="224323" y="113029"/>
                  </a:lnTo>
                  <a:lnTo>
                    <a:pt x="225025" y="113478"/>
                  </a:lnTo>
                  <a:lnTo>
                    <a:pt x="228892" y="114377"/>
                  </a:lnTo>
                  <a:lnTo>
                    <a:pt x="231528" y="114736"/>
                  </a:lnTo>
                  <a:lnTo>
                    <a:pt x="233285" y="114916"/>
                  </a:lnTo>
                  <a:lnTo>
                    <a:pt x="233900" y="115005"/>
                  </a:lnTo>
                  <a:lnTo>
                    <a:pt x="236536" y="115455"/>
                  </a:lnTo>
                  <a:lnTo>
                    <a:pt x="242159" y="116263"/>
                  </a:lnTo>
                  <a:lnTo>
                    <a:pt x="246553" y="117072"/>
                  </a:lnTo>
                  <a:lnTo>
                    <a:pt x="250419" y="117611"/>
                  </a:lnTo>
                  <a:lnTo>
                    <a:pt x="252791" y="118060"/>
                  </a:lnTo>
                  <a:lnTo>
                    <a:pt x="253670" y="119049"/>
                  </a:lnTo>
                  <a:lnTo>
                    <a:pt x="255603" y="120396"/>
                  </a:lnTo>
                  <a:lnTo>
                    <a:pt x="255867" y="120576"/>
                  </a:lnTo>
                  <a:lnTo>
                    <a:pt x="257712" y="121834"/>
                  </a:lnTo>
                  <a:lnTo>
                    <a:pt x="257888" y="121924"/>
                  </a:lnTo>
                  <a:lnTo>
                    <a:pt x="258239" y="122193"/>
                  </a:lnTo>
                  <a:lnTo>
                    <a:pt x="258942" y="122822"/>
                  </a:lnTo>
                  <a:lnTo>
                    <a:pt x="259293" y="123182"/>
                  </a:lnTo>
                  <a:lnTo>
                    <a:pt x="261314" y="124440"/>
                  </a:lnTo>
                  <a:lnTo>
                    <a:pt x="262457" y="125158"/>
                  </a:lnTo>
                  <a:lnTo>
                    <a:pt x="262720" y="125338"/>
                  </a:lnTo>
                  <a:lnTo>
                    <a:pt x="263072" y="125428"/>
                  </a:lnTo>
                  <a:lnTo>
                    <a:pt x="263247" y="125518"/>
                  </a:lnTo>
                  <a:lnTo>
                    <a:pt x="263862" y="126596"/>
                  </a:lnTo>
                  <a:lnTo>
                    <a:pt x="265005" y="127674"/>
                  </a:lnTo>
                  <a:lnTo>
                    <a:pt x="271770" y="131897"/>
                  </a:lnTo>
                  <a:lnTo>
                    <a:pt x="281348" y="137737"/>
                  </a:lnTo>
                  <a:lnTo>
                    <a:pt x="283545" y="139265"/>
                  </a:lnTo>
                  <a:lnTo>
                    <a:pt x="284247" y="140073"/>
                  </a:lnTo>
                  <a:lnTo>
                    <a:pt x="283808" y="140522"/>
                  </a:lnTo>
                  <a:lnTo>
                    <a:pt x="283545" y="140702"/>
                  </a:lnTo>
                  <a:lnTo>
                    <a:pt x="284160" y="141421"/>
                  </a:lnTo>
                  <a:lnTo>
                    <a:pt x="286093" y="143487"/>
                  </a:lnTo>
                  <a:lnTo>
                    <a:pt x="288114" y="145823"/>
                  </a:lnTo>
                  <a:lnTo>
                    <a:pt x="291365" y="149597"/>
                  </a:lnTo>
                  <a:lnTo>
                    <a:pt x="292507" y="150855"/>
                  </a:lnTo>
                  <a:lnTo>
                    <a:pt x="295494" y="154269"/>
                  </a:lnTo>
                  <a:lnTo>
                    <a:pt x="297603" y="156695"/>
                  </a:lnTo>
                  <a:lnTo>
                    <a:pt x="298833" y="158312"/>
                  </a:lnTo>
                  <a:lnTo>
                    <a:pt x="299888" y="159840"/>
                  </a:lnTo>
                  <a:lnTo>
                    <a:pt x="301206" y="161816"/>
                  </a:lnTo>
                  <a:lnTo>
                    <a:pt x="304281" y="167118"/>
                  </a:lnTo>
                  <a:lnTo>
                    <a:pt x="309817" y="175743"/>
                  </a:lnTo>
                  <a:lnTo>
                    <a:pt x="309904" y="175923"/>
                  </a:lnTo>
                  <a:lnTo>
                    <a:pt x="310432" y="176462"/>
                  </a:lnTo>
                  <a:lnTo>
                    <a:pt x="311310" y="177181"/>
                  </a:lnTo>
                  <a:lnTo>
                    <a:pt x="311662" y="177450"/>
                  </a:lnTo>
                  <a:lnTo>
                    <a:pt x="312716" y="177989"/>
                  </a:lnTo>
                  <a:lnTo>
                    <a:pt x="318427" y="179786"/>
                  </a:lnTo>
                  <a:lnTo>
                    <a:pt x="320536" y="180415"/>
                  </a:lnTo>
                  <a:lnTo>
                    <a:pt x="321591" y="180685"/>
                  </a:lnTo>
                  <a:lnTo>
                    <a:pt x="324666" y="181583"/>
                  </a:lnTo>
                  <a:lnTo>
                    <a:pt x="329147" y="182751"/>
                  </a:lnTo>
                  <a:lnTo>
                    <a:pt x="329323" y="182212"/>
                  </a:lnTo>
                  <a:lnTo>
                    <a:pt x="329411" y="181943"/>
                  </a:lnTo>
                  <a:lnTo>
                    <a:pt x="331783" y="174216"/>
                  </a:lnTo>
                  <a:lnTo>
                    <a:pt x="331607" y="173497"/>
                  </a:lnTo>
                  <a:lnTo>
                    <a:pt x="331871" y="172508"/>
                  </a:lnTo>
                  <a:lnTo>
                    <a:pt x="332223" y="171161"/>
                  </a:lnTo>
                  <a:lnTo>
                    <a:pt x="332310" y="170981"/>
                  </a:lnTo>
                  <a:lnTo>
                    <a:pt x="332662" y="169813"/>
                  </a:lnTo>
                  <a:lnTo>
                    <a:pt x="333013" y="168555"/>
                  </a:lnTo>
                  <a:lnTo>
                    <a:pt x="333453" y="167028"/>
                  </a:lnTo>
                  <a:lnTo>
                    <a:pt x="334156" y="164692"/>
                  </a:lnTo>
                  <a:lnTo>
                    <a:pt x="334859" y="162176"/>
                  </a:lnTo>
                  <a:lnTo>
                    <a:pt x="335561" y="159930"/>
                  </a:lnTo>
                  <a:lnTo>
                    <a:pt x="335649" y="159480"/>
                  </a:lnTo>
                  <a:lnTo>
                    <a:pt x="335913" y="158492"/>
                  </a:lnTo>
                  <a:lnTo>
                    <a:pt x="338285" y="151125"/>
                  </a:lnTo>
                  <a:lnTo>
                    <a:pt x="341097" y="142140"/>
                  </a:lnTo>
                  <a:lnTo>
                    <a:pt x="346545" y="125787"/>
                  </a:lnTo>
                  <a:lnTo>
                    <a:pt x="346545" y="125608"/>
                  </a:lnTo>
                  <a:lnTo>
                    <a:pt x="351202" y="127135"/>
                  </a:lnTo>
                  <a:lnTo>
                    <a:pt x="355156" y="114646"/>
                  </a:lnTo>
                  <a:lnTo>
                    <a:pt x="364030" y="121475"/>
                  </a:lnTo>
                  <a:lnTo>
                    <a:pt x="365787" y="118240"/>
                  </a:lnTo>
                  <a:lnTo>
                    <a:pt x="370444" y="122103"/>
                  </a:lnTo>
                  <a:lnTo>
                    <a:pt x="372465" y="123631"/>
                  </a:lnTo>
                  <a:lnTo>
                    <a:pt x="383097" y="131717"/>
                  </a:lnTo>
                  <a:lnTo>
                    <a:pt x="385030" y="133514"/>
                  </a:lnTo>
                  <a:lnTo>
                    <a:pt x="386963" y="135221"/>
                  </a:lnTo>
                  <a:lnTo>
                    <a:pt x="387666" y="135760"/>
                  </a:lnTo>
                  <a:lnTo>
                    <a:pt x="391972" y="139534"/>
                  </a:lnTo>
                  <a:lnTo>
                    <a:pt x="392235" y="139714"/>
                  </a:lnTo>
                  <a:lnTo>
                    <a:pt x="394168" y="141241"/>
                  </a:lnTo>
                  <a:lnTo>
                    <a:pt x="394959" y="140163"/>
                  </a:lnTo>
                  <a:lnTo>
                    <a:pt x="395311" y="139893"/>
                  </a:lnTo>
                  <a:lnTo>
                    <a:pt x="399880" y="143308"/>
                  </a:lnTo>
                  <a:lnTo>
                    <a:pt x="405767" y="147710"/>
                  </a:lnTo>
                  <a:lnTo>
                    <a:pt x="405503" y="148070"/>
                  </a:lnTo>
                  <a:lnTo>
                    <a:pt x="405415" y="148249"/>
                  </a:lnTo>
                  <a:lnTo>
                    <a:pt x="406997" y="149507"/>
                  </a:lnTo>
                  <a:lnTo>
                    <a:pt x="406294" y="150675"/>
                  </a:lnTo>
                  <a:lnTo>
                    <a:pt x="417277" y="159660"/>
                  </a:lnTo>
                  <a:lnTo>
                    <a:pt x="419035" y="160918"/>
                  </a:lnTo>
                  <a:lnTo>
                    <a:pt x="420792" y="160918"/>
                  </a:lnTo>
                  <a:lnTo>
                    <a:pt x="420880" y="162176"/>
                  </a:lnTo>
                  <a:lnTo>
                    <a:pt x="423867" y="161816"/>
                  </a:lnTo>
                  <a:lnTo>
                    <a:pt x="424922" y="161727"/>
                  </a:lnTo>
                  <a:lnTo>
                    <a:pt x="424922" y="161996"/>
                  </a:lnTo>
                  <a:lnTo>
                    <a:pt x="424922" y="162984"/>
                  </a:lnTo>
                  <a:lnTo>
                    <a:pt x="425009" y="163883"/>
                  </a:lnTo>
                  <a:lnTo>
                    <a:pt x="426943" y="167028"/>
                  </a:lnTo>
                  <a:lnTo>
                    <a:pt x="427206" y="167207"/>
                  </a:lnTo>
                  <a:lnTo>
                    <a:pt x="428173" y="168016"/>
                  </a:lnTo>
                  <a:lnTo>
                    <a:pt x="430106" y="169184"/>
                  </a:lnTo>
                  <a:lnTo>
                    <a:pt x="430281" y="169274"/>
                  </a:lnTo>
                  <a:lnTo>
                    <a:pt x="434060" y="171969"/>
                  </a:lnTo>
                  <a:lnTo>
                    <a:pt x="434235" y="172059"/>
                  </a:lnTo>
                  <a:lnTo>
                    <a:pt x="434587" y="172149"/>
                  </a:lnTo>
                  <a:lnTo>
                    <a:pt x="436959" y="172149"/>
                  </a:lnTo>
                  <a:lnTo>
                    <a:pt x="437311" y="172149"/>
                  </a:lnTo>
                  <a:lnTo>
                    <a:pt x="438102" y="172149"/>
                  </a:lnTo>
                  <a:lnTo>
                    <a:pt x="439507" y="172059"/>
                  </a:lnTo>
                  <a:lnTo>
                    <a:pt x="440210" y="172059"/>
                  </a:lnTo>
                  <a:lnTo>
                    <a:pt x="440562" y="171700"/>
                  </a:lnTo>
                  <a:lnTo>
                    <a:pt x="440738" y="171610"/>
                  </a:lnTo>
                  <a:lnTo>
                    <a:pt x="442846" y="169184"/>
                  </a:lnTo>
                  <a:lnTo>
                    <a:pt x="442934" y="169364"/>
                  </a:lnTo>
                  <a:lnTo>
                    <a:pt x="445482" y="172149"/>
                  </a:lnTo>
                  <a:lnTo>
                    <a:pt x="450227" y="171430"/>
                  </a:lnTo>
                  <a:lnTo>
                    <a:pt x="455236" y="168106"/>
                  </a:lnTo>
                  <a:lnTo>
                    <a:pt x="463407" y="156066"/>
                  </a:lnTo>
                  <a:lnTo>
                    <a:pt x="466570" y="146273"/>
                  </a:lnTo>
                  <a:lnTo>
                    <a:pt x="466746" y="145823"/>
                  </a:lnTo>
                  <a:lnTo>
                    <a:pt x="466834" y="145554"/>
                  </a:lnTo>
                  <a:lnTo>
                    <a:pt x="466922" y="145284"/>
                  </a:lnTo>
                  <a:lnTo>
                    <a:pt x="467361" y="143847"/>
                  </a:lnTo>
                  <a:lnTo>
                    <a:pt x="467537" y="142679"/>
                  </a:lnTo>
                  <a:lnTo>
                    <a:pt x="468415" y="135042"/>
                  </a:lnTo>
                  <a:lnTo>
                    <a:pt x="468679" y="129381"/>
                  </a:lnTo>
                  <a:lnTo>
                    <a:pt x="468767" y="128393"/>
                  </a:lnTo>
                  <a:lnTo>
                    <a:pt x="468943" y="127494"/>
                  </a:lnTo>
                  <a:lnTo>
                    <a:pt x="469206" y="126326"/>
                  </a:lnTo>
                  <a:lnTo>
                    <a:pt x="469558" y="122463"/>
                  </a:lnTo>
                  <a:lnTo>
                    <a:pt x="470964" y="124350"/>
                  </a:lnTo>
                  <a:lnTo>
                    <a:pt x="473072" y="127135"/>
                  </a:lnTo>
                  <a:lnTo>
                    <a:pt x="475005" y="129651"/>
                  </a:lnTo>
                  <a:lnTo>
                    <a:pt x="477729" y="133155"/>
                  </a:lnTo>
                  <a:lnTo>
                    <a:pt x="483792" y="141241"/>
                  </a:lnTo>
                  <a:lnTo>
                    <a:pt x="486867" y="145284"/>
                  </a:lnTo>
                  <a:lnTo>
                    <a:pt x="487658" y="145823"/>
                  </a:lnTo>
                  <a:lnTo>
                    <a:pt x="490909" y="148519"/>
                  </a:lnTo>
                  <a:lnTo>
                    <a:pt x="492579" y="150046"/>
                  </a:lnTo>
                  <a:lnTo>
                    <a:pt x="495127" y="152472"/>
                  </a:lnTo>
                  <a:lnTo>
                    <a:pt x="497148" y="154449"/>
                  </a:lnTo>
                  <a:lnTo>
                    <a:pt x="503914" y="159121"/>
                  </a:lnTo>
                  <a:lnTo>
                    <a:pt x="515600" y="161727"/>
                  </a:lnTo>
                  <a:lnTo>
                    <a:pt x="516478" y="161727"/>
                  </a:lnTo>
                  <a:lnTo>
                    <a:pt x="516654" y="163703"/>
                  </a:lnTo>
                  <a:lnTo>
                    <a:pt x="516654" y="164153"/>
                  </a:lnTo>
                  <a:lnTo>
                    <a:pt x="516478" y="170442"/>
                  </a:lnTo>
                  <a:lnTo>
                    <a:pt x="516391" y="175024"/>
                  </a:lnTo>
                  <a:lnTo>
                    <a:pt x="516215" y="176911"/>
                  </a:lnTo>
                  <a:lnTo>
                    <a:pt x="516039" y="178888"/>
                  </a:lnTo>
                  <a:lnTo>
                    <a:pt x="515688" y="181673"/>
                  </a:lnTo>
                  <a:lnTo>
                    <a:pt x="515424" y="183021"/>
                  </a:lnTo>
                  <a:lnTo>
                    <a:pt x="515336" y="183290"/>
                  </a:lnTo>
                  <a:lnTo>
                    <a:pt x="513052" y="186704"/>
                  </a:lnTo>
                  <a:lnTo>
                    <a:pt x="512437" y="187693"/>
                  </a:lnTo>
                  <a:lnTo>
                    <a:pt x="509976" y="191377"/>
                  </a:lnTo>
                  <a:lnTo>
                    <a:pt x="506286" y="197307"/>
                  </a:lnTo>
                  <a:lnTo>
                    <a:pt x="505671" y="198385"/>
                  </a:lnTo>
                  <a:lnTo>
                    <a:pt x="505319" y="199193"/>
                  </a:lnTo>
                  <a:lnTo>
                    <a:pt x="504089" y="202069"/>
                  </a:lnTo>
                  <a:lnTo>
                    <a:pt x="504001" y="202338"/>
                  </a:lnTo>
                  <a:lnTo>
                    <a:pt x="503826" y="202877"/>
                  </a:lnTo>
                  <a:lnTo>
                    <a:pt x="502683" y="206561"/>
                  </a:lnTo>
                  <a:lnTo>
                    <a:pt x="501717" y="209796"/>
                  </a:lnTo>
                  <a:lnTo>
                    <a:pt x="499960" y="215546"/>
                  </a:lnTo>
                  <a:lnTo>
                    <a:pt x="499784" y="216085"/>
                  </a:lnTo>
                  <a:lnTo>
                    <a:pt x="499520" y="217073"/>
                  </a:lnTo>
                  <a:lnTo>
                    <a:pt x="499344" y="217882"/>
                  </a:lnTo>
                  <a:lnTo>
                    <a:pt x="499257" y="218151"/>
                  </a:lnTo>
                  <a:lnTo>
                    <a:pt x="498993" y="218870"/>
                  </a:lnTo>
                  <a:lnTo>
                    <a:pt x="497587" y="223992"/>
                  </a:lnTo>
                  <a:lnTo>
                    <a:pt x="497236" y="225429"/>
                  </a:lnTo>
                  <a:lnTo>
                    <a:pt x="496972" y="227046"/>
                  </a:lnTo>
                  <a:lnTo>
                    <a:pt x="496972" y="227226"/>
                  </a:lnTo>
                  <a:lnTo>
                    <a:pt x="496972" y="227496"/>
                  </a:lnTo>
                  <a:lnTo>
                    <a:pt x="496884" y="228664"/>
                  </a:lnTo>
                  <a:lnTo>
                    <a:pt x="496884" y="230191"/>
                  </a:lnTo>
                  <a:lnTo>
                    <a:pt x="496972" y="231359"/>
                  </a:lnTo>
                  <a:lnTo>
                    <a:pt x="497587" y="234234"/>
                  </a:lnTo>
                  <a:lnTo>
                    <a:pt x="497851" y="235402"/>
                  </a:lnTo>
                  <a:lnTo>
                    <a:pt x="498466" y="238008"/>
                  </a:lnTo>
                  <a:lnTo>
                    <a:pt x="498817" y="239266"/>
                  </a:lnTo>
                  <a:lnTo>
                    <a:pt x="501190" y="246723"/>
                  </a:lnTo>
                  <a:lnTo>
                    <a:pt x="501805" y="248610"/>
                  </a:lnTo>
                  <a:lnTo>
                    <a:pt x="503035" y="252384"/>
                  </a:lnTo>
                  <a:lnTo>
                    <a:pt x="505583" y="264333"/>
                  </a:lnTo>
                  <a:lnTo>
                    <a:pt x="505671" y="265142"/>
                  </a:lnTo>
                  <a:lnTo>
                    <a:pt x="506725" y="273588"/>
                  </a:lnTo>
                  <a:lnTo>
                    <a:pt x="507252" y="277811"/>
                  </a:lnTo>
                  <a:lnTo>
                    <a:pt x="507340" y="278350"/>
                  </a:lnTo>
                  <a:lnTo>
                    <a:pt x="507604" y="280416"/>
                  </a:lnTo>
                  <a:lnTo>
                    <a:pt x="490821" y="284729"/>
                  </a:lnTo>
                  <a:lnTo>
                    <a:pt x="493809" y="305754"/>
                  </a:lnTo>
                  <a:lnTo>
                    <a:pt x="494424" y="309887"/>
                  </a:lnTo>
                  <a:lnTo>
                    <a:pt x="509801" y="306472"/>
                  </a:lnTo>
                  <a:lnTo>
                    <a:pt x="511206" y="306113"/>
                  </a:lnTo>
                  <a:lnTo>
                    <a:pt x="520784" y="303597"/>
                  </a:lnTo>
                  <a:lnTo>
                    <a:pt x="521663" y="303328"/>
                  </a:lnTo>
                  <a:lnTo>
                    <a:pt x="523068" y="303597"/>
                  </a:lnTo>
                  <a:lnTo>
                    <a:pt x="524123" y="304046"/>
                  </a:lnTo>
                  <a:lnTo>
                    <a:pt x="525880" y="304855"/>
                  </a:lnTo>
                  <a:lnTo>
                    <a:pt x="526319" y="305125"/>
                  </a:lnTo>
                  <a:lnTo>
                    <a:pt x="527286" y="305754"/>
                  </a:lnTo>
                  <a:lnTo>
                    <a:pt x="529043" y="307910"/>
                  </a:lnTo>
                  <a:lnTo>
                    <a:pt x="530186" y="309976"/>
                  </a:lnTo>
                  <a:lnTo>
                    <a:pt x="530361" y="314649"/>
                  </a:lnTo>
                  <a:lnTo>
                    <a:pt x="530537" y="316266"/>
                  </a:lnTo>
                  <a:lnTo>
                    <a:pt x="530976" y="324083"/>
                  </a:lnTo>
                  <a:lnTo>
                    <a:pt x="531240" y="330462"/>
                  </a:lnTo>
                  <a:lnTo>
                    <a:pt x="531416" y="330911"/>
                  </a:lnTo>
                  <a:lnTo>
                    <a:pt x="531591" y="331360"/>
                  </a:lnTo>
                  <a:lnTo>
                    <a:pt x="532822" y="334685"/>
                  </a:lnTo>
                  <a:lnTo>
                    <a:pt x="533173" y="335493"/>
                  </a:lnTo>
                  <a:lnTo>
                    <a:pt x="533349" y="335763"/>
                  </a:lnTo>
                  <a:lnTo>
                    <a:pt x="535721" y="340255"/>
                  </a:lnTo>
                  <a:lnTo>
                    <a:pt x="537039" y="343939"/>
                  </a:lnTo>
                  <a:lnTo>
                    <a:pt x="537566" y="345556"/>
                  </a:lnTo>
                  <a:lnTo>
                    <a:pt x="539324" y="349061"/>
                  </a:lnTo>
                  <a:lnTo>
                    <a:pt x="540642" y="351756"/>
                  </a:lnTo>
                  <a:lnTo>
                    <a:pt x="541784" y="353373"/>
                  </a:lnTo>
                  <a:lnTo>
                    <a:pt x="542575" y="354451"/>
                  </a:lnTo>
                  <a:lnTo>
                    <a:pt x="542663" y="354721"/>
                  </a:lnTo>
                  <a:lnTo>
                    <a:pt x="547759" y="361909"/>
                  </a:lnTo>
                  <a:lnTo>
                    <a:pt x="548198" y="362538"/>
                  </a:lnTo>
                  <a:lnTo>
                    <a:pt x="548901" y="363436"/>
                  </a:lnTo>
                  <a:lnTo>
                    <a:pt x="551713" y="365593"/>
                  </a:lnTo>
                  <a:lnTo>
                    <a:pt x="552328" y="365772"/>
                  </a:lnTo>
                  <a:lnTo>
                    <a:pt x="553822" y="366042"/>
                  </a:lnTo>
                  <a:lnTo>
                    <a:pt x="556809" y="366581"/>
                  </a:lnTo>
                  <a:lnTo>
                    <a:pt x="560412" y="367300"/>
                  </a:lnTo>
                  <a:lnTo>
                    <a:pt x="564014" y="367929"/>
                  </a:lnTo>
                  <a:lnTo>
                    <a:pt x="564541" y="368019"/>
                  </a:lnTo>
                  <a:lnTo>
                    <a:pt x="564717" y="368108"/>
                  </a:lnTo>
                  <a:lnTo>
                    <a:pt x="568935" y="368827"/>
                  </a:lnTo>
                  <a:lnTo>
                    <a:pt x="573064" y="369636"/>
                  </a:lnTo>
                  <a:lnTo>
                    <a:pt x="583784" y="371523"/>
                  </a:lnTo>
                  <a:lnTo>
                    <a:pt x="587650" y="372241"/>
                  </a:lnTo>
                  <a:lnTo>
                    <a:pt x="588353" y="372331"/>
                  </a:lnTo>
                  <a:lnTo>
                    <a:pt x="584048" y="396051"/>
                  </a:lnTo>
                  <a:lnTo>
                    <a:pt x="583608" y="398657"/>
                  </a:lnTo>
                  <a:lnTo>
                    <a:pt x="583169" y="401083"/>
                  </a:lnTo>
                  <a:lnTo>
                    <a:pt x="579567" y="420670"/>
                  </a:lnTo>
                  <a:lnTo>
                    <a:pt x="578336" y="427768"/>
                  </a:lnTo>
                  <a:lnTo>
                    <a:pt x="576667" y="437382"/>
                  </a:lnTo>
                  <a:lnTo>
                    <a:pt x="571571" y="466133"/>
                  </a:lnTo>
                  <a:lnTo>
                    <a:pt x="568232" y="484462"/>
                  </a:lnTo>
                  <a:lnTo>
                    <a:pt x="568056" y="485540"/>
                  </a:lnTo>
                  <a:lnTo>
                    <a:pt x="563136" y="512674"/>
                  </a:lnTo>
                  <a:lnTo>
                    <a:pt x="562696" y="515280"/>
                  </a:lnTo>
                  <a:lnTo>
                    <a:pt x="561027" y="524175"/>
                  </a:lnTo>
                  <a:lnTo>
                    <a:pt x="557073" y="545918"/>
                  </a:lnTo>
                  <a:lnTo>
                    <a:pt x="552943" y="568830"/>
                  </a:lnTo>
                  <a:lnTo>
                    <a:pt x="552152" y="573592"/>
                  </a:lnTo>
                  <a:lnTo>
                    <a:pt x="552064" y="575209"/>
                  </a:lnTo>
                  <a:lnTo>
                    <a:pt x="551976" y="578174"/>
                  </a:lnTo>
                  <a:lnTo>
                    <a:pt x="552064" y="581049"/>
                  </a:lnTo>
                  <a:lnTo>
                    <a:pt x="552240" y="583385"/>
                  </a:lnTo>
                  <a:lnTo>
                    <a:pt x="552679" y="585991"/>
                  </a:lnTo>
                  <a:lnTo>
                    <a:pt x="553382" y="588596"/>
                  </a:lnTo>
                  <a:lnTo>
                    <a:pt x="553997" y="591112"/>
                  </a:lnTo>
                  <a:lnTo>
                    <a:pt x="554700" y="593089"/>
                  </a:lnTo>
                  <a:lnTo>
                    <a:pt x="555843" y="595874"/>
                  </a:lnTo>
                  <a:lnTo>
                    <a:pt x="556809" y="597851"/>
                  </a:lnTo>
                  <a:lnTo>
                    <a:pt x="557864" y="599558"/>
                  </a:lnTo>
                  <a:lnTo>
                    <a:pt x="559094" y="601535"/>
                  </a:lnTo>
                  <a:lnTo>
                    <a:pt x="561027" y="604050"/>
                  </a:lnTo>
                  <a:lnTo>
                    <a:pt x="563575" y="606746"/>
                  </a:lnTo>
                  <a:lnTo>
                    <a:pt x="572801" y="616360"/>
                  </a:lnTo>
                  <a:lnTo>
                    <a:pt x="592747" y="637384"/>
                  </a:lnTo>
                  <a:lnTo>
                    <a:pt x="592395" y="637923"/>
                  </a:lnTo>
                  <a:lnTo>
                    <a:pt x="587650" y="646549"/>
                  </a:lnTo>
                  <a:lnTo>
                    <a:pt x="582818" y="655354"/>
                  </a:lnTo>
                  <a:lnTo>
                    <a:pt x="579479" y="661194"/>
                  </a:lnTo>
                  <a:lnTo>
                    <a:pt x="576228" y="667753"/>
                  </a:lnTo>
                  <a:lnTo>
                    <a:pt x="575437" y="668741"/>
                  </a:lnTo>
                  <a:lnTo>
                    <a:pt x="571131" y="676288"/>
                  </a:lnTo>
                  <a:lnTo>
                    <a:pt x="563838" y="688687"/>
                  </a:lnTo>
                  <a:lnTo>
                    <a:pt x="561818" y="691113"/>
                  </a:lnTo>
                  <a:lnTo>
                    <a:pt x="559006" y="689945"/>
                  </a:lnTo>
                  <a:lnTo>
                    <a:pt x="550395" y="686172"/>
                  </a:lnTo>
                  <a:lnTo>
                    <a:pt x="549428" y="686082"/>
                  </a:lnTo>
                  <a:lnTo>
                    <a:pt x="548725" y="685992"/>
                  </a:lnTo>
                  <a:lnTo>
                    <a:pt x="546968" y="684734"/>
                  </a:lnTo>
                  <a:lnTo>
                    <a:pt x="545474" y="683746"/>
                  </a:lnTo>
                  <a:lnTo>
                    <a:pt x="542575" y="682488"/>
                  </a:lnTo>
                  <a:lnTo>
                    <a:pt x="540202" y="680781"/>
                  </a:lnTo>
                  <a:lnTo>
                    <a:pt x="535897" y="678894"/>
                  </a:lnTo>
                  <a:lnTo>
                    <a:pt x="533525" y="677906"/>
                  </a:lnTo>
                  <a:lnTo>
                    <a:pt x="529571" y="676917"/>
                  </a:lnTo>
                  <a:lnTo>
                    <a:pt x="524299" y="673773"/>
                  </a:lnTo>
                  <a:lnTo>
                    <a:pt x="521663" y="672245"/>
                  </a:lnTo>
                  <a:lnTo>
                    <a:pt x="517445" y="670089"/>
                  </a:lnTo>
                  <a:lnTo>
                    <a:pt x="513579" y="669370"/>
                  </a:lnTo>
                  <a:lnTo>
                    <a:pt x="510591" y="667663"/>
                  </a:lnTo>
                  <a:lnTo>
                    <a:pt x="508307" y="667124"/>
                  </a:lnTo>
                  <a:lnTo>
                    <a:pt x="506901" y="666764"/>
                  </a:lnTo>
                  <a:lnTo>
                    <a:pt x="503123" y="664698"/>
                  </a:lnTo>
                  <a:lnTo>
                    <a:pt x="497675" y="663260"/>
                  </a:lnTo>
                  <a:lnTo>
                    <a:pt x="486604" y="657151"/>
                  </a:lnTo>
                  <a:lnTo>
                    <a:pt x="482298" y="655444"/>
                  </a:lnTo>
                  <a:lnTo>
                    <a:pt x="479047" y="654455"/>
                  </a:lnTo>
                  <a:lnTo>
                    <a:pt x="476763" y="653108"/>
                  </a:lnTo>
                  <a:lnTo>
                    <a:pt x="470349" y="650951"/>
                  </a:lnTo>
                  <a:lnTo>
                    <a:pt x="469294" y="649783"/>
                  </a:lnTo>
                  <a:lnTo>
                    <a:pt x="464901" y="648795"/>
                  </a:lnTo>
                  <a:lnTo>
                    <a:pt x="462616" y="647806"/>
                  </a:lnTo>
                  <a:lnTo>
                    <a:pt x="461474" y="646818"/>
                  </a:lnTo>
                  <a:lnTo>
                    <a:pt x="459541" y="646009"/>
                  </a:lnTo>
                  <a:lnTo>
                    <a:pt x="457344" y="644572"/>
                  </a:lnTo>
                  <a:lnTo>
                    <a:pt x="456026" y="644213"/>
                  </a:lnTo>
                  <a:lnTo>
                    <a:pt x="455499" y="644302"/>
                  </a:lnTo>
                  <a:lnTo>
                    <a:pt x="454005" y="643943"/>
                  </a:lnTo>
                  <a:lnTo>
                    <a:pt x="453478" y="643224"/>
                  </a:lnTo>
                  <a:lnTo>
                    <a:pt x="452600" y="642595"/>
                  </a:lnTo>
                  <a:lnTo>
                    <a:pt x="449612" y="641966"/>
                  </a:lnTo>
                  <a:lnTo>
                    <a:pt x="445394" y="639990"/>
                  </a:lnTo>
                  <a:lnTo>
                    <a:pt x="443725" y="639540"/>
                  </a:lnTo>
                  <a:lnTo>
                    <a:pt x="442758" y="639001"/>
                  </a:lnTo>
                  <a:lnTo>
                    <a:pt x="441968" y="638552"/>
                  </a:lnTo>
                  <a:lnTo>
                    <a:pt x="441441" y="638372"/>
                  </a:lnTo>
                  <a:lnTo>
                    <a:pt x="441001" y="638013"/>
                  </a:lnTo>
                  <a:lnTo>
                    <a:pt x="439595" y="637384"/>
                  </a:lnTo>
                  <a:lnTo>
                    <a:pt x="438277" y="636216"/>
                  </a:lnTo>
                  <a:lnTo>
                    <a:pt x="437047" y="635677"/>
                  </a:lnTo>
                  <a:lnTo>
                    <a:pt x="435905" y="635318"/>
                  </a:lnTo>
                  <a:lnTo>
                    <a:pt x="435290" y="634868"/>
                  </a:lnTo>
                  <a:lnTo>
                    <a:pt x="434587" y="634689"/>
                  </a:lnTo>
                  <a:lnTo>
                    <a:pt x="433708" y="634509"/>
                  </a:lnTo>
                  <a:lnTo>
                    <a:pt x="432566" y="634150"/>
                  </a:lnTo>
                  <a:lnTo>
                    <a:pt x="431687" y="633610"/>
                  </a:lnTo>
                  <a:lnTo>
                    <a:pt x="429579" y="632532"/>
                  </a:lnTo>
                  <a:lnTo>
                    <a:pt x="428085" y="632083"/>
                  </a:lnTo>
                  <a:lnTo>
                    <a:pt x="427645" y="631993"/>
                  </a:lnTo>
                  <a:lnTo>
                    <a:pt x="426240" y="631544"/>
                  </a:lnTo>
                  <a:lnTo>
                    <a:pt x="425625" y="631454"/>
                  </a:lnTo>
                  <a:lnTo>
                    <a:pt x="425097" y="631274"/>
                  </a:lnTo>
                  <a:lnTo>
                    <a:pt x="424219" y="630915"/>
                  </a:lnTo>
                  <a:lnTo>
                    <a:pt x="423604" y="630466"/>
                  </a:lnTo>
                  <a:lnTo>
                    <a:pt x="422989" y="629837"/>
                  </a:lnTo>
                  <a:lnTo>
                    <a:pt x="422549" y="629657"/>
                  </a:lnTo>
                  <a:lnTo>
                    <a:pt x="422110" y="629477"/>
                  </a:lnTo>
                  <a:lnTo>
                    <a:pt x="421055" y="629298"/>
                  </a:lnTo>
                  <a:lnTo>
                    <a:pt x="420528" y="629028"/>
                  </a:lnTo>
                  <a:lnTo>
                    <a:pt x="419737" y="628489"/>
                  </a:lnTo>
                  <a:lnTo>
                    <a:pt x="418595" y="628040"/>
                  </a:lnTo>
                  <a:lnTo>
                    <a:pt x="418068" y="627770"/>
                  </a:lnTo>
                  <a:lnTo>
                    <a:pt x="417717" y="627411"/>
                  </a:lnTo>
                  <a:lnTo>
                    <a:pt x="416838" y="627141"/>
                  </a:lnTo>
                  <a:lnTo>
                    <a:pt x="416047" y="627051"/>
                  </a:lnTo>
                  <a:lnTo>
                    <a:pt x="414817" y="626512"/>
                  </a:lnTo>
                  <a:lnTo>
                    <a:pt x="414378" y="625973"/>
                  </a:lnTo>
                  <a:lnTo>
                    <a:pt x="410512" y="624446"/>
                  </a:lnTo>
                  <a:lnTo>
                    <a:pt x="409018" y="623368"/>
                  </a:lnTo>
                  <a:lnTo>
                    <a:pt x="407260" y="622649"/>
                  </a:lnTo>
                  <a:lnTo>
                    <a:pt x="406030" y="622110"/>
                  </a:lnTo>
                  <a:lnTo>
                    <a:pt x="404888" y="621930"/>
                  </a:lnTo>
                  <a:lnTo>
                    <a:pt x="403394" y="621481"/>
                  </a:lnTo>
                  <a:lnTo>
                    <a:pt x="402340" y="621211"/>
                  </a:lnTo>
                  <a:lnTo>
                    <a:pt x="399616" y="619953"/>
                  </a:lnTo>
                  <a:lnTo>
                    <a:pt x="398386" y="619055"/>
                  </a:lnTo>
                  <a:lnTo>
                    <a:pt x="396804" y="618516"/>
                  </a:lnTo>
                  <a:lnTo>
                    <a:pt x="396101" y="618246"/>
                  </a:lnTo>
                  <a:lnTo>
                    <a:pt x="395662" y="617977"/>
                  </a:lnTo>
                  <a:lnTo>
                    <a:pt x="395135" y="617528"/>
                  </a:lnTo>
                  <a:lnTo>
                    <a:pt x="394608" y="616899"/>
                  </a:lnTo>
                  <a:lnTo>
                    <a:pt x="394080" y="616629"/>
                  </a:lnTo>
                  <a:lnTo>
                    <a:pt x="393202" y="616539"/>
                  </a:lnTo>
                  <a:lnTo>
                    <a:pt x="392675" y="616449"/>
                  </a:lnTo>
                  <a:lnTo>
                    <a:pt x="392147" y="616270"/>
                  </a:lnTo>
                  <a:lnTo>
                    <a:pt x="391708" y="615910"/>
                  </a:lnTo>
                  <a:lnTo>
                    <a:pt x="391269" y="615641"/>
                  </a:lnTo>
                  <a:lnTo>
                    <a:pt x="390566" y="615191"/>
                  </a:lnTo>
                  <a:lnTo>
                    <a:pt x="389863" y="615012"/>
                  </a:lnTo>
                  <a:lnTo>
                    <a:pt x="389336" y="614742"/>
                  </a:lnTo>
                  <a:lnTo>
                    <a:pt x="388896" y="614293"/>
                  </a:lnTo>
                  <a:lnTo>
                    <a:pt x="388193" y="613664"/>
                  </a:lnTo>
                  <a:lnTo>
                    <a:pt x="387403" y="613484"/>
                  </a:lnTo>
                  <a:lnTo>
                    <a:pt x="386700" y="613395"/>
                  </a:lnTo>
                  <a:lnTo>
                    <a:pt x="385997" y="613215"/>
                  </a:lnTo>
                  <a:lnTo>
                    <a:pt x="385206" y="613035"/>
                  </a:lnTo>
                  <a:lnTo>
                    <a:pt x="384415" y="612676"/>
                  </a:lnTo>
                  <a:lnTo>
                    <a:pt x="383800" y="612137"/>
                  </a:lnTo>
                  <a:lnTo>
                    <a:pt x="382834" y="611687"/>
                  </a:lnTo>
                  <a:lnTo>
                    <a:pt x="382306" y="611508"/>
                  </a:lnTo>
                  <a:lnTo>
                    <a:pt x="381779" y="611418"/>
                  </a:lnTo>
                  <a:lnTo>
                    <a:pt x="380637" y="611058"/>
                  </a:lnTo>
                  <a:lnTo>
                    <a:pt x="380022" y="610519"/>
                  </a:lnTo>
                  <a:lnTo>
                    <a:pt x="379495" y="610160"/>
                  </a:lnTo>
                  <a:lnTo>
                    <a:pt x="378792" y="610340"/>
                  </a:lnTo>
                  <a:lnTo>
                    <a:pt x="378089" y="610340"/>
                  </a:lnTo>
                  <a:lnTo>
                    <a:pt x="377562" y="610160"/>
                  </a:lnTo>
                  <a:lnTo>
                    <a:pt x="376771" y="609621"/>
                  </a:lnTo>
                  <a:lnTo>
                    <a:pt x="375804" y="608543"/>
                  </a:lnTo>
                  <a:lnTo>
                    <a:pt x="375365" y="608273"/>
                  </a:lnTo>
                  <a:lnTo>
                    <a:pt x="374486" y="607824"/>
                  </a:lnTo>
                  <a:lnTo>
                    <a:pt x="373783" y="607644"/>
                  </a:lnTo>
                  <a:lnTo>
                    <a:pt x="372905" y="607734"/>
                  </a:lnTo>
                  <a:lnTo>
                    <a:pt x="372202" y="607644"/>
                  </a:lnTo>
                  <a:lnTo>
                    <a:pt x="371675" y="607465"/>
                  </a:lnTo>
                  <a:lnTo>
                    <a:pt x="371323" y="607105"/>
                  </a:lnTo>
                  <a:lnTo>
                    <a:pt x="370708" y="606566"/>
                  </a:lnTo>
                  <a:lnTo>
                    <a:pt x="369829" y="606117"/>
                  </a:lnTo>
                  <a:lnTo>
                    <a:pt x="369302" y="605937"/>
                  </a:lnTo>
                  <a:lnTo>
                    <a:pt x="368423" y="605668"/>
                  </a:lnTo>
                  <a:lnTo>
                    <a:pt x="367808" y="605308"/>
                  </a:lnTo>
                  <a:lnTo>
                    <a:pt x="367457" y="604859"/>
                  </a:lnTo>
                  <a:lnTo>
                    <a:pt x="367105" y="604500"/>
                  </a:lnTo>
                  <a:lnTo>
                    <a:pt x="366578" y="604320"/>
                  </a:lnTo>
                  <a:lnTo>
                    <a:pt x="365963" y="604230"/>
                  </a:lnTo>
                  <a:lnTo>
                    <a:pt x="364557" y="604230"/>
                  </a:lnTo>
                  <a:lnTo>
                    <a:pt x="363854" y="604140"/>
                  </a:lnTo>
                  <a:lnTo>
                    <a:pt x="363152" y="603691"/>
                  </a:lnTo>
                  <a:lnTo>
                    <a:pt x="362624" y="603152"/>
                  </a:lnTo>
                  <a:lnTo>
                    <a:pt x="361921" y="602792"/>
                  </a:lnTo>
                  <a:lnTo>
                    <a:pt x="361306" y="602613"/>
                  </a:lnTo>
                  <a:lnTo>
                    <a:pt x="360603" y="602163"/>
                  </a:lnTo>
                  <a:lnTo>
                    <a:pt x="359988" y="601624"/>
                  </a:lnTo>
                  <a:lnTo>
                    <a:pt x="359461" y="601355"/>
                  </a:lnTo>
                  <a:lnTo>
                    <a:pt x="358934" y="601085"/>
                  </a:lnTo>
                  <a:lnTo>
                    <a:pt x="358407" y="600995"/>
                  </a:lnTo>
                  <a:lnTo>
                    <a:pt x="357528" y="600906"/>
                  </a:lnTo>
                  <a:lnTo>
                    <a:pt x="356737" y="600636"/>
                  </a:lnTo>
                  <a:lnTo>
                    <a:pt x="356034" y="600367"/>
                  </a:lnTo>
                  <a:lnTo>
                    <a:pt x="355595" y="600007"/>
                  </a:lnTo>
                  <a:lnTo>
                    <a:pt x="355068" y="599648"/>
                  </a:lnTo>
                  <a:lnTo>
                    <a:pt x="354365" y="599378"/>
                  </a:lnTo>
                  <a:lnTo>
                    <a:pt x="353750" y="599288"/>
                  </a:lnTo>
                  <a:lnTo>
                    <a:pt x="353047" y="599198"/>
                  </a:lnTo>
                  <a:lnTo>
                    <a:pt x="352432" y="598929"/>
                  </a:lnTo>
                  <a:lnTo>
                    <a:pt x="351817" y="598480"/>
                  </a:lnTo>
                  <a:lnTo>
                    <a:pt x="350938" y="597761"/>
                  </a:lnTo>
                  <a:lnTo>
                    <a:pt x="350323" y="597312"/>
                  </a:lnTo>
                  <a:lnTo>
                    <a:pt x="349708" y="597132"/>
                  </a:lnTo>
                  <a:lnTo>
                    <a:pt x="349093" y="597042"/>
                  </a:lnTo>
                  <a:lnTo>
                    <a:pt x="348390" y="597132"/>
                  </a:lnTo>
                  <a:lnTo>
                    <a:pt x="347160" y="596773"/>
                  </a:lnTo>
                  <a:lnTo>
                    <a:pt x="346545" y="596323"/>
                  </a:lnTo>
                  <a:lnTo>
                    <a:pt x="346105" y="595874"/>
                  </a:lnTo>
                  <a:lnTo>
                    <a:pt x="345666" y="595605"/>
                  </a:lnTo>
                  <a:lnTo>
                    <a:pt x="345051" y="595425"/>
                  </a:lnTo>
                  <a:lnTo>
                    <a:pt x="344172" y="595245"/>
                  </a:lnTo>
                  <a:lnTo>
                    <a:pt x="343030" y="594976"/>
                  </a:lnTo>
                  <a:lnTo>
                    <a:pt x="342415" y="594616"/>
                  </a:lnTo>
                  <a:lnTo>
                    <a:pt x="341976" y="594167"/>
                  </a:lnTo>
                  <a:lnTo>
                    <a:pt x="341448" y="593808"/>
                  </a:lnTo>
                  <a:lnTo>
                    <a:pt x="340746" y="593718"/>
                  </a:lnTo>
                  <a:lnTo>
                    <a:pt x="339955" y="593628"/>
                  </a:lnTo>
                  <a:lnTo>
                    <a:pt x="339252" y="593268"/>
                  </a:lnTo>
                  <a:lnTo>
                    <a:pt x="338637" y="592909"/>
                  </a:lnTo>
                  <a:lnTo>
                    <a:pt x="338197" y="592550"/>
                  </a:lnTo>
                  <a:lnTo>
                    <a:pt x="337231" y="591921"/>
                  </a:lnTo>
                  <a:lnTo>
                    <a:pt x="336352" y="591741"/>
                  </a:lnTo>
                  <a:lnTo>
                    <a:pt x="335737" y="591561"/>
                  </a:lnTo>
                  <a:lnTo>
                    <a:pt x="335034" y="591292"/>
                  </a:lnTo>
                  <a:lnTo>
                    <a:pt x="334331" y="590843"/>
                  </a:lnTo>
                  <a:lnTo>
                    <a:pt x="333628" y="590303"/>
                  </a:lnTo>
                  <a:lnTo>
                    <a:pt x="333013" y="589854"/>
                  </a:lnTo>
                  <a:lnTo>
                    <a:pt x="332310" y="589585"/>
                  </a:lnTo>
                  <a:lnTo>
                    <a:pt x="331695" y="589495"/>
                  </a:lnTo>
                  <a:lnTo>
                    <a:pt x="331256" y="590124"/>
                  </a:lnTo>
                  <a:lnTo>
                    <a:pt x="330114" y="589944"/>
                  </a:lnTo>
                  <a:lnTo>
                    <a:pt x="329674" y="589135"/>
                  </a:lnTo>
                  <a:lnTo>
                    <a:pt x="329059" y="588507"/>
                  </a:lnTo>
                  <a:lnTo>
                    <a:pt x="328444" y="588327"/>
                  </a:lnTo>
                  <a:lnTo>
                    <a:pt x="327653" y="588327"/>
                  </a:lnTo>
                  <a:lnTo>
                    <a:pt x="327038" y="588147"/>
                  </a:lnTo>
                  <a:lnTo>
                    <a:pt x="326511" y="587967"/>
                  </a:lnTo>
                  <a:lnTo>
                    <a:pt x="325896" y="587608"/>
                  </a:lnTo>
                  <a:lnTo>
                    <a:pt x="325281" y="587249"/>
                  </a:lnTo>
                  <a:lnTo>
                    <a:pt x="324666" y="586799"/>
                  </a:lnTo>
                  <a:lnTo>
                    <a:pt x="324051" y="586530"/>
                  </a:lnTo>
                  <a:lnTo>
                    <a:pt x="323612" y="586170"/>
                  </a:lnTo>
                  <a:lnTo>
                    <a:pt x="322909" y="585811"/>
                  </a:lnTo>
                  <a:lnTo>
                    <a:pt x="321415" y="585272"/>
                  </a:lnTo>
                  <a:lnTo>
                    <a:pt x="320976" y="585002"/>
                  </a:lnTo>
                  <a:lnTo>
                    <a:pt x="320448" y="584733"/>
                  </a:lnTo>
                  <a:lnTo>
                    <a:pt x="319745" y="584463"/>
                  </a:lnTo>
                  <a:lnTo>
                    <a:pt x="318515" y="584194"/>
                  </a:lnTo>
                  <a:lnTo>
                    <a:pt x="317988" y="584014"/>
                  </a:lnTo>
                  <a:lnTo>
                    <a:pt x="317549" y="583655"/>
                  </a:lnTo>
                  <a:lnTo>
                    <a:pt x="317285" y="583116"/>
                  </a:lnTo>
                  <a:lnTo>
                    <a:pt x="316934" y="582756"/>
                  </a:lnTo>
                  <a:lnTo>
                    <a:pt x="316494" y="582307"/>
                  </a:lnTo>
                  <a:lnTo>
                    <a:pt x="315440" y="582127"/>
                  </a:lnTo>
                  <a:lnTo>
                    <a:pt x="314737" y="582217"/>
                  </a:lnTo>
                  <a:lnTo>
                    <a:pt x="314122" y="582127"/>
                  </a:lnTo>
                  <a:lnTo>
                    <a:pt x="313595" y="581768"/>
                  </a:lnTo>
                  <a:lnTo>
                    <a:pt x="313068" y="581498"/>
                  </a:lnTo>
                  <a:lnTo>
                    <a:pt x="312540" y="580780"/>
                  </a:lnTo>
                  <a:lnTo>
                    <a:pt x="312101" y="580330"/>
                  </a:lnTo>
                  <a:lnTo>
                    <a:pt x="311662" y="580061"/>
                  </a:lnTo>
                  <a:lnTo>
                    <a:pt x="310959" y="579791"/>
                  </a:lnTo>
                  <a:lnTo>
                    <a:pt x="309817" y="579791"/>
                  </a:lnTo>
                  <a:lnTo>
                    <a:pt x="309114" y="579612"/>
                  </a:lnTo>
                  <a:lnTo>
                    <a:pt x="308411" y="579162"/>
                  </a:lnTo>
                  <a:lnTo>
                    <a:pt x="307796" y="578623"/>
                  </a:lnTo>
                  <a:lnTo>
                    <a:pt x="307093" y="578533"/>
                  </a:lnTo>
                  <a:lnTo>
                    <a:pt x="306566" y="578443"/>
                  </a:lnTo>
                  <a:lnTo>
                    <a:pt x="306038" y="578443"/>
                  </a:lnTo>
                  <a:lnTo>
                    <a:pt x="305599" y="578354"/>
                  </a:lnTo>
                  <a:lnTo>
                    <a:pt x="305072" y="577904"/>
                  </a:lnTo>
                  <a:lnTo>
                    <a:pt x="304457" y="577186"/>
                  </a:lnTo>
                  <a:lnTo>
                    <a:pt x="303930" y="576826"/>
                  </a:lnTo>
                  <a:lnTo>
                    <a:pt x="303139" y="576736"/>
                  </a:lnTo>
                  <a:lnTo>
                    <a:pt x="302348" y="576826"/>
                  </a:lnTo>
                  <a:lnTo>
                    <a:pt x="301733" y="576467"/>
                  </a:lnTo>
                  <a:lnTo>
                    <a:pt x="301294" y="576287"/>
                  </a:lnTo>
                  <a:lnTo>
                    <a:pt x="300854" y="575928"/>
                  </a:lnTo>
                  <a:lnTo>
                    <a:pt x="300063" y="575389"/>
                  </a:lnTo>
                  <a:lnTo>
                    <a:pt x="299360" y="575209"/>
                  </a:lnTo>
                  <a:lnTo>
                    <a:pt x="298482" y="575029"/>
                  </a:lnTo>
                  <a:lnTo>
                    <a:pt x="297691" y="574580"/>
                  </a:lnTo>
                  <a:lnTo>
                    <a:pt x="296988" y="574221"/>
                  </a:lnTo>
                  <a:lnTo>
                    <a:pt x="296373" y="573861"/>
                  </a:lnTo>
                  <a:lnTo>
                    <a:pt x="295319" y="573502"/>
                  </a:lnTo>
                  <a:lnTo>
                    <a:pt x="294616" y="573412"/>
                  </a:lnTo>
                  <a:lnTo>
                    <a:pt x="294088" y="573232"/>
                  </a:lnTo>
                  <a:lnTo>
                    <a:pt x="293473" y="572963"/>
                  </a:lnTo>
                  <a:lnTo>
                    <a:pt x="293034" y="572693"/>
                  </a:lnTo>
                  <a:lnTo>
                    <a:pt x="292507" y="572334"/>
                  </a:lnTo>
                  <a:lnTo>
                    <a:pt x="291892" y="571885"/>
                  </a:lnTo>
                  <a:lnTo>
                    <a:pt x="291277" y="571525"/>
                  </a:lnTo>
                  <a:lnTo>
                    <a:pt x="290574" y="571435"/>
                  </a:lnTo>
                  <a:lnTo>
                    <a:pt x="289871" y="571345"/>
                  </a:lnTo>
                  <a:lnTo>
                    <a:pt x="288992" y="571166"/>
                  </a:lnTo>
                  <a:lnTo>
                    <a:pt x="288289" y="570717"/>
                  </a:lnTo>
                  <a:lnTo>
                    <a:pt x="287762" y="570717"/>
                  </a:lnTo>
                  <a:lnTo>
                    <a:pt x="287235" y="570447"/>
                  </a:lnTo>
                  <a:lnTo>
                    <a:pt x="286796" y="569908"/>
                  </a:lnTo>
                  <a:lnTo>
                    <a:pt x="286356" y="569369"/>
                  </a:lnTo>
                  <a:lnTo>
                    <a:pt x="285917" y="569009"/>
                  </a:lnTo>
                  <a:lnTo>
                    <a:pt x="284863" y="568920"/>
                  </a:lnTo>
                  <a:lnTo>
                    <a:pt x="284072" y="568830"/>
                  </a:lnTo>
                  <a:lnTo>
                    <a:pt x="283457" y="568650"/>
                  </a:lnTo>
                  <a:lnTo>
                    <a:pt x="283017" y="568291"/>
                  </a:lnTo>
                  <a:lnTo>
                    <a:pt x="282314" y="567752"/>
                  </a:lnTo>
                  <a:lnTo>
                    <a:pt x="281611" y="567392"/>
                  </a:lnTo>
                  <a:lnTo>
                    <a:pt x="280118" y="567212"/>
                  </a:lnTo>
                  <a:lnTo>
                    <a:pt x="279678" y="567123"/>
                  </a:lnTo>
                  <a:lnTo>
                    <a:pt x="279239" y="566853"/>
                  </a:lnTo>
                  <a:lnTo>
                    <a:pt x="278624" y="566314"/>
                  </a:lnTo>
                  <a:lnTo>
                    <a:pt x="278097" y="565955"/>
                  </a:lnTo>
                  <a:lnTo>
                    <a:pt x="277657" y="565775"/>
                  </a:lnTo>
                  <a:lnTo>
                    <a:pt x="277042" y="565685"/>
                  </a:lnTo>
                  <a:lnTo>
                    <a:pt x="275988" y="565685"/>
                  </a:lnTo>
                  <a:lnTo>
                    <a:pt x="275197" y="565505"/>
                  </a:lnTo>
                  <a:lnTo>
                    <a:pt x="274582" y="565326"/>
                  </a:lnTo>
                  <a:lnTo>
                    <a:pt x="273967" y="564876"/>
                  </a:lnTo>
                  <a:lnTo>
                    <a:pt x="272913" y="564158"/>
                  </a:lnTo>
                  <a:lnTo>
                    <a:pt x="272298" y="563798"/>
                  </a:lnTo>
                  <a:lnTo>
                    <a:pt x="271331" y="563529"/>
                  </a:lnTo>
                  <a:lnTo>
                    <a:pt x="270189" y="563079"/>
                  </a:lnTo>
                  <a:lnTo>
                    <a:pt x="269662" y="562540"/>
                  </a:lnTo>
                  <a:lnTo>
                    <a:pt x="269222" y="562181"/>
                  </a:lnTo>
                  <a:lnTo>
                    <a:pt x="268607" y="561822"/>
                  </a:lnTo>
                  <a:lnTo>
                    <a:pt x="267641" y="561732"/>
                  </a:lnTo>
                  <a:lnTo>
                    <a:pt x="266323" y="561372"/>
                  </a:lnTo>
                  <a:lnTo>
                    <a:pt x="265795" y="561013"/>
                  </a:lnTo>
                  <a:lnTo>
                    <a:pt x="265356" y="560474"/>
                  </a:lnTo>
                  <a:lnTo>
                    <a:pt x="264565" y="559845"/>
                  </a:lnTo>
                  <a:lnTo>
                    <a:pt x="263950" y="559755"/>
                  </a:lnTo>
                  <a:lnTo>
                    <a:pt x="263072" y="559575"/>
                  </a:lnTo>
                  <a:lnTo>
                    <a:pt x="262544" y="559396"/>
                  </a:lnTo>
                  <a:lnTo>
                    <a:pt x="262017" y="559126"/>
                  </a:lnTo>
                  <a:lnTo>
                    <a:pt x="261226" y="558677"/>
                  </a:lnTo>
                  <a:lnTo>
                    <a:pt x="260611" y="558138"/>
                  </a:lnTo>
                  <a:lnTo>
                    <a:pt x="259908" y="557868"/>
                  </a:lnTo>
                  <a:lnTo>
                    <a:pt x="258942" y="557509"/>
                  </a:lnTo>
                  <a:lnTo>
                    <a:pt x="258239" y="557419"/>
                  </a:lnTo>
                  <a:lnTo>
                    <a:pt x="257624" y="557149"/>
                  </a:lnTo>
                  <a:lnTo>
                    <a:pt x="256570" y="556880"/>
                  </a:lnTo>
                  <a:lnTo>
                    <a:pt x="255867" y="556251"/>
                  </a:lnTo>
                  <a:lnTo>
                    <a:pt x="255339" y="555892"/>
                  </a:lnTo>
                  <a:lnTo>
                    <a:pt x="254812" y="555622"/>
                  </a:lnTo>
                  <a:lnTo>
                    <a:pt x="254285" y="555532"/>
                  </a:lnTo>
                  <a:lnTo>
                    <a:pt x="253582" y="555263"/>
                  </a:lnTo>
                  <a:lnTo>
                    <a:pt x="253055" y="555083"/>
                  </a:lnTo>
                  <a:lnTo>
                    <a:pt x="252528" y="554903"/>
                  </a:lnTo>
                  <a:lnTo>
                    <a:pt x="251825" y="554454"/>
                  </a:lnTo>
                  <a:lnTo>
                    <a:pt x="251034" y="553915"/>
                  </a:lnTo>
                  <a:lnTo>
                    <a:pt x="249980" y="553735"/>
                  </a:lnTo>
                  <a:lnTo>
                    <a:pt x="249277" y="553645"/>
                  </a:lnTo>
                  <a:lnTo>
                    <a:pt x="248398" y="553286"/>
                  </a:lnTo>
                  <a:lnTo>
                    <a:pt x="247871" y="553106"/>
                  </a:lnTo>
                  <a:lnTo>
                    <a:pt x="247344" y="552927"/>
                  </a:lnTo>
                  <a:lnTo>
                    <a:pt x="246816" y="552567"/>
                  </a:lnTo>
                  <a:lnTo>
                    <a:pt x="246113" y="552118"/>
                  </a:lnTo>
                  <a:lnTo>
                    <a:pt x="245674" y="551489"/>
                  </a:lnTo>
                  <a:lnTo>
                    <a:pt x="244883" y="550950"/>
                  </a:lnTo>
                  <a:lnTo>
                    <a:pt x="244092" y="551040"/>
                  </a:lnTo>
                  <a:lnTo>
                    <a:pt x="242774" y="551040"/>
                  </a:lnTo>
                  <a:lnTo>
                    <a:pt x="242335" y="550770"/>
                  </a:lnTo>
                  <a:lnTo>
                    <a:pt x="241720" y="550321"/>
                  </a:lnTo>
                  <a:lnTo>
                    <a:pt x="241105" y="549872"/>
                  </a:lnTo>
                  <a:lnTo>
                    <a:pt x="239963" y="549512"/>
                  </a:lnTo>
                  <a:lnTo>
                    <a:pt x="238996" y="549422"/>
                  </a:lnTo>
                  <a:lnTo>
                    <a:pt x="237854" y="548344"/>
                  </a:lnTo>
                  <a:lnTo>
                    <a:pt x="236887" y="547985"/>
                  </a:lnTo>
                  <a:lnTo>
                    <a:pt x="236097" y="547985"/>
                  </a:lnTo>
                  <a:lnTo>
                    <a:pt x="235482" y="547536"/>
                  </a:lnTo>
                  <a:lnTo>
                    <a:pt x="234954" y="546817"/>
                  </a:lnTo>
                  <a:lnTo>
                    <a:pt x="234515" y="546547"/>
                  </a:lnTo>
                  <a:lnTo>
                    <a:pt x="233724" y="546637"/>
                  </a:lnTo>
                  <a:lnTo>
                    <a:pt x="232933" y="546368"/>
                  </a:lnTo>
                  <a:lnTo>
                    <a:pt x="232143" y="545559"/>
                  </a:lnTo>
                  <a:lnTo>
                    <a:pt x="231615" y="545379"/>
                  </a:lnTo>
                  <a:lnTo>
                    <a:pt x="231000" y="545289"/>
                  </a:lnTo>
                  <a:lnTo>
                    <a:pt x="230297" y="544750"/>
                  </a:lnTo>
                  <a:lnTo>
                    <a:pt x="229419" y="544840"/>
                  </a:lnTo>
                  <a:lnTo>
                    <a:pt x="228979" y="544571"/>
                  </a:lnTo>
                  <a:lnTo>
                    <a:pt x="228540" y="544121"/>
                  </a:lnTo>
                  <a:lnTo>
                    <a:pt x="226959" y="543762"/>
                  </a:lnTo>
                  <a:lnTo>
                    <a:pt x="226080" y="543672"/>
                  </a:lnTo>
                  <a:lnTo>
                    <a:pt x="225201" y="543403"/>
                  </a:lnTo>
                  <a:lnTo>
                    <a:pt x="224674" y="543043"/>
                  </a:lnTo>
                  <a:lnTo>
                    <a:pt x="224235" y="542594"/>
                  </a:lnTo>
                  <a:lnTo>
                    <a:pt x="223883" y="542324"/>
                  </a:lnTo>
                  <a:lnTo>
                    <a:pt x="223356" y="541875"/>
                  </a:lnTo>
                  <a:lnTo>
                    <a:pt x="222917" y="541696"/>
                  </a:lnTo>
                  <a:lnTo>
                    <a:pt x="221511" y="541606"/>
                  </a:lnTo>
                  <a:lnTo>
                    <a:pt x="220808" y="541785"/>
                  </a:lnTo>
                  <a:lnTo>
                    <a:pt x="219841" y="541516"/>
                  </a:lnTo>
                  <a:lnTo>
                    <a:pt x="218963" y="541067"/>
                  </a:lnTo>
                  <a:lnTo>
                    <a:pt x="217645" y="540797"/>
                  </a:lnTo>
                  <a:lnTo>
                    <a:pt x="216678" y="540168"/>
                  </a:lnTo>
                  <a:lnTo>
                    <a:pt x="216063" y="539809"/>
                  </a:lnTo>
                  <a:lnTo>
                    <a:pt x="215448" y="539809"/>
                  </a:lnTo>
                  <a:lnTo>
                    <a:pt x="214833" y="539449"/>
                  </a:lnTo>
                  <a:lnTo>
                    <a:pt x="214306" y="538731"/>
                  </a:lnTo>
                  <a:lnTo>
                    <a:pt x="213251" y="538461"/>
                  </a:lnTo>
                  <a:lnTo>
                    <a:pt x="212548" y="538371"/>
                  </a:lnTo>
                  <a:lnTo>
                    <a:pt x="212109" y="537832"/>
                  </a:lnTo>
                  <a:lnTo>
                    <a:pt x="211670" y="537383"/>
                  </a:lnTo>
                  <a:lnTo>
                    <a:pt x="210703" y="536934"/>
                  </a:lnTo>
                  <a:lnTo>
                    <a:pt x="209825" y="536844"/>
                  </a:lnTo>
                  <a:lnTo>
                    <a:pt x="208858" y="536754"/>
                  </a:lnTo>
                  <a:lnTo>
                    <a:pt x="208331" y="536215"/>
                  </a:lnTo>
                  <a:lnTo>
                    <a:pt x="207452" y="535676"/>
                  </a:lnTo>
                  <a:lnTo>
                    <a:pt x="206661" y="535586"/>
                  </a:lnTo>
                  <a:lnTo>
                    <a:pt x="205783" y="535406"/>
                  </a:lnTo>
                  <a:lnTo>
                    <a:pt x="204640" y="535316"/>
                  </a:lnTo>
                  <a:lnTo>
                    <a:pt x="203674" y="535047"/>
                  </a:lnTo>
                  <a:lnTo>
                    <a:pt x="202620" y="534508"/>
                  </a:lnTo>
                  <a:lnTo>
                    <a:pt x="201653" y="533969"/>
                  </a:lnTo>
                  <a:lnTo>
                    <a:pt x="200774" y="533699"/>
                  </a:lnTo>
                  <a:lnTo>
                    <a:pt x="200071" y="533070"/>
                  </a:lnTo>
                  <a:lnTo>
                    <a:pt x="199544" y="532711"/>
                  </a:lnTo>
                  <a:lnTo>
                    <a:pt x="198666" y="532531"/>
                  </a:lnTo>
                  <a:lnTo>
                    <a:pt x="197875" y="532531"/>
                  </a:lnTo>
                  <a:lnTo>
                    <a:pt x="197435" y="532172"/>
                  </a:lnTo>
                  <a:lnTo>
                    <a:pt x="196293" y="531812"/>
                  </a:lnTo>
                  <a:lnTo>
                    <a:pt x="195151" y="531453"/>
                  </a:lnTo>
                  <a:lnTo>
                    <a:pt x="194272" y="531183"/>
                  </a:lnTo>
                  <a:lnTo>
                    <a:pt x="193394" y="530464"/>
                  </a:lnTo>
                  <a:lnTo>
                    <a:pt x="192603" y="530285"/>
                  </a:lnTo>
                  <a:lnTo>
                    <a:pt x="191548" y="529746"/>
                  </a:lnTo>
                  <a:lnTo>
                    <a:pt x="190933" y="529207"/>
                  </a:lnTo>
                  <a:lnTo>
                    <a:pt x="189967" y="528847"/>
                  </a:lnTo>
                  <a:lnTo>
                    <a:pt x="189527" y="528847"/>
                  </a:lnTo>
                  <a:lnTo>
                    <a:pt x="188824" y="528667"/>
                  </a:lnTo>
                  <a:lnTo>
                    <a:pt x="188034" y="528218"/>
                  </a:lnTo>
                  <a:lnTo>
                    <a:pt x="186979" y="527949"/>
                  </a:lnTo>
                  <a:lnTo>
                    <a:pt x="185925" y="527499"/>
                  </a:lnTo>
                  <a:lnTo>
                    <a:pt x="184431" y="526601"/>
                  </a:lnTo>
                  <a:lnTo>
                    <a:pt x="183465" y="526242"/>
                  </a:lnTo>
                  <a:lnTo>
                    <a:pt x="182674" y="525882"/>
                  </a:lnTo>
                  <a:lnTo>
                    <a:pt x="181532" y="525433"/>
                  </a:lnTo>
                  <a:lnTo>
                    <a:pt x="181092" y="525433"/>
                  </a:lnTo>
                  <a:lnTo>
                    <a:pt x="180126" y="525074"/>
                  </a:lnTo>
                  <a:lnTo>
                    <a:pt x="179511" y="524804"/>
                  </a:lnTo>
                  <a:lnTo>
                    <a:pt x="178017" y="523995"/>
                  </a:lnTo>
                  <a:lnTo>
                    <a:pt x="177050" y="523546"/>
                  </a:lnTo>
                  <a:lnTo>
                    <a:pt x="175908" y="523187"/>
                  </a:lnTo>
                  <a:lnTo>
                    <a:pt x="175029" y="522468"/>
                  </a:lnTo>
                  <a:lnTo>
                    <a:pt x="174063" y="521749"/>
                  </a:lnTo>
                  <a:lnTo>
                    <a:pt x="172393" y="520761"/>
                  </a:lnTo>
                  <a:lnTo>
                    <a:pt x="170460" y="520222"/>
                  </a:lnTo>
                  <a:lnTo>
                    <a:pt x="168791" y="519503"/>
                  </a:lnTo>
                  <a:lnTo>
                    <a:pt x="167649" y="518964"/>
                  </a:lnTo>
                  <a:lnTo>
                    <a:pt x="166506" y="518335"/>
                  </a:lnTo>
                  <a:lnTo>
                    <a:pt x="164310" y="517526"/>
                  </a:lnTo>
                  <a:lnTo>
                    <a:pt x="162992" y="517257"/>
                  </a:lnTo>
                  <a:lnTo>
                    <a:pt x="161674" y="516628"/>
                  </a:lnTo>
                  <a:lnTo>
                    <a:pt x="160531" y="516358"/>
                  </a:lnTo>
                  <a:lnTo>
                    <a:pt x="159741" y="516089"/>
                  </a:lnTo>
                  <a:lnTo>
                    <a:pt x="159038" y="515550"/>
                  </a:lnTo>
                  <a:lnTo>
                    <a:pt x="158423" y="515370"/>
                  </a:lnTo>
                  <a:lnTo>
                    <a:pt x="157017" y="514651"/>
                  </a:lnTo>
                  <a:lnTo>
                    <a:pt x="155699" y="514382"/>
                  </a:lnTo>
                  <a:lnTo>
                    <a:pt x="154732" y="514022"/>
                  </a:lnTo>
                  <a:lnTo>
                    <a:pt x="153502" y="513393"/>
                  </a:lnTo>
                  <a:lnTo>
                    <a:pt x="152272" y="513034"/>
                  </a:lnTo>
                  <a:lnTo>
                    <a:pt x="151481" y="512585"/>
                  </a:lnTo>
                  <a:lnTo>
                    <a:pt x="150427" y="512405"/>
                  </a:lnTo>
                  <a:lnTo>
                    <a:pt x="149021" y="511776"/>
                  </a:lnTo>
                  <a:lnTo>
                    <a:pt x="147967" y="511147"/>
                  </a:lnTo>
                  <a:lnTo>
                    <a:pt x="146473" y="510518"/>
                  </a:lnTo>
                  <a:lnTo>
                    <a:pt x="144540" y="509530"/>
                  </a:lnTo>
                  <a:lnTo>
                    <a:pt x="143310" y="508991"/>
                  </a:lnTo>
                  <a:lnTo>
                    <a:pt x="141904" y="508452"/>
                  </a:lnTo>
                  <a:lnTo>
                    <a:pt x="140674" y="507913"/>
                  </a:lnTo>
                  <a:lnTo>
                    <a:pt x="139092" y="507553"/>
                  </a:lnTo>
                  <a:lnTo>
                    <a:pt x="137686" y="506834"/>
                  </a:lnTo>
                  <a:lnTo>
                    <a:pt x="136456" y="506565"/>
                  </a:lnTo>
                  <a:lnTo>
                    <a:pt x="135138" y="505846"/>
                  </a:lnTo>
                  <a:lnTo>
                    <a:pt x="133732" y="505307"/>
                  </a:lnTo>
                  <a:lnTo>
                    <a:pt x="132590" y="504588"/>
                  </a:lnTo>
                  <a:lnTo>
                    <a:pt x="131448" y="504408"/>
                  </a:lnTo>
                  <a:lnTo>
                    <a:pt x="130218" y="503869"/>
                  </a:lnTo>
                  <a:lnTo>
                    <a:pt x="129339" y="503690"/>
                  </a:lnTo>
                  <a:lnTo>
                    <a:pt x="128285" y="502971"/>
                  </a:lnTo>
                  <a:lnTo>
                    <a:pt x="127318" y="502432"/>
                  </a:lnTo>
                  <a:lnTo>
                    <a:pt x="126439" y="502252"/>
                  </a:lnTo>
                  <a:lnTo>
                    <a:pt x="125824" y="501803"/>
                  </a:lnTo>
                  <a:lnTo>
                    <a:pt x="125297" y="501533"/>
                  </a:lnTo>
                  <a:lnTo>
                    <a:pt x="124418" y="501264"/>
                  </a:lnTo>
                  <a:lnTo>
                    <a:pt x="122749" y="500725"/>
                  </a:lnTo>
                  <a:lnTo>
                    <a:pt x="121343" y="500275"/>
                  </a:lnTo>
                  <a:lnTo>
                    <a:pt x="119849" y="499646"/>
                  </a:lnTo>
                  <a:lnTo>
                    <a:pt x="118268" y="499107"/>
                  </a:lnTo>
                  <a:lnTo>
                    <a:pt x="116950" y="498478"/>
                  </a:lnTo>
                  <a:lnTo>
                    <a:pt x="115544" y="498029"/>
                  </a:lnTo>
                  <a:lnTo>
                    <a:pt x="113787" y="497400"/>
                  </a:lnTo>
                  <a:lnTo>
                    <a:pt x="112644" y="497131"/>
                  </a:lnTo>
                  <a:lnTo>
                    <a:pt x="111502" y="496412"/>
                  </a:lnTo>
                  <a:lnTo>
                    <a:pt x="110272" y="496232"/>
                  </a:lnTo>
                  <a:lnTo>
                    <a:pt x="109305" y="495963"/>
                  </a:lnTo>
                  <a:lnTo>
                    <a:pt x="108602" y="495603"/>
                  </a:lnTo>
                  <a:lnTo>
                    <a:pt x="107109" y="495244"/>
                  </a:lnTo>
                  <a:lnTo>
                    <a:pt x="105879" y="494795"/>
                  </a:lnTo>
                  <a:lnTo>
                    <a:pt x="104473" y="494345"/>
                  </a:lnTo>
                  <a:lnTo>
                    <a:pt x="103330" y="493986"/>
                  </a:lnTo>
                  <a:lnTo>
                    <a:pt x="102452" y="493267"/>
                  </a:lnTo>
                  <a:lnTo>
                    <a:pt x="101397" y="493267"/>
                  </a:lnTo>
                  <a:lnTo>
                    <a:pt x="100079" y="492548"/>
                  </a:lnTo>
                  <a:lnTo>
                    <a:pt x="99376" y="492279"/>
                  </a:lnTo>
                  <a:lnTo>
                    <a:pt x="98674" y="491740"/>
                  </a:lnTo>
                  <a:lnTo>
                    <a:pt x="97883" y="491560"/>
                  </a:lnTo>
                  <a:lnTo>
                    <a:pt x="96565" y="491111"/>
                  </a:lnTo>
                  <a:lnTo>
                    <a:pt x="95598" y="490662"/>
                  </a:lnTo>
                  <a:lnTo>
                    <a:pt x="94720" y="490482"/>
                  </a:lnTo>
                  <a:lnTo>
                    <a:pt x="93489" y="490392"/>
                  </a:lnTo>
                  <a:lnTo>
                    <a:pt x="92347" y="490302"/>
                  </a:lnTo>
                  <a:lnTo>
                    <a:pt x="91468" y="490033"/>
                  </a:lnTo>
                  <a:lnTo>
                    <a:pt x="90414" y="489853"/>
                  </a:lnTo>
                  <a:lnTo>
                    <a:pt x="89711" y="490033"/>
                  </a:lnTo>
                  <a:lnTo>
                    <a:pt x="88481" y="489494"/>
                  </a:lnTo>
                  <a:lnTo>
                    <a:pt x="87778" y="489494"/>
                  </a:lnTo>
                  <a:lnTo>
                    <a:pt x="86899" y="489314"/>
                  </a:lnTo>
                  <a:lnTo>
                    <a:pt x="85845" y="489224"/>
                  </a:lnTo>
                  <a:lnTo>
                    <a:pt x="84176" y="489134"/>
                  </a:lnTo>
                  <a:lnTo>
                    <a:pt x="82155" y="489314"/>
                  </a:lnTo>
                  <a:lnTo>
                    <a:pt x="80661" y="489673"/>
                  </a:lnTo>
                  <a:lnTo>
                    <a:pt x="79079" y="490302"/>
                  </a:lnTo>
                  <a:lnTo>
                    <a:pt x="77937" y="490302"/>
                  </a:lnTo>
                  <a:lnTo>
                    <a:pt x="77058" y="489673"/>
                  </a:lnTo>
                  <a:lnTo>
                    <a:pt x="76004" y="488056"/>
                  </a:lnTo>
                  <a:lnTo>
                    <a:pt x="75301" y="486708"/>
                  </a:lnTo>
                  <a:lnTo>
                    <a:pt x="75037" y="485450"/>
                  </a:lnTo>
                  <a:lnTo>
                    <a:pt x="74422" y="484193"/>
                  </a:lnTo>
                  <a:lnTo>
                    <a:pt x="73807" y="482575"/>
                  </a:lnTo>
                  <a:lnTo>
                    <a:pt x="72929" y="480958"/>
                  </a:lnTo>
                  <a:lnTo>
                    <a:pt x="71786" y="479970"/>
                  </a:lnTo>
                  <a:lnTo>
                    <a:pt x="70293" y="478891"/>
                  </a:lnTo>
                  <a:lnTo>
                    <a:pt x="68975" y="478083"/>
                  </a:lnTo>
                  <a:lnTo>
                    <a:pt x="68184" y="477544"/>
                  </a:lnTo>
                  <a:lnTo>
                    <a:pt x="67129" y="476466"/>
                  </a:lnTo>
                  <a:lnTo>
                    <a:pt x="66075" y="475657"/>
                  </a:lnTo>
                  <a:lnTo>
                    <a:pt x="64493" y="474848"/>
                  </a:lnTo>
                  <a:lnTo>
                    <a:pt x="63263" y="474399"/>
                  </a:lnTo>
                  <a:lnTo>
                    <a:pt x="61682" y="473680"/>
                  </a:lnTo>
                  <a:lnTo>
                    <a:pt x="60539" y="473231"/>
                  </a:lnTo>
                  <a:lnTo>
                    <a:pt x="59573" y="473051"/>
                  </a:lnTo>
                  <a:lnTo>
                    <a:pt x="58519" y="472961"/>
                  </a:lnTo>
                  <a:lnTo>
                    <a:pt x="57288" y="472782"/>
                  </a:lnTo>
                  <a:lnTo>
                    <a:pt x="56410" y="472872"/>
                  </a:lnTo>
                  <a:lnTo>
                    <a:pt x="55795" y="472692"/>
                  </a:lnTo>
                  <a:lnTo>
                    <a:pt x="54477" y="472512"/>
                  </a:lnTo>
                  <a:lnTo>
                    <a:pt x="53686" y="472602"/>
                  </a:lnTo>
                  <a:lnTo>
                    <a:pt x="53071" y="473411"/>
                  </a:lnTo>
                  <a:lnTo>
                    <a:pt x="52719" y="474130"/>
                  </a:lnTo>
                  <a:lnTo>
                    <a:pt x="52368" y="475298"/>
                  </a:lnTo>
                  <a:lnTo>
                    <a:pt x="51753" y="476196"/>
                  </a:lnTo>
                  <a:lnTo>
                    <a:pt x="51577" y="477005"/>
                  </a:lnTo>
                  <a:lnTo>
                    <a:pt x="51489" y="477634"/>
                  </a:lnTo>
                  <a:lnTo>
                    <a:pt x="50698" y="478173"/>
                  </a:lnTo>
                  <a:lnTo>
                    <a:pt x="50171" y="478083"/>
                  </a:lnTo>
                  <a:lnTo>
                    <a:pt x="50347" y="477184"/>
                  </a:lnTo>
                  <a:lnTo>
                    <a:pt x="50698" y="476196"/>
                  </a:lnTo>
                  <a:lnTo>
                    <a:pt x="51050" y="475657"/>
                  </a:lnTo>
                  <a:lnTo>
                    <a:pt x="51401" y="474938"/>
                  </a:lnTo>
                  <a:lnTo>
                    <a:pt x="51226" y="474669"/>
                  </a:lnTo>
                  <a:lnTo>
                    <a:pt x="50611" y="475028"/>
                  </a:lnTo>
                  <a:lnTo>
                    <a:pt x="50171" y="476016"/>
                  </a:lnTo>
                  <a:lnTo>
                    <a:pt x="49468" y="477005"/>
                  </a:lnTo>
                  <a:lnTo>
                    <a:pt x="48765" y="477634"/>
                  </a:lnTo>
                  <a:lnTo>
                    <a:pt x="48590" y="478083"/>
                  </a:lnTo>
                  <a:lnTo>
                    <a:pt x="48590" y="478622"/>
                  </a:lnTo>
                  <a:lnTo>
                    <a:pt x="48238" y="479071"/>
                  </a:lnTo>
                  <a:lnTo>
                    <a:pt x="47711" y="479610"/>
                  </a:lnTo>
                  <a:lnTo>
                    <a:pt x="47535" y="479970"/>
                  </a:lnTo>
                  <a:lnTo>
                    <a:pt x="47623" y="480509"/>
                  </a:lnTo>
                  <a:lnTo>
                    <a:pt x="47008" y="481048"/>
                  </a:lnTo>
                  <a:lnTo>
                    <a:pt x="46042" y="481048"/>
                  </a:lnTo>
                  <a:lnTo>
                    <a:pt x="45163" y="480868"/>
                  </a:lnTo>
                  <a:lnTo>
                    <a:pt x="45163" y="480329"/>
                  </a:lnTo>
                  <a:lnTo>
                    <a:pt x="45866" y="479341"/>
                  </a:lnTo>
                  <a:lnTo>
                    <a:pt x="46042" y="478622"/>
                  </a:lnTo>
                  <a:lnTo>
                    <a:pt x="46569" y="477723"/>
                  </a:lnTo>
                  <a:lnTo>
                    <a:pt x="46569" y="477005"/>
                  </a:lnTo>
                  <a:lnTo>
                    <a:pt x="45954" y="476376"/>
                  </a:lnTo>
                  <a:lnTo>
                    <a:pt x="45514" y="476555"/>
                  </a:lnTo>
                  <a:lnTo>
                    <a:pt x="45251" y="477364"/>
                  </a:lnTo>
                  <a:lnTo>
                    <a:pt x="44724" y="478083"/>
                  </a:lnTo>
                  <a:lnTo>
                    <a:pt x="44108" y="478712"/>
                  </a:lnTo>
                  <a:lnTo>
                    <a:pt x="43318" y="479610"/>
                  </a:lnTo>
                  <a:lnTo>
                    <a:pt x="42615" y="480060"/>
                  </a:lnTo>
                  <a:lnTo>
                    <a:pt x="41824" y="479970"/>
                  </a:lnTo>
                  <a:lnTo>
                    <a:pt x="41912" y="478981"/>
                  </a:lnTo>
                  <a:lnTo>
                    <a:pt x="42088" y="477723"/>
                  </a:lnTo>
                  <a:lnTo>
                    <a:pt x="42790" y="476645"/>
                  </a:lnTo>
                  <a:lnTo>
                    <a:pt x="43318" y="475477"/>
                  </a:lnTo>
                  <a:lnTo>
                    <a:pt x="44284" y="474399"/>
                  </a:lnTo>
                  <a:lnTo>
                    <a:pt x="45251" y="473770"/>
                  </a:lnTo>
                  <a:lnTo>
                    <a:pt x="45954" y="473141"/>
                  </a:lnTo>
                  <a:lnTo>
                    <a:pt x="45426" y="471704"/>
                  </a:lnTo>
                  <a:lnTo>
                    <a:pt x="43757" y="470985"/>
                  </a:lnTo>
                  <a:lnTo>
                    <a:pt x="42966" y="470536"/>
                  </a:lnTo>
                  <a:lnTo>
                    <a:pt x="42351" y="469817"/>
                  </a:lnTo>
                  <a:lnTo>
                    <a:pt x="41472" y="470895"/>
                  </a:lnTo>
                  <a:lnTo>
                    <a:pt x="40330" y="472243"/>
                  </a:lnTo>
                  <a:lnTo>
                    <a:pt x="39364" y="473680"/>
                  </a:lnTo>
                  <a:lnTo>
                    <a:pt x="38836" y="475298"/>
                  </a:lnTo>
                  <a:lnTo>
                    <a:pt x="37870" y="475028"/>
                  </a:lnTo>
                  <a:lnTo>
                    <a:pt x="37518" y="474219"/>
                  </a:lnTo>
                  <a:lnTo>
                    <a:pt x="38397" y="472961"/>
                  </a:lnTo>
                  <a:lnTo>
                    <a:pt x="38661" y="471704"/>
                  </a:lnTo>
                  <a:lnTo>
                    <a:pt x="38046" y="471524"/>
                  </a:lnTo>
                  <a:lnTo>
                    <a:pt x="38046" y="470176"/>
                  </a:lnTo>
                  <a:lnTo>
                    <a:pt x="38749" y="468828"/>
                  </a:lnTo>
                  <a:lnTo>
                    <a:pt x="39715" y="467930"/>
                  </a:lnTo>
                  <a:lnTo>
                    <a:pt x="39452" y="466672"/>
                  </a:lnTo>
                  <a:lnTo>
                    <a:pt x="38573" y="466043"/>
                  </a:lnTo>
                  <a:lnTo>
                    <a:pt x="37782" y="466852"/>
                  </a:lnTo>
                  <a:lnTo>
                    <a:pt x="36640" y="468559"/>
                  </a:lnTo>
                  <a:lnTo>
                    <a:pt x="36113" y="469817"/>
                  </a:lnTo>
                  <a:lnTo>
                    <a:pt x="35585" y="470895"/>
                  </a:lnTo>
                  <a:lnTo>
                    <a:pt x="34443" y="471524"/>
                  </a:lnTo>
                  <a:lnTo>
                    <a:pt x="33301" y="471075"/>
                  </a:lnTo>
                  <a:lnTo>
                    <a:pt x="31280" y="470176"/>
                  </a:lnTo>
                  <a:lnTo>
                    <a:pt x="30226" y="470715"/>
                  </a:lnTo>
                  <a:lnTo>
                    <a:pt x="28117" y="471524"/>
                  </a:lnTo>
                  <a:lnTo>
                    <a:pt x="26623" y="471254"/>
                  </a:lnTo>
                  <a:lnTo>
                    <a:pt x="25217" y="470086"/>
                  </a:lnTo>
                  <a:lnTo>
                    <a:pt x="24426" y="468828"/>
                  </a:lnTo>
                  <a:lnTo>
                    <a:pt x="24426" y="467481"/>
                  </a:lnTo>
                  <a:lnTo>
                    <a:pt x="24163" y="466672"/>
                  </a:lnTo>
                  <a:lnTo>
                    <a:pt x="23636" y="465235"/>
                  </a:lnTo>
                  <a:lnTo>
                    <a:pt x="23108" y="463617"/>
                  </a:lnTo>
                  <a:lnTo>
                    <a:pt x="21615" y="462539"/>
                  </a:lnTo>
                  <a:lnTo>
                    <a:pt x="21175" y="462719"/>
                  </a:lnTo>
                  <a:lnTo>
                    <a:pt x="20209" y="463617"/>
                  </a:lnTo>
                  <a:lnTo>
                    <a:pt x="18715" y="464516"/>
                  </a:lnTo>
                  <a:lnTo>
                    <a:pt x="17485" y="465235"/>
                  </a:lnTo>
                  <a:lnTo>
                    <a:pt x="16870" y="464965"/>
                  </a:lnTo>
                  <a:lnTo>
                    <a:pt x="16958" y="463438"/>
                  </a:lnTo>
                  <a:lnTo>
                    <a:pt x="17485" y="461551"/>
                  </a:lnTo>
                  <a:lnTo>
                    <a:pt x="17397" y="460473"/>
                  </a:lnTo>
                  <a:lnTo>
                    <a:pt x="18012" y="458855"/>
                  </a:lnTo>
                  <a:lnTo>
                    <a:pt x="18715" y="456968"/>
                  </a:lnTo>
                  <a:lnTo>
                    <a:pt x="20121" y="455441"/>
                  </a:lnTo>
                  <a:lnTo>
                    <a:pt x="20648" y="454183"/>
                  </a:lnTo>
                  <a:lnTo>
                    <a:pt x="21615" y="453914"/>
                  </a:lnTo>
                  <a:lnTo>
                    <a:pt x="21790" y="453285"/>
                  </a:lnTo>
                  <a:lnTo>
                    <a:pt x="21175" y="452476"/>
                  </a:lnTo>
                  <a:lnTo>
                    <a:pt x="20912" y="453015"/>
                  </a:lnTo>
                  <a:lnTo>
                    <a:pt x="19330" y="453375"/>
                  </a:lnTo>
                  <a:lnTo>
                    <a:pt x="18715" y="452746"/>
                  </a:lnTo>
                  <a:lnTo>
                    <a:pt x="18276" y="453914"/>
                  </a:lnTo>
                  <a:lnTo>
                    <a:pt x="17485" y="455351"/>
                  </a:lnTo>
                  <a:lnTo>
                    <a:pt x="16782" y="457238"/>
                  </a:lnTo>
                  <a:lnTo>
                    <a:pt x="16079" y="458136"/>
                  </a:lnTo>
                  <a:lnTo>
                    <a:pt x="15376" y="457957"/>
                  </a:lnTo>
                  <a:lnTo>
                    <a:pt x="15640" y="456340"/>
                  </a:lnTo>
                  <a:lnTo>
                    <a:pt x="15991" y="454093"/>
                  </a:lnTo>
                  <a:lnTo>
                    <a:pt x="17133" y="453195"/>
                  </a:lnTo>
                  <a:lnTo>
                    <a:pt x="17397" y="452206"/>
                  </a:lnTo>
                  <a:lnTo>
                    <a:pt x="17397" y="451398"/>
                  </a:lnTo>
                  <a:lnTo>
                    <a:pt x="18451" y="450949"/>
                  </a:lnTo>
                  <a:lnTo>
                    <a:pt x="19154" y="449601"/>
                  </a:lnTo>
                  <a:lnTo>
                    <a:pt x="20385" y="448702"/>
                  </a:lnTo>
                  <a:lnTo>
                    <a:pt x="21615" y="447714"/>
                  </a:lnTo>
                  <a:lnTo>
                    <a:pt x="22318" y="446726"/>
                  </a:lnTo>
                  <a:lnTo>
                    <a:pt x="24251" y="446366"/>
                  </a:lnTo>
                  <a:lnTo>
                    <a:pt x="25129" y="446816"/>
                  </a:lnTo>
                  <a:lnTo>
                    <a:pt x="25569" y="447445"/>
                  </a:lnTo>
                  <a:lnTo>
                    <a:pt x="26535" y="447534"/>
                  </a:lnTo>
                  <a:lnTo>
                    <a:pt x="26799" y="446995"/>
                  </a:lnTo>
                  <a:lnTo>
                    <a:pt x="27062" y="445468"/>
                  </a:lnTo>
                  <a:lnTo>
                    <a:pt x="27502" y="444659"/>
                  </a:lnTo>
                  <a:lnTo>
                    <a:pt x="27765" y="443671"/>
                  </a:lnTo>
                  <a:lnTo>
                    <a:pt x="28117" y="442772"/>
                  </a:lnTo>
                  <a:lnTo>
                    <a:pt x="29083" y="442143"/>
                  </a:lnTo>
                  <a:lnTo>
                    <a:pt x="30138" y="442503"/>
                  </a:lnTo>
                  <a:lnTo>
                    <a:pt x="31104" y="443312"/>
                  </a:lnTo>
                  <a:lnTo>
                    <a:pt x="31719" y="442413"/>
                  </a:lnTo>
                  <a:lnTo>
                    <a:pt x="31368" y="441065"/>
                  </a:lnTo>
                  <a:lnTo>
                    <a:pt x="30577" y="440886"/>
                  </a:lnTo>
                  <a:lnTo>
                    <a:pt x="29874" y="439628"/>
                  </a:lnTo>
                  <a:lnTo>
                    <a:pt x="29874" y="438460"/>
                  </a:lnTo>
                  <a:lnTo>
                    <a:pt x="30577" y="436842"/>
                  </a:lnTo>
                  <a:lnTo>
                    <a:pt x="31983" y="436303"/>
                  </a:lnTo>
                  <a:lnTo>
                    <a:pt x="33125" y="436034"/>
                  </a:lnTo>
                  <a:lnTo>
                    <a:pt x="35146" y="435315"/>
                  </a:lnTo>
                  <a:lnTo>
                    <a:pt x="36552" y="435225"/>
                  </a:lnTo>
                  <a:lnTo>
                    <a:pt x="38046" y="435045"/>
                  </a:lnTo>
                  <a:lnTo>
                    <a:pt x="39100" y="434327"/>
                  </a:lnTo>
                  <a:lnTo>
                    <a:pt x="40857" y="432709"/>
                  </a:lnTo>
                  <a:lnTo>
                    <a:pt x="42263" y="432080"/>
                  </a:lnTo>
                  <a:lnTo>
                    <a:pt x="43933" y="431631"/>
                  </a:lnTo>
                  <a:lnTo>
                    <a:pt x="45514" y="431541"/>
                  </a:lnTo>
                  <a:lnTo>
                    <a:pt x="46129" y="430553"/>
                  </a:lnTo>
                  <a:lnTo>
                    <a:pt x="45866" y="429475"/>
                  </a:lnTo>
                  <a:lnTo>
                    <a:pt x="46305" y="428037"/>
                  </a:lnTo>
                  <a:lnTo>
                    <a:pt x="46569" y="426600"/>
                  </a:lnTo>
                  <a:lnTo>
                    <a:pt x="47272" y="425162"/>
                  </a:lnTo>
                  <a:lnTo>
                    <a:pt x="47975" y="423635"/>
                  </a:lnTo>
                  <a:lnTo>
                    <a:pt x="48326" y="421838"/>
                  </a:lnTo>
                  <a:lnTo>
                    <a:pt x="48502" y="419592"/>
                  </a:lnTo>
                  <a:lnTo>
                    <a:pt x="48590" y="416716"/>
                  </a:lnTo>
                  <a:lnTo>
                    <a:pt x="48502" y="413482"/>
                  </a:lnTo>
                  <a:lnTo>
                    <a:pt x="47711" y="410697"/>
                  </a:lnTo>
                  <a:lnTo>
                    <a:pt x="47008" y="407462"/>
                  </a:lnTo>
                  <a:lnTo>
                    <a:pt x="46393" y="405216"/>
                  </a:lnTo>
                  <a:lnTo>
                    <a:pt x="45778" y="402790"/>
                  </a:lnTo>
                  <a:lnTo>
                    <a:pt x="44548" y="398387"/>
                  </a:lnTo>
                  <a:lnTo>
                    <a:pt x="43230" y="396231"/>
                  </a:lnTo>
                  <a:lnTo>
                    <a:pt x="42439" y="394614"/>
                  </a:lnTo>
                  <a:lnTo>
                    <a:pt x="42088" y="392457"/>
                  </a:lnTo>
                  <a:lnTo>
                    <a:pt x="41033" y="391110"/>
                  </a:lnTo>
                  <a:lnTo>
                    <a:pt x="40770" y="389762"/>
                  </a:lnTo>
                  <a:lnTo>
                    <a:pt x="39891" y="388774"/>
                  </a:lnTo>
                  <a:lnTo>
                    <a:pt x="39539" y="387875"/>
                  </a:lnTo>
                  <a:lnTo>
                    <a:pt x="38221" y="386527"/>
                  </a:lnTo>
                  <a:lnTo>
                    <a:pt x="36464" y="384191"/>
                  </a:lnTo>
                  <a:lnTo>
                    <a:pt x="34707" y="382394"/>
                  </a:lnTo>
                  <a:lnTo>
                    <a:pt x="33037" y="380957"/>
                  </a:lnTo>
                  <a:lnTo>
                    <a:pt x="31104" y="379250"/>
                  </a:lnTo>
                  <a:lnTo>
                    <a:pt x="29347" y="377273"/>
                  </a:lnTo>
                  <a:lnTo>
                    <a:pt x="26623" y="375117"/>
                  </a:lnTo>
                  <a:lnTo>
                    <a:pt x="22405" y="371612"/>
                  </a:lnTo>
                  <a:lnTo>
                    <a:pt x="19594" y="368827"/>
                  </a:lnTo>
                  <a:lnTo>
                    <a:pt x="16782" y="365503"/>
                  </a:lnTo>
                  <a:lnTo>
                    <a:pt x="11774" y="362538"/>
                  </a:lnTo>
                  <a:lnTo>
                    <a:pt x="9313" y="360741"/>
                  </a:lnTo>
                  <a:lnTo>
                    <a:pt x="7907" y="359034"/>
                  </a:lnTo>
                  <a:lnTo>
                    <a:pt x="6677" y="356787"/>
                  </a:lnTo>
                  <a:lnTo>
                    <a:pt x="6326" y="356338"/>
                  </a:lnTo>
                  <a:lnTo>
                    <a:pt x="6238" y="355799"/>
                  </a:lnTo>
                  <a:lnTo>
                    <a:pt x="5535" y="355530"/>
                  </a:lnTo>
                  <a:lnTo>
                    <a:pt x="4920" y="355799"/>
                  </a:lnTo>
                  <a:lnTo>
                    <a:pt x="4481" y="356698"/>
                  </a:lnTo>
                  <a:lnTo>
                    <a:pt x="4129" y="357327"/>
                  </a:lnTo>
                  <a:lnTo>
                    <a:pt x="3251" y="357506"/>
                  </a:lnTo>
                  <a:lnTo>
                    <a:pt x="2548" y="357416"/>
                  </a:lnTo>
                  <a:lnTo>
                    <a:pt x="1845" y="357147"/>
                  </a:lnTo>
                  <a:lnTo>
                    <a:pt x="1142" y="356698"/>
                  </a:lnTo>
                  <a:lnTo>
                    <a:pt x="1054" y="356159"/>
                  </a:lnTo>
                  <a:lnTo>
                    <a:pt x="1142" y="355530"/>
                  </a:lnTo>
                  <a:lnTo>
                    <a:pt x="1581" y="355080"/>
                  </a:lnTo>
                  <a:lnTo>
                    <a:pt x="2020" y="354631"/>
                  </a:lnTo>
                  <a:lnTo>
                    <a:pt x="1142" y="354362"/>
                  </a:lnTo>
                  <a:lnTo>
                    <a:pt x="439" y="353553"/>
                  </a:lnTo>
                  <a:lnTo>
                    <a:pt x="0" y="352834"/>
                  </a:lnTo>
                  <a:lnTo>
                    <a:pt x="87" y="352205"/>
                  </a:lnTo>
                  <a:lnTo>
                    <a:pt x="351" y="351217"/>
                  </a:lnTo>
                  <a:lnTo>
                    <a:pt x="351" y="350318"/>
                  </a:lnTo>
                  <a:lnTo>
                    <a:pt x="263" y="349330"/>
                  </a:lnTo>
                  <a:lnTo>
                    <a:pt x="615" y="348611"/>
                  </a:lnTo>
                  <a:lnTo>
                    <a:pt x="1405" y="347803"/>
                  </a:lnTo>
                  <a:lnTo>
                    <a:pt x="1933" y="346904"/>
                  </a:lnTo>
                  <a:lnTo>
                    <a:pt x="2811" y="346365"/>
                  </a:lnTo>
                  <a:lnTo>
                    <a:pt x="3514" y="346365"/>
                  </a:lnTo>
                  <a:lnTo>
                    <a:pt x="4041" y="345826"/>
                  </a:lnTo>
                  <a:lnTo>
                    <a:pt x="3866" y="344928"/>
                  </a:lnTo>
                  <a:lnTo>
                    <a:pt x="3866" y="343939"/>
                  </a:lnTo>
                  <a:lnTo>
                    <a:pt x="4041" y="343041"/>
                  </a:lnTo>
                  <a:lnTo>
                    <a:pt x="4481" y="341963"/>
                  </a:lnTo>
                  <a:lnTo>
                    <a:pt x="4832" y="340345"/>
                  </a:lnTo>
                  <a:lnTo>
                    <a:pt x="5271" y="339716"/>
                  </a:lnTo>
                  <a:lnTo>
                    <a:pt x="5799" y="339447"/>
                  </a:lnTo>
                  <a:lnTo>
                    <a:pt x="5974" y="338728"/>
                  </a:lnTo>
                  <a:lnTo>
                    <a:pt x="6150" y="337380"/>
                  </a:lnTo>
                  <a:lnTo>
                    <a:pt x="6765" y="336392"/>
                  </a:lnTo>
                  <a:lnTo>
                    <a:pt x="7205" y="335224"/>
                  </a:lnTo>
                  <a:lnTo>
                    <a:pt x="7820" y="334505"/>
                  </a:lnTo>
                  <a:lnTo>
                    <a:pt x="8786" y="333966"/>
                  </a:lnTo>
                  <a:lnTo>
                    <a:pt x="9665" y="333517"/>
                  </a:lnTo>
                  <a:lnTo>
                    <a:pt x="9928" y="333157"/>
                  </a:lnTo>
                  <a:lnTo>
                    <a:pt x="10368" y="332259"/>
                  </a:lnTo>
                  <a:lnTo>
                    <a:pt x="10631" y="330103"/>
                  </a:lnTo>
                  <a:lnTo>
                    <a:pt x="10631" y="328845"/>
                  </a:lnTo>
                  <a:lnTo>
                    <a:pt x="10895" y="327946"/>
                  </a:lnTo>
                  <a:lnTo>
                    <a:pt x="11774" y="327048"/>
                  </a:lnTo>
                  <a:lnTo>
                    <a:pt x="12125" y="325341"/>
                  </a:lnTo>
                  <a:lnTo>
                    <a:pt x="12125" y="323454"/>
                  </a:lnTo>
                  <a:lnTo>
                    <a:pt x="11949" y="322286"/>
                  </a:lnTo>
                  <a:lnTo>
                    <a:pt x="11686" y="321118"/>
                  </a:lnTo>
                  <a:lnTo>
                    <a:pt x="11159" y="320040"/>
                  </a:lnTo>
                  <a:lnTo>
                    <a:pt x="10631" y="319321"/>
                  </a:lnTo>
                  <a:lnTo>
                    <a:pt x="9753" y="318332"/>
                  </a:lnTo>
                  <a:lnTo>
                    <a:pt x="9401" y="317793"/>
                  </a:lnTo>
                  <a:lnTo>
                    <a:pt x="9313" y="317254"/>
                  </a:lnTo>
                  <a:lnTo>
                    <a:pt x="9225" y="315817"/>
                  </a:lnTo>
                  <a:lnTo>
                    <a:pt x="8962" y="315008"/>
                  </a:lnTo>
                  <a:lnTo>
                    <a:pt x="8083" y="312402"/>
                  </a:lnTo>
                  <a:lnTo>
                    <a:pt x="7907" y="311863"/>
                  </a:lnTo>
                  <a:lnTo>
                    <a:pt x="7292" y="310965"/>
                  </a:lnTo>
                  <a:lnTo>
                    <a:pt x="6326" y="310246"/>
                  </a:lnTo>
                  <a:lnTo>
                    <a:pt x="4832" y="309527"/>
                  </a:lnTo>
                  <a:lnTo>
                    <a:pt x="3953" y="309078"/>
                  </a:lnTo>
                  <a:lnTo>
                    <a:pt x="3602" y="308539"/>
                  </a:lnTo>
                  <a:lnTo>
                    <a:pt x="3338" y="307910"/>
                  </a:lnTo>
                  <a:lnTo>
                    <a:pt x="3338" y="306562"/>
                  </a:lnTo>
                  <a:lnTo>
                    <a:pt x="3251" y="305394"/>
                  </a:lnTo>
                  <a:lnTo>
                    <a:pt x="2987" y="303777"/>
                  </a:lnTo>
                  <a:lnTo>
                    <a:pt x="2811" y="302789"/>
                  </a:lnTo>
                  <a:lnTo>
                    <a:pt x="2811" y="301351"/>
                  </a:lnTo>
                  <a:lnTo>
                    <a:pt x="2987" y="300632"/>
                  </a:lnTo>
                  <a:lnTo>
                    <a:pt x="3690" y="299644"/>
                  </a:lnTo>
                  <a:lnTo>
                    <a:pt x="4217" y="299105"/>
                  </a:lnTo>
                  <a:lnTo>
                    <a:pt x="4656" y="298476"/>
                  </a:lnTo>
                  <a:lnTo>
                    <a:pt x="4832" y="297577"/>
                  </a:lnTo>
                  <a:lnTo>
                    <a:pt x="5096" y="296948"/>
                  </a:lnTo>
                  <a:lnTo>
                    <a:pt x="5711" y="296140"/>
                  </a:lnTo>
                  <a:lnTo>
                    <a:pt x="6502" y="295511"/>
                  </a:lnTo>
                  <a:lnTo>
                    <a:pt x="7380" y="295062"/>
                  </a:lnTo>
                  <a:lnTo>
                    <a:pt x="7820" y="294612"/>
                  </a:lnTo>
                  <a:lnTo>
                    <a:pt x="8435" y="294073"/>
                  </a:lnTo>
                  <a:lnTo>
                    <a:pt x="8962" y="293444"/>
                  </a:lnTo>
                  <a:lnTo>
                    <a:pt x="9313" y="292546"/>
                  </a:lnTo>
                  <a:lnTo>
                    <a:pt x="9489" y="291647"/>
                  </a:lnTo>
                  <a:lnTo>
                    <a:pt x="9313" y="290210"/>
                  </a:lnTo>
                  <a:lnTo>
                    <a:pt x="9225" y="289581"/>
                  </a:lnTo>
                  <a:lnTo>
                    <a:pt x="8874" y="288682"/>
                  </a:lnTo>
                  <a:lnTo>
                    <a:pt x="8435" y="287874"/>
                  </a:lnTo>
                  <a:lnTo>
                    <a:pt x="8083" y="287065"/>
                  </a:lnTo>
                  <a:lnTo>
                    <a:pt x="8083" y="286436"/>
                  </a:lnTo>
                  <a:lnTo>
                    <a:pt x="8435" y="285717"/>
                  </a:lnTo>
                  <a:lnTo>
                    <a:pt x="9225" y="284999"/>
                  </a:lnTo>
                  <a:lnTo>
                    <a:pt x="9401" y="284370"/>
                  </a:lnTo>
                  <a:lnTo>
                    <a:pt x="9225" y="282842"/>
                  </a:lnTo>
                  <a:lnTo>
                    <a:pt x="8962" y="281225"/>
                  </a:lnTo>
                  <a:lnTo>
                    <a:pt x="8347" y="279248"/>
                  </a:lnTo>
                  <a:lnTo>
                    <a:pt x="7732" y="277272"/>
                  </a:lnTo>
                  <a:lnTo>
                    <a:pt x="7644" y="276463"/>
                  </a:lnTo>
                  <a:lnTo>
                    <a:pt x="7468" y="275115"/>
                  </a:lnTo>
                  <a:lnTo>
                    <a:pt x="7292" y="274127"/>
                  </a:lnTo>
                  <a:lnTo>
                    <a:pt x="6238" y="272600"/>
                  </a:lnTo>
                  <a:lnTo>
                    <a:pt x="6150" y="270982"/>
                  </a:lnTo>
                  <a:lnTo>
                    <a:pt x="5799" y="269006"/>
                  </a:lnTo>
                  <a:lnTo>
                    <a:pt x="5711" y="268197"/>
                  </a:lnTo>
                  <a:lnTo>
                    <a:pt x="5799" y="266939"/>
                  </a:lnTo>
                  <a:lnTo>
                    <a:pt x="5799" y="265412"/>
                  </a:lnTo>
                  <a:lnTo>
                    <a:pt x="5359" y="263435"/>
                  </a:lnTo>
                  <a:lnTo>
                    <a:pt x="4569" y="261189"/>
                  </a:lnTo>
                  <a:lnTo>
                    <a:pt x="4041" y="259751"/>
                  </a:lnTo>
                  <a:lnTo>
                    <a:pt x="3866" y="258673"/>
                  </a:lnTo>
                  <a:lnTo>
                    <a:pt x="3251" y="256607"/>
                  </a:lnTo>
                  <a:lnTo>
                    <a:pt x="2635" y="255079"/>
                  </a:lnTo>
                  <a:lnTo>
                    <a:pt x="2548" y="254360"/>
                  </a:lnTo>
                  <a:lnTo>
                    <a:pt x="2987" y="253731"/>
                  </a:lnTo>
                  <a:lnTo>
                    <a:pt x="3251" y="252923"/>
                  </a:lnTo>
                  <a:lnTo>
                    <a:pt x="3514" y="252294"/>
                  </a:lnTo>
                  <a:lnTo>
                    <a:pt x="3866" y="251665"/>
                  </a:lnTo>
                  <a:lnTo>
                    <a:pt x="4305" y="250137"/>
                  </a:lnTo>
                  <a:lnTo>
                    <a:pt x="4832" y="248969"/>
                  </a:lnTo>
                  <a:lnTo>
                    <a:pt x="5008" y="247891"/>
                  </a:lnTo>
                  <a:lnTo>
                    <a:pt x="5447" y="247442"/>
                  </a:lnTo>
                  <a:lnTo>
                    <a:pt x="5887" y="246993"/>
                  </a:lnTo>
                  <a:lnTo>
                    <a:pt x="6502" y="246184"/>
                  </a:lnTo>
                  <a:lnTo>
                    <a:pt x="7205" y="245735"/>
                  </a:lnTo>
                  <a:lnTo>
                    <a:pt x="9050" y="245645"/>
                  </a:lnTo>
                  <a:lnTo>
                    <a:pt x="10807" y="244567"/>
                  </a:lnTo>
                  <a:lnTo>
                    <a:pt x="11949" y="243758"/>
                  </a:lnTo>
                  <a:lnTo>
                    <a:pt x="13619" y="243039"/>
                  </a:lnTo>
                  <a:lnTo>
                    <a:pt x="15113" y="242500"/>
                  </a:lnTo>
                  <a:lnTo>
                    <a:pt x="16518" y="241871"/>
                  </a:lnTo>
                  <a:lnTo>
                    <a:pt x="17749" y="240973"/>
                  </a:lnTo>
                  <a:lnTo>
                    <a:pt x="19418" y="240074"/>
                  </a:lnTo>
                  <a:lnTo>
                    <a:pt x="21175" y="239895"/>
                  </a:lnTo>
                  <a:lnTo>
                    <a:pt x="22845" y="239535"/>
                  </a:lnTo>
                  <a:lnTo>
                    <a:pt x="25129" y="238547"/>
                  </a:lnTo>
                  <a:lnTo>
                    <a:pt x="26711" y="238188"/>
                  </a:lnTo>
                  <a:lnTo>
                    <a:pt x="27677" y="237649"/>
                  </a:lnTo>
                  <a:lnTo>
                    <a:pt x="29962" y="236480"/>
                  </a:lnTo>
                  <a:lnTo>
                    <a:pt x="30753" y="236301"/>
                  </a:lnTo>
                  <a:lnTo>
                    <a:pt x="31544" y="235762"/>
                  </a:lnTo>
                  <a:lnTo>
                    <a:pt x="31895" y="235312"/>
                  </a:lnTo>
                  <a:lnTo>
                    <a:pt x="33389" y="233965"/>
                  </a:lnTo>
                  <a:lnTo>
                    <a:pt x="35585" y="233515"/>
                  </a:lnTo>
                  <a:lnTo>
                    <a:pt x="36376" y="233066"/>
                  </a:lnTo>
                  <a:lnTo>
                    <a:pt x="37431" y="232437"/>
                  </a:lnTo>
                  <a:lnTo>
                    <a:pt x="38924" y="231090"/>
                  </a:lnTo>
                  <a:lnTo>
                    <a:pt x="39715" y="230550"/>
                  </a:lnTo>
                  <a:lnTo>
                    <a:pt x="40418" y="229832"/>
                  </a:lnTo>
                  <a:lnTo>
                    <a:pt x="41824" y="227855"/>
                  </a:lnTo>
                  <a:lnTo>
                    <a:pt x="42088" y="227226"/>
                  </a:lnTo>
                  <a:lnTo>
                    <a:pt x="42966" y="225968"/>
                  </a:lnTo>
                  <a:lnTo>
                    <a:pt x="43406" y="225609"/>
                  </a:lnTo>
                  <a:lnTo>
                    <a:pt x="44372" y="225429"/>
                  </a:lnTo>
                  <a:lnTo>
                    <a:pt x="44724" y="225160"/>
                  </a:lnTo>
                  <a:lnTo>
                    <a:pt x="45251" y="224890"/>
                  </a:lnTo>
                  <a:lnTo>
                    <a:pt x="45426" y="224800"/>
                  </a:lnTo>
                  <a:lnTo>
                    <a:pt x="45690" y="224531"/>
                  </a:lnTo>
                  <a:lnTo>
                    <a:pt x="45954" y="224351"/>
                  </a:lnTo>
                  <a:lnTo>
                    <a:pt x="46305" y="224261"/>
                  </a:lnTo>
                  <a:lnTo>
                    <a:pt x="46657" y="223992"/>
                  </a:lnTo>
                  <a:lnTo>
                    <a:pt x="47184" y="223452"/>
                  </a:lnTo>
                  <a:lnTo>
                    <a:pt x="47535" y="222913"/>
                  </a:lnTo>
                  <a:lnTo>
                    <a:pt x="47975" y="222464"/>
                  </a:lnTo>
                  <a:lnTo>
                    <a:pt x="48326" y="221925"/>
                  </a:lnTo>
                  <a:lnTo>
                    <a:pt x="48765" y="221386"/>
                  </a:lnTo>
                  <a:lnTo>
                    <a:pt x="49293" y="220847"/>
                  </a:lnTo>
                  <a:lnTo>
                    <a:pt x="49820" y="220487"/>
                  </a:lnTo>
                  <a:lnTo>
                    <a:pt x="50523" y="220038"/>
                  </a:lnTo>
                  <a:lnTo>
                    <a:pt x="50874" y="219589"/>
                  </a:lnTo>
                  <a:lnTo>
                    <a:pt x="51314" y="218870"/>
                  </a:lnTo>
                  <a:lnTo>
                    <a:pt x="51577" y="218511"/>
                  </a:lnTo>
                  <a:lnTo>
                    <a:pt x="51929" y="218062"/>
                  </a:lnTo>
                  <a:lnTo>
                    <a:pt x="52280" y="217612"/>
                  </a:lnTo>
                  <a:lnTo>
                    <a:pt x="52368" y="217073"/>
                  </a:lnTo>
                  <a:lnTo>
                    <a:pt x="52456" y="216624"/>
                  </a:lnTo>
                  <a:lnTo>
                    <a:pt x="52719" y="215995"/>
                  </a:lnTo>
                  <a:lnTo>
                    <a:pt x="52983" y="215456"/>
                  </a:lnTo>
                  <a:lnTo>
                    <a:pt x="52983" y="215186"/>
                  </a:lnTo>
                  <a:lnTo>
                    <a:pt x="53159" y="214917"/>
                  </a:lnTo>
                  <a:lnTo>
                    <a:pt x="53247" y="214557"/>
                  </a:lnTo>
                  <a:lnTo>
                    <a:pt x="53686" y="213929"/>
                  </a:lnTo>
                  <a:lnTo>
                    <a:pt x="53862" y="213389"/>
                  </a:lnTo>
                  <a:lnTo>
                    <a:pt x="54125" y="212761"/>
                  </a:lnTo>
                  <a:lnTo>
                    <a:pt x="54213" y="212132"/>
                  </a:lnTo>
                  <a:lnTo>
                    <a:pt x="54477" y="211772"/>
                  </a:lnTo>
                  <a:lnTo>
                    <a:pt x="54477" y="209796"/>
                  </a:lnTo>
                  <a:lnTo>
                    <a:pt x="54652" y="208717"/>
                  </a:lnTo>
                  <a:lnTo>
                    <a:pt x="54740" y="208088"/>
                  </a:lnTo>
                  <a:lnTo>
                    <a:pt x="55004" y="207370"/>
                  </a:lnTo>
                  <a:lnTo>
                    <a:pt x="55355" y="206471"/>
                  </a:lnTo>
                  <a:lnTo>
                    <a:pt x="55619" y="205573"/>
                  </a:lnTo>
                  <a:lnTo>
                    <a:pt x="55795" y="205123"/>
                  </a:lnTo>
                  <a:lnTo>
                    <a:pt x="55970" y="204135"/>
                  </a:lnTo>
                  <a:lnTo>
                    <a:pt x="55970" y="203596"/>
                  </a:lnTo>
                  <a:lnTo>
                    <a:pt x="55883" y="202967"/>
                  </a:lnTo>
                  <a:lnTo>
                    <a:pt x="55883" y="202338"/>
                  </a:lnTo>
                  <a:lnTo>
                    <a:pt x="55970" y="201709"/>
                  </a:lnTo>
                  <a:lnTo>
                    <a:pt x="55970" y="200901"/>
                  </a:lnTo>
                  <a:lnTo>
                    <a:pt x="55970" y="199553"/>
                  </a:lnTo>
                  <a:lnTo>
                    <a:pt x="55970" y="198924"/>
                  </a:lnTo>
                  <a:lnTo>
                    <a:pt x="56058" y="198205"/>
                  </a:lnTo>
                  <a:lnTo>
                    <a:pt x="56146" y="197576"/>
                  </a:lnTo>
                  <a:lnTo>
                    <a:pt x="56322" y="196947"/>
                  </a:lnTo>
                  <a:lnTo>
                    <a:pt x="56410" y="196408"/>
                  </a:lnTo>
                  <a:lnTo>
                    <a:pt x="56234" y="195959"/>
                  </a:lnTo>
                  <a:lnTo>
                    <a:pt x="56058" y="195150"/>
                  </a:lnTo>
                  <a:lnTo>
                    <a:pt x="55883" y="194162"/>
                  </a:lnTo>
                  <a:lnTo>
                    <a:pt x="55619" y="193263"/>
                  </a:lnTo>
                  <a:lnTo>
                    <a:pt x="55443" y="192095"/>
                  </a:lnTo>
                  <a:lnTo>
                    <a:pt x="55180" y="190927"/>
                  </a:lnTo>
                  <a:lnTo>
                    <a:pt x="55004" y="189939"/>
                  </a:lnTo>
                  <a:lnTo>
                    <a:pt x="54565" y="188771"/>
                  </a:lnTo>
                  <a:lnTo>
                    <a:pt x="54125" y="187513"/>
                  </a:lnTo>
                  <a:lnTo>
                    <a:pt x="53774" y="186165"/>
                  </a:lnTo>
                  <a:lnTo>
                    <a:pt x="53422" y="185447"/>
                  </a:lnTo>
                  <a:lnTo>
                    <a:pt x="53071" y="184458"/>
                  </a:lnTo>
                  <a:lnTo>
                    <a:pt x="52719" y="183111"/>
                  </a:lnTo>
                  <a:lnTo>
                    <a:pt x="52456" y="182212"/>
                  </a:lnTo>
                  <a:lnTo>
                    <a:pt x="52016" y="181134"/>
                  </a:lnTo>
                  <a:lnTo>
                    <a:pt x="51665" y="180235"/>
                  </a:lnTo>
                  <a:lnTo>
                    <a:pt x="51314" y="179427"/>
                  </a:lnTo>
                  <a:lnTo>
                    <a:pt x="50962" y="178708"/>
                  </a:lnTo>
                  <a:lnTo>
                    <a:pt x="50698" y="177989"/>
                  </a:lnTo>
                  <a:lnTo>
                    <a:pt x="50259" y="177091"/>
                  </a:lnTo>
                  <a:lnTo>
                    <a:pt x="49908" y="176013"/>
                  </a:lnTo>
                  <a:lnTo>
                    <a:pt x="49293" y="174844"/>
                  </a:lnTo>
                  <a:lnTo>
                    <a:pt x="48941" y="173676"/>
                  </a:lnTo>
                  <a:lnTo>
                    <a:pt x="48062" y="171969"/>
                  </a:lnTo>
                  <a:lnTo>
                    <a:pt x="47535" y="171430"/>
                  </a:lnTo>
                  <a:lnTo>
                    <a:pt x="46744" y="170981"/>
                  </a:lnTo>
                  <a:lnTo>
                    <a:pt x="45866" y="170891"/>
                  </a:lnTo>
                  <a:lnTo>
                    <a:pt x="45339" y="170891"/>
                  </a:lnTo>
                  <a:lnTo>
                    <a:pt x="44811" y="170981"/>
                  </a:lnTo>
                  <a:lnTo>
                    <a:pt x="44108" y="170981"/>
                  </a:lnTo>
                  <a:lnTo>
                    <a:pt x="43669" y="170532"/>
                  </a:lnTo>
                  <a:lnTo>
                    <a:pt x="43318" y="169723"/>
                  </a:lnTo>
                  <a:lnTo>
                    <a:pt x="42878" y="169004"/>
                  </a:lnTo>
                  <a:lnTo>
                    <a:pt x="42527" y="168375"/>
                  </a:lnTo>
                  <a:lnTo>
                    <a:pt x="41824" y="167207"/>
                  </a:lnTo>
                  <a:lnTo>
                    <a:pt x="41824" y="166668"/>
                  </a:lnTo>
                  <a:lnTo>
                    <a:pt x="41824" y="166219"/>
                  </a:lnTo>
                  <a:lnTo>
                    <a:pt x="41912" y="165949"/>
                  </a:lnTo>
                  <a:lnTo>
                    <a:pt x="42000" y="165680"/>
                  </a:lnTo>
                  <a:lnTo>
                    <a:pt x="42175" y="165410"/>
                  </a:lnTo>
                  <a:lnTo>
                    <a:pt x="42175" y="165141"/>
                  </a:lnTo>
                  <a:lnTo>
                    <a:pt x="42175" y="164871"/>
                  </a:lnTo>
                  <a:lnTo>
                    <a:pt x="42088" y="164692"/>
                  </a:lnTo>
                  <a:lnTo>
                    <a:pt x="41648" y="164602"/>
                  </a:lnTo>
                  <a:lnTo>
                    <a:pt x="41121" y="164602"/>
                  </a:lnTo>
                  <a:lnTo>
                    <a:pt x="40682" y="164602"/>
                  </a:lnTo>
                  <a:lnTo>
                    <a:pt x="40330" y="164602"/>
                  </a:lnTo>
                  <a:lnTo>
                    <a:pt x="39979" y="164422"/>
                  </a:lnTo>
                  <a:lnTo>
                    <a:pt x="39803" y="163883"/>
                  </a:lnTo>
                  <a:lnTo>
                    <a:pt x="39539" y="163613"/>
                  </a:lnTo>
                  <a:lnTo>
                    <a:pt x="39100" y="163254"/>
                  </a:lnTo>
                  <a:lnTo>
                    <a:pt x="39012" y="163074"/>
                  </a:lnTo>
                  <a:lnTo>
                    <a:pt x="39276" y="162715"/>
                  </a:lnTo>
                  <a:lnTo>
                    <a:pt x="39715" y="162625"/>
                  </a:lnTo>
                  <a:lnTo>
                    <a:pt x="40067" y="162535"/>
                  </a:lnTo>
                  <a:lnTo>
                    <a:pt x="40506" y="162176"/>
                  </a:lnTo>
                  <a:lnTo>
                    <a:pt x="40770" y="161906"/>
                  </a:lnTo>
                  <a:lnTo>
                    <a:pt x="40770" y="161547"/>
                  </a:lnTo>
                  <a:lnTo>
                    <a:pt x="40770" y="161188"/>
                  </a:lnTo>
                  <a:lnTo>
                    <a:pt x="40506" y="160469"/>
                  </a:lnTo>
                  <a:lnTo>
                    <a:pt x="40242" y="159840"/>
                  </a:lnTo>
                  <a:lnTo>
                    <a:pt x="40067" y="159391"/>
                  </a:lnTo>
                  <a:lnTo>
                    <a:pt x="39715" y="158851"/>
                  </a:lnTo>
                  <a:lnTo>
                    <a:pt x="39364" y="158492"/>
                  </a:lnTo>
                  <a:lnTo>
                    <a:pt x="38924" y="157863"/>
                  </a:lnTo>
                  <a:lnTo>
                    <a:pt x="38309" y="157055"/>
                  </a:lnTo>
                  <a:lnTo>
                    <a:pt x="37782" y="156336"/>
                  </a:lnTo>
                  <a:lnTo>
                    <a:pt x="37518" y="155886"/>
                  </a:lnTo>
                  <a:lnTo>
                    <a:pt x="37167" y="155617"/>
                  </a:lnTo>
                  <a:lnTo>
                    <a:pt x="36991" y="155707"/>
                  </a:lnTo>
                  <a:lnTo>
                    <a:pt x="36816" y="155797"/>
                  </a:lnTo>
                  <a:lnTo>
                    <a:pt x="36552" y="155617"/>
                  </a:lnTo>
                  <a:lnTo>
                    <a:pt x="36376" y="155347"/>
                  </a:lnTo>
                  <a:lnTo>
                    <a:pt x="36025" y="155258"/>
                  </a:lnTo>
                  <a:lnTo>
                    <a:pt x="35761" y="154988"/>
                  </a:lnTo>
                  <a:lnTo>
                    <a:pt x="35498" y="154629"/>
                  </a:lnTo>
                  <a:lnTo>
                    <a:pt x="35673" y="154359"/>
                  </a:lnTo>
                  <a:lnTo>
                    <a:pt x="35761" y="154000"/>
                  </a:lnTo>
                  <a:lnTo>
                    <a:pt x="35410" y="153730"/>
                  </a:lnTo>
                  <a:lnTo>
                    <a:pt x="35234" y="153820"/>
                  </a:lnTo>
                  <a:lnTo>
                    <a:pt x="35058" y="154090"/>
                  </a:lnTo>
                  <a:lnTo>
                    <a:pt x="34795" y="154269"/>
                  </a:lnTo>
                  <a:lnTo>
                    <a:pt x="34443" y="154179"/>
                  </a:lnTo>
                  <a:lnTo>
                    <a:pt x="33828" y="153820"/>
                  </a:lnTo>
                  <a:lnTo>
                    <a:pt x="33389" y="153820"/>
                  </a:lnTo>
                  <a:lnTo>
                    <a:pt x="33213" y="154090"/>
                  </a:lnTo>
                  <a:lnTo>
                    <a:pt x="33213" y="154539"/>
                  </a:lnTo>
                  <a:lnTo>
                    <a:pt x="33037" y="154808"/>
                  </a:lnTo>
                  <a:lnTo>
                    <a:pt x="32862" y="154988"/>
                  </a:lnTo>
                  <a:lnTo>
                    <a:pt x="32510" y="155078"/>
                  </a:lnTo>
                  <a:lnTo>
                    <a:pt x="32334" y="155527"/>
                  </a:lnTo>
                  <a:lnTo>
                    <a:pt x="32334" y="155976"/>
                  </a:lnTo>
                  <a:lnTo>
                    <a:pt x="32159" y="156066"/>
                  </a:lnTo>
                  <a:lnTo>
                    <a:pt x="31807" y="155976"/>
                  </a:lnTo>
                  <a:lnTo>
                    <a:pt x="31631" y="155437"/>
                  </a:lnTo>
                  <a:lnTo>
                    <a:pt x="31456" y="155078"/>
                  </a:lnTo>
                  <a:lnTo>
                    <a:pt x="31192" y="154898"/>
                  </a:lnTo>
                  <a:lnTo>
                    <a:pt x="30665" y="154808"/>
                  </a:lnTo>
                  <a:lnTo>
                    <a:pt x="30401" y="155078"/>
                  </a:lnTo>
                  <a:lnTo>
                    <a:pt x="30313" y="155437"/>
                  </a:lnTo>
                  <a:lnTo>
                    <a:pt x="30138" y="155886"/>
                  </a:lnTo>
                  <a:lnTo>
                    <a:pt x="29874" y="155707"/>
                  </a:lnTo>
                  <a:lnTo>
                    <a:pt x="29259" y="155527"/>
                  </a:lnTo>
                  <a:lnTo>
                    <a:pt x="28995" y="155078"/>
                  </a:lnTo>
                  <a:lnTo>
                    <a:pt x="28732" y="154808"/>
                  </a:lnTo>
                  <a:lnTo>
                    <a:pt x="28380" y="154449"/>
                  </a:lnTo>
                  <a:lnTo>
                    <a:pt x="28029" y="154090"/>
                  </a:lnTo>
                  <a:lnTo>
                    <a:pt x="27590" y="153730"/>
                  </a:lnTo>
                  <a:lnTo>
                    <a:pt x="27590" y="153461"/>
                  </a:lnTo>
                  <a:lnTo>
                    <a:pt x="27677" y="153281"/>
                  </a:lnTo>
                  <a:lnTo>
                    <a:pt x="27414" y="153101"/>
                  </a:lnTo>
                  <a:lnTo>
                    <a:pt x="27238" y="153191"/>
                  </a:lnTo>
                  <a:lnTo>
                    <a:pt x="26974" y="153011"/>
                  </a:lnTo>
                  <a:lnTo>
                    <a:pt x="26974" y="152832"/>
                  </a:lnTo>
                  <a:lnTo>
                    <a:pt x="27150" y="152652"/>
                  </a:lnTo>
                  <a:lnTo>
                    <a:pt x="27150" y="152382"/>
                  </a:lnTo>
                  <a:lnTo>
                    <a:pt x="26974" y="152203"/>
                  </a:lnTo>
                  <a:lnTo>
                    <a:pt x="26974" y="151933"/>
                  </a:lnTo>
                  <a:lnTo>
                    <a:pt x="26887" y="151753"/>
                  </a:lnTo>
                  <a:lnTo>
                    <a:pt x="26711" y="151574"/>
                  </a:lnTo>
                  <a:lnTo>
                    <a:pt x="26447" y="151664"/>
                  </a:lnTo>
                  <a:lnTo>
                    <a:pt x="26184" y="151843"/>
                  </a:lnTo>
                  <a:lnTo>
                    <a:pt x="26272" y="151574"/>
                  </a:lnTo>
                  <a:lnTo>
                    <a:pt x="26096" y="151214"/>
                  </a:lnTo>
                  <a:lnTo>
                    <a:pt x="25832" y="151035"/>
                  </a:lnTo>
                  <a:lnTo>
                    <a:pt x="25657" y="150765"/>
                  </a:lnTo>
                  <a:lnTo>
                    <a:pt x="25569" y="150316"/>
                  </a:lnTo>
                  <a:lnTo>
                    <a:pt x="25744" y="149956"/>
                  </a:lnTo>
                  <a:lnTo>
                    <a:pt x="26272" y="149687"/>
                  </a:lnTo>
                  <a:lnTo>
                    <a:pt x="26887" y="149507"/>
                  </a:lnTo>
                  <a:lnTo>
                    <a:pt x="27414" y="149238"/>
                  </a:lnTo>
                  <a:lnTo>
                    <a:pt x="28029" y="149238"/>
                  </a:lnTo>
                  <a:lnTo>
                    <a:pt x="28820" y="149238"/>
                  </a:lnTo>
                  <a:lnTo>
                    <a:pt x="29259" y="149148"/>
                  </a:lnTo>
                  <a:lnTo>
                    <a:pt x="29786" y="148878"/>
                  </a:lnTo>
                  <a:lnTo>
                    <a:pt x="30489" y="148699"/>
                  </a:lnTo>
                  <a:lnTo>
                    <a:pt x="31104" y="148609"/>
                  </a:lnTo>
                  <a:lnTo>
                    <a:pt x="31807" y="148249"/>
                  </a:lnTo>
                  <a:lnTo>
                    <a:pt x="32159" y="147890"/>
                  </a:lnTo>
                  <a:lnTo>
                    <a:pt x="32159" y="147351"/>
                  </a:lnTo>
                  <a:lnTo>
                    <a:pt x="31807" y="146273"/>
                  </a:lnTo>
                  <a:lnTo>
                    <a:pt x="31456" y="145913"/>
                  </a:lnTo>
                  <a:lnTo>
                    <a:pt x="30928" y="145823"/>
                  </a:lnTo>
                  <a:lnTo>
                    <a:pt x="30401" y="145464"/>
                  </a:lnTo>
                  <a:lnTo>
                    <a:pt x="29962" y="145105"/>
                  </a:lnTo>
                  <a:lnTo>
                    <a:pt x="29698" y="144296"/>
                  </a:lnTo>
                  <a:lnTo>
                    <a:pt x="29259" y="143577"/>
                  </a:lnTo>
                  <a:lnTo>
                    <a:pt x="28820" y="142679"/>
                  </a:lnTo>
                  <a:lnTo>
                    <a:pt x="28292" y="141960"/>
                  </a:lnTo>
                  <a:lnTo>
                    <a:pt x="27677" y="142409"/>
                  </a:lnTo>
                  <a:lnTo>
                    <a:pt x="27150" y="142589"/>
                  </a:lnTo>
                  <a:lnTo>
                    <a:pt x="26623" y="142319"/>
                  </a:lnTo>
                  <a:lnTo>
                    <a:pt x="25832" y="141511"/>
                  </a:lnTo>
                  <a:lnTo>
                    <a:pt x="26359" y="141061"/>
                  </a:lnTo>
                  <a:lnTo>
                    <a:pt x="26887" y="140882"/>
                  </a:lnTo>
                  <a:lnTo>
                    <a:pt x="27238" y="140612"/>
                  </a:lnTo>
                  <a:lnTo>
                    <a:pt x="26799" y="140343"/>
                  </a:lnTo>
                  <a:lnTo>
                    <a:pt x="26272" y="140343"/>
                  </a:lnTo>
                  <a:lnTo>
                    <a:pt x="25393" y="140612"/>
                  </a:lnTo>
                  <a:lnTo>
                    <a:pt x="24954" y="140882"/>
                  </a:lnTo>
                  <a:lnTo>
                    <a:pt x="24426" y="140972"/>
                  </a:lnTo>
                  <a:lnTo>
                    <a:pt x="24075" y="140522"/>
                  </a:lnTo>
                  <a:lnTo>
                    <a:pt x="24339" y="139893"/>
                  </a:lnTo>
                  <a:lnTo>
                    <a:pt x="23811" y="139893"/>
                  </a:lnTo>
                  <a:lnTo>
                    <a:pt x="23196" y="140163"/>
                  </a:lnTo>
                  <a:lnTo>
                    <a:pt x="22581" y="140163"/>
                  </a:lnTo>
                  <a:lnTo>
                    <a:pt x="22054" y="140073"/>
                  </a:lnTo>
                  <a:lnTo>
                    <a:pt x="21527" y="140163"/>
                  </a:lnTo>
                  <a:lnTo>
                    <a:pt x="21087" y="139804"/>
                  </a:lnTo>
                  <a:lnTo>
                    <a:pt x="21263" y="139085"/>
                  </a:lnTo>
                  <a:lnTo>
                    <a:pt x="21439" y="138366"/>
                  </a:lnTo>
                  <a:lnTo>
                    <a:pt x="21790" y="137827"/>
                  </a:lnTo>
                  <a:lnTo>
                    <a:pt x="21439" y="137468"/>
                  </a:lnTo>
                  <a:lnTo>
                    <a:pt x="20912" y="137468"/>
                  </a:lnTo>
                  <a:lnTo>
                    <a:pt x="20209" y="137198"/>
                  </a:lnTo>
                  <a:lnTo>
                    <a:pt x="19506" y="136839"/>
                  </a:lnTo>
                  <a:lnTo>
                    <a:pt x="18979" y="136210"/>
                  </a:lnTo>
                  <a:lnTo>
                    <a:pt x="18891" y="135671"/>
                  </a:lnTo>
                  <a:lnTo>
                    <a:pt x="18803" y="134682"/>
                  </a:lnTo>
                  <a:lnTo>
                    <a:pt x="18627" y="134053"/>
                  </a:lnTo>
                  <a:lnTo>
                    <a:pt x="18100" y="133874"/>
                  </a:lnTo>
                  <a:lnTo>
                    <a:pt x="17661" y="134233"/>
                  </a:lnTo>
                  <a:lnTo>
                    <a:pt x="17133" y="134772"/>
                  </a:lnTo>
                  <a:lnTo>
                    <a:pt x="15288" y="134772"/>
                  </a:lnTo>
                  <a:lnTo>
                    <a:pt x="14937" y="134413"/>
                  </a:lnTo>
                  <a:lnTo>
                    <a:pt x="15376" y="133784"/>
                  </a:lnTo>
                  <a:lnTo>
                    <a:pt x="14849" y="133694"/>
                  </a:lnTo>
                  <a:lnTo>
                    <a:pt x="14058" y="134413"/>
                  </a:lnTo>
                  <a:lnTo>
                    <a:pt x="13179" y="133694"/>
                  </a:lnTo>
                  <a:lnTo>
                    <a:pt x="13267" y="133155"/>
                  </a:lnTo>
                  <a:lnTo>
                    <a:pt x="13882" y="132795"/>
                  </a:lnTo>
                  <a:lnTo>
                    <a:pt x="14497" y="132526"/>
                  </a:lnTo>
                  <a:lnTo>
                    <a:pt x="15903" y="131807"/>
                  </a:lnTo>
                  <a:lnTo>
                    <a:pt x="16079" y="131268"/>
                  </a:lnTo>
                  <a:lnTo>
                    <a:pt x="15025" y="131358"/>
                  </a:lnTo>
                  <a:lnTo>
                    <a:pt x="14585" y="131627"/>
                  </a:lnTo>
                  <a:lnTo>
                    <a:pt x="13882" y="131897"/>
                  </a:lnTo>
                  <a:lnTo>
                    <a:pt x="13267" y="131987"/>
                  </a:lnTo>
                  <a:lnTo>
                    <a:pt x="12828" y="131807"/>
                  </a:lnTo>
                  <a:lnTo>
                    <a:pt x="12652" y="131088"/>
                  </a:lnTo>
                  <a:lnTo>
                    <a:pt x="13092" y="130459"/>
                  </a:lnTo>
                  <a:lnTo>
                    <a:pt x="13531" y="129920"/>
                  </a:lnTo>
                  <a:lnTo>
                    <a:pt x="14234" y="129022"/>
                  </a:lnTo>
                  <a:lnTo>
                    <a:pt x="15728" y="128483"/>
                  </a:lnTo>
                  <a:lnTo>
                    <a:pt x="16079" y="127944"/>
                  </a:lnTo>
                  <a:lnTo>
                    <a:pt x="15728" y="127135"/>
                  </a:lnTo>
                  <a:lnTo>
                    <a:pt x="15640" y="126596"/>
                  </a:lnTo>
                  <a:lnTo>
                    <a:pt x="15903" y="125518"/>
                  </a:lnTo>
                  <a:lnTo>
                    <a:pt x="15376" y="124619"/>
                  </a:lnTo>
                  <a:lnTo>
                    <a:pt x="15376" y="123990"/>
                  </a:lnTo>
                  <a:lnTo>
                    <a:pt x="15728" y="123721"/>
                  </a:lnTo>
                  <a:lnTo>
                    <a:pt x="16255" y="123541"/>
                  </a:lnTo>
                  <a:lnTo>
                    <a:pt x="17309" y="123721"/>
                  </a:lnTo>
                  <a:lnTo>
                    <a:pt x="18012" y="123541"/>
                  </a:lnTo>
                  <a:lnTo>
                    <a:pt x="18715" y="123272"/>
                  </a:lnTo>
                  <a:lnTo>
                    <a:pt x="19506" y="122822"/>
                  </a:lnTo>
                  <a:lnTo>
                    <a:pt x="20297" y="122643"/>
                  </a:lnTo>
                  <a:lnTo>
                    <a:pt x="21263" y="122732"/>
                  </a:lnTo>
                  <a:lnTo>
                    <a:pt x="22230" y="122463"/>
                  </a:lnTo>
                  <a:lnTo>
                    <a:pt x="23108" y="122553"/>
                  </a:lnTo>
                  <a:lnTo>
                    <a:pt x="23899" y="122732"/>
                  </a:lnTo>
                  <a:lnTo>
                    <a:pt x="25393" y="122553"/>
                  </a:lnTo>
                  <a:lnTo>
                    <a:pt x="26272" y="122373"/>
                  </a:lnTo>
                  <a:lnTo>
                    <a:pt x="27150" y="122283"/>
                  </a:lnTo>
                  <a:lnTo>
                    <a:pt x="28380" y="122014"/>
                  </a:lnTo>
                  <a:lnTo>
                    <a:pt x="29347" y="121654"/>
                  </a:lnTo>
                  <a:lnTo>
                    <a:pt x="30050" y="121025"/>
                  </a:lnTo>
                  <a:lnTo>
                    <a:pt x="30665" y="120307"/>
                  </a:lnTo>
                  <a:lnTo>
                    <a:pt x="31016" y="119678"/>
                  </a:lnTo>
                  <a:lnTo>
                    <a:pt x="30928" y="119049"/>
                  </a:lnTo>
                  <a:lnTo>
                    <a:pt x="30313" y="118689"/>
                  </a:lnTo>
                  <a:lnTo>
                    <a:pt x="29698" y="118240"/>
                  </a:lnTo>
                  <a:lnTo>
                    <a:pt x="30050" y="117791"/>
                  </a:lnTo>
                  <a:lnTo>
                    <a:pt x="31368" y="118420"/>
                  </a:lnTo>
                  <a:lnTo>
                    <a:pt x="31895" y="118510"/>
                  </a:lnTo>
                  <a:lnTo>
                    <a:pt x="32949" y="118060"/>
                  </a:lnTo>
                  <a:lnTo>
                    <a:pt x="34092" y="117611"/>
                  </a:lnTo>
                  <a:lnTo>
                    <a:pt x="35146" y="116802"/>
                  </a:lnTo>
                  <a:lnTo>
                    <a:pt x="36113" y="116263"/>
                  </a:lnTo>
                  <a:lnTo>
                    <a:pt x="36728" y="115904"/>
                  </a:lnTo>
                  <a:lnTo>
                    <a:pt x="37255" y="115005"/>
                  </a:lnTo>
                  <a:lnTo>
                    <a:pt x="37343" y="114107"/>
                  </a:lnTo>
                  <a:lnTo>
                    <a:pt x="37343" y="113568"/>
                  </a:lnTo>
                  <a:lnTo>
                    <a:pt x="35849" y="113208"/>
                  </a:lnTo>
                  <a:lnTo>
                    <a:pt x="36113" y="112580"/>
                  </a:lnTo>
                  <a:lnTo>
                    <a:pt x="37518" y="112849"/>
                  </a:lnTo>
                  <a:lnTo>
                    <a:pt x="38836" y="112759"/>
                  </a:lnTo>
                  <a:lnTo>
                    <a:pt x="39891" y="112759"/>
                  </a:lnTo>
                  <a:lnTo>
                    <a:pt x="40594" y="112759"/>
                  </a:lnTo>
                  <a:lnTo>
                    <a:pt x="40770" y="112040"/>
                  </a:lnTo>
                  <a:lnTo>
                    <a:pt x="41121" y="111412"/>
                  </a:lnTo>
                  <a:lnTo>
                    <a:pt x="41385" y="111142"/>
                  </a:lnTo>
                  <a:lnTo>
                    <a:pt x="41385" y="110423"/>
                  </a:lnTo>
                  <a:lnTo>
                    <a:pt x="41560" y="109704"/>
                  </a:lnTo>
                  <a:lnTo>
                    <a:pt x="41736" y="109075"/>
                  </a:lnTo>
                  <a:lnTo>
                    <a:pt x="41560" y="108447"/>
                  </a:lnTo>
                  <a:lnTo>
                    <a:pt x="41824" y="107278"/>
                  </a:lnTo>
                  <a:lnTo>
                    <a:pt x="41560" y="106650"/>
                  </a:lnTo>
                  <a:lnTo>
                    <a:pt x="41385" y="105841"/>
                  </a:lnTo>
                  <a:lnTo>
                    <a:pt x="41560" y="104942"/>
                  </a:lnTo>
                  <a:lnTo>
                    <a:pt x="41736" y="104224"/>
                  </a:lnTo>
                  <a:lnTo>
                    <a:pt x="41648" y="103595"/>
                  </a:lnTo>
                  <a:lnTo>
                    <a:pt x="40418" y="103595"/>
                  </a:lnTo>
                  <a:lnTo>
                    <a:pt x="29347" y="103774"/>
                  </a:lnTo>
                  <a:lnTo>
                    <a:pt x="28820" y="103954"/>
                  </a:lnTo>
                  <a:lnTo>
                    <a:pt x="28380" y="103595"/>
                  </a:lnTo>
                  <a:lnTo>
                    <a:pt x="28292" y="103415"/>
                  </a:lnTo>
                  <a:lnTo>
                    <a:pt x="28380" y="103145"/>
                  </a:lnTo>
                  <a:lnTo>
                    <a:pt x="28908" y="103056"/>
                  </a:lnTo>
                  <a:lnTo>
                    <a:pt x="29874" y="103145"/>
                  </a:lnTo>
                  <a:lnTo>
                    <a:pt x="31807" y="103145"/>
                  </a:lnTo>
                  <a:lnTo>
                    <a:pt x="32774" y="103145"/>
                  </a:lnTo>
                  <a:lnTo>
                    <a:pt x="37079" y="103056"/>
                  </a:lnTo>
                  <a:lnTo>
                    <a:pt x="38221" y="103056"/>
                  </a:lnTo>
                  <a:lnTo>
                    <a:pt x="40418" y="102966"/>
                  </a:lnTo>
                  <a:lnTo>
                    <a:pt x="41472" y="102966"/>
                  </a:lnTo>
                  <a:lnTo>
                    <a:pt x="42703" y="102876"/>
                  </a:lnTo>
                  <a:lnTo>
                    <a:pt x="43493" y="102876"/>
                  </a:lnTo>
                  <a:lnTo>
                    <a:pt x="45602" y="102786"/>
                  </a:lnTo>
                  <a:lnTo>
                    <a:pt x="46569" y="102786"/>
                  </a:lnTo>
                  <a:lnTo>
                    <a:pt x="46920" y="102966"/>
                  </a:lnTo>
                  <a:lnTo>
                    <a:pt x="47272" y="103056"/>
                  </a:lnTo>
                  <a:lnTo>
                    <a:pt x="47975" y="103415"/>
                  </a:lnTo>
                  <a:lnTo>
                    <a:pt x="48941" y="103685"/>
                  </a:lnTo>
                  <a:lnTo>
                    <a:pt x="51489" y="104493"/>
                  </a:lnTo>
                  <a:lnTo>
                    <a:pt x="51665" y="104583"/>
                  </a:lnTo>
                  <a:lnTo>
                    <a:pt x="53071" y="105032"/>
                  </a:lnTo>
                  <a:lnTo>
                    <a:pt x="53862" y="105482"/>
                  </a:lnTo>
                  <a:lnTo>
                    <a:pt x="55355" y="106919"/>
                  </a:lnTo>
                  <a:lnTo>
                    <a:pt x="56146" y="106650"/>
                  </a:lnTo>
                  <a:lnTo>
                    <a:pt x="56849" y="106200"/>
                  </a:lnTo>
                  <a:lnTo>
                    <a:pt x="57288" y="105841"/>
                  </a:lnTo>
                  <a:lnTo>
                    <a:pt x="57728" y="105302"/>
                  </a:lnTo>
                  <a:lnTo>
                    <a:pt x="58343" y="104493"/>
                  </a:lnTo>
                  <a:lnTo>
                    <a:pt x="58431" y="104044"/>
                  </a:lnTo>
                  <a:lnTo>
                    <a:pt x="58606" y="103325"/>
                  </a:lnTo>
                  <a:lnTo>
                    <a:pt x="58870" y="102966"/>
                  </a:lnTo>
                  <a:lnTo>
                    <a:pt x="59046" y="102786"/>
                  </a:lnTo>
                  <a:lnTo>
                    <a:pt x="59661" y="102517"/>
                  </a:lnTo>
                  <a:lnTo>
                    <a:pt x="60012" y="101798"/>
                  </a:lnTo>
                  <a:lnTo>
                    <a:pt x="59134" y="100989"/>
                  </a:lnTo>
                  <a:lnTo>
                    <a:pt x="57991" y="100180"/>
                  </a:lnTo>
                  <a:lnTo>
                    <a:pt x="57816" y="100180"/>
                  </a:lnTo>
                  <a:lnTo>
                    <a:pt x="56761" y="99821"/>
                  </a:lnTo>
                  <a:lnTo>
                    <a:pt x="56849" y="99462"/>
                  </a:lnTo>
                  <a:lnTo>
                    <a:pt x="58255" y="99731"/>
                  </a:lnTo>
                  <a:lnTo>
                    <a:pt x="58431" y="99731"/>
                  </a:lnTo>
                  <a:lnTo>
                    <a:pt x="58694" y="99821"/>
                  </a:lnTo>
                  <a:lnTo>
                    <a:pt x="59221" y="100180"/>
                  </a:lnTo>
                  <a:lnTo>
                    <a:pt x="59924" y="100540"/>
                  </a:lnTo>
                  <a:lnTo>
                    <a:pt x="60012" y="100809"/>
                  </a:lnTo>
                  <a:lnTo>
                    <a:pt x="60188" y="101079"/>
                  </a:lnTo>
                  <a:lnTo>
                    <a:pt x="61067" y="101618"/>
                  </a:lnTo>
                  <a:lnTo>
                    <a:pt x="63351" y="103235"/>
                  </a:lnTo>
                  <a:lnTo>
                    <a:pt x="64054" y="103595"/>
                  </a:lnTo>
                  <a:lnTo>
                    <a:pt x="64318" y="103595"/>
                  </a:lnTo>
                  <a:lnTo>
                    <a:pt x="64669" y="103505"/>
                  </a:lnTo>
                  <a:lnTo>
                    <a:pt x="64933" y="103954"/>
                  </a:lnTo>
                  <a:lnTo>
                    <a:pt x="65636" y="105392"/>
                  </a:lnTo>
                  <a:lnTo>
                    <a:pt x="66514" y="107099"/>
                  </a:lnTo>
                  <a:lnTo>
                    <a:pt x="66690" y="107368"/>
                  </a:lnTo>
                  <a:lnTo>
                    <a:pt x="67129" y="107548"/>
                  </a:lnTo>
                  <a:lnTo>
                    <a:pt x="67481" y="107458"/>
                  </a:lnTo>
                  <a:lnTo>
                    <a:pt x="68623" y="106560"/>
                  </a:lnTo>
                  <a:lnTo>
                    <a:pt x="69765" y="105482"/>
                  </a:lnTo>
                  <a:lnTo>
                    <a:pt x="70468" y="104583"/>
                  </a:lnTo>
                  <a:lnTo>
                    <a:pt x="70732" y="104313"/>
                  </a:lnTo>
                  <a:lnTo>
                    <a:pt x="70908" y="104044"/>
                  </a:lnTo>
                  <a:lnTo>
                    <a:pt x="71259" y="104044"/>
                  </a:lnTo>
                  <a:lnTo>
                    <a:pt x="71523" y="104044"/>
                  </a:lnTo>
                  <a:lnTo>
                    <a:pt x="71786" y="104044"/>
                  </a:lnTo>
                  <a:lnTo>
                    <a:pt x="72138" y="103954"/>
                  </a:lnTo>
                  <a:lnTo>
                    <a:pt x="72753" y="103505"/>
                  </a:lnTo>
                  <a:lnTo>
                    <a:pt x="73192" y="102786"/>
                  </a:lnTo>
                  <a:lnTo>
                    <a:pt x="74159" y="102157"/>
                  </a:lnTo>
                  <a:lnTo>
                    <a:pt x="72929" y="100001"/>
                  </a:lnTo>
                  <a:lnTo>
                    <a:pt x="72401" y="99102"/>
                  </a:lnTo>
                  <a:lnTo>
                    <a:pt x="71874" y="98294"/>
                  </a:lnTo>
                  <a:lnTo>
                    <a:pt x="71699" y="98024"/>
                  </a:lnTo>
                  <a:lnTo>
                    <a:pt x="70468" y="98204"/>
                  </a:lnTo>
                  <a:lnTo>
                    <a:pt x="70293" y="97844"/>
                  </a:lnTo>
                  <a:lnTo>
                    <a:pt x="65724" y="95598"/>
                  </a:lnTo>
                  <a:lnTo>
                    <a:pt x="65460" y="94700"/>
                  </a:lnTo>
                  <a:lnTo>
                    <a:pt x="64406" y="93891"/>
                  </a:lnTo>
                  <a:lnTo>
                    <a:pt x="65460" y="92094"/>
                  </a:lnTo>
                  <a:lnTo>
                    <a:pt x="67305" y="93442"/>
                  </a:lnTo>
                  <a:lnTo>
                    <a:pt x="66954" y="94071"/>
                  </a:lnTo>
                  <a:lnTo>
                    <a:pt x="68272" y="94790"/>
                  </a:lnTo>
                  <a:lnTo>
                    <a:pt x="68447" y="94610"/>
                  </a:lnTo>
                  <a:lnTo>
                    <a:pt x="69238" y="95149"/>
                  </a:lnTo>
                  <a:lnTo>
                    <a:pt x="69150" y="95329"/>
                  </a:lnTo>
                  <a:lnTo>
                    <a:pt x="69590" y="95508"/>
                  </a:lnTo>
                  <a:lnTo>
                    <a:pt x="70117" y="95778"/>
                  </a:lnTo>
                  <a:lnTo>
                    <a:pt x="70820" y="96137"/>
                  </a:lnTo>
                  <a:lnTo>
                    <a:pt x="71523" y="96497"/>
                  </a:lnTo>
                  <a:lnTo>
                    <a:pt x="72138" y="97575"/>
                  </a:lnTo>
                  <a:lnTo>
                    <a:pt x="72665" y="98383"/>
                  </a:lnTo>
                  <a:lnTo>
                    <a:pt x="72841" y="98743"/>
                  </a:lnTo>
                  <a:lnTo>
                    <a:pt x="73544" y="99821"/>
                  </a:lnTo>
                  <a:lnTo>
                    <a:pt x="73632" y="100091"/>
                  </a:lnTo>
                  <a:lnTo>
                    <a:pt x="74247" y="101079"/>
                  </a:lnTo>
                  <a:lnTo>
                    <a:pt x="74686" y="101708"/>
                  </a:lnTo>
                  <a:lnTo>
                    <a:pt x="75477" y="103145"/>
                  </a:lnTo>
                  <a:lnTo>
                    <a:pt x="75916" y="103774"/>
                  </a:lnTo>
                  <a:lnTo>
                    <a:pt x="76180" y="104224"/>
                  </a:lnTo>
                  <a:lnTo>
                    <a:pt x="78288" y="103954"/>
                  </a:lnTo>
                  <a:lnTo>
                    <a:pt x="79431" y="104403"/>
                  </a:lnTo>
                  <a:lnTo>
                    <a:pt x="79958" y="105571"/>
                  </a:lnTo>
                  <a:lnTo>
                    <a:pt x="81452" y="105571"/>
                  </a:lnTo>
                  <a:lnTo>
                    <a:pt x="82682" y="104853"/>
                  </a:lnTo>
                  <a:lnTo>
                    <a:pt x="83912" y="104493"/>
                  </a:lnTo>
                  <a:lnTo>
                    <a:pt x="84791" y="103954"/>
                  </a:lnTo>
                  <a:lnTo>
                    <a:pt x="85406" y="103235"/>
                  </a:lnTo>
                  <a:lnTo>
                    <a:pt x="85845" y="102606"/>
                  </a:lnTo>
                  <a:lnTo>
                    <a:pt x="86724" y="102696"/>
                  </a:lnTo>
                  <a:lnTo>
                    <a:pt x="87514" y="102696"/>
                  </a:lnTo>
                  <a:lnTo>
                    <a:pt x="87427" y="100540"/>
                  </a:lnTo>
                  <a:lnTo>
                    <a:pt x="84000" y="94700"/>
                  </a:lnTo>
                  <a:lnTo>
                    <a:pt x="82155" y="94161"/>
                  </a:lnTo>
                  <a:lnTo>
                    <a:pt x="82506" y="93082"/>
                  </a:lnTo>
                  <a:lnTo>
                    <a:pt x="84878" y="94071"/>
                  </a:lnTo>
                  <a:lnTo>
                    <a:pt x="88130" y="100001"/>
                  </a:lnTo>
                  <a:lnTo>
                    <a:pt x="88657" y="101259"/>
                  </a:lnTo>
                  <a:lnTo>
                    <a:pt x="89096" y="103505"/>
                  </a:lnTo>
                  <a:lnTo>
                    <a:pt x="88745" y="103685"/>
                  </a:lnTo>
                  <a:lnTo>
                    <a:pt x="88745" y="104673"/>
                  </a:lnTo>
                  <a:lnTo>
                    <a:pt x="89096" y="106470"/>
                  </a:lnTo>
                  <a:lnTo>
                    <a:pt x="89360" y="107278"/>
                  </a:lnTo>
                  <a:lnTo>
                    <a:pt x="89799" y="107997"/>
                  </a:lnTo>
                  <a:lnTo>
                    <a:pt x="90326" y="108177"/>
                  </a:lnTo>
                  <a:lnTo>
                    <a:pt x="91029" y="108177"/>
                  </a:lnTo>
                  <a:lnTo>
                    <a:pt x="91468" y="108087"/>
                  </a:lnTo>
                  <a:lnTo>
                    <a:pt x="92084" y="107818"/>
                  </a:lnTo>
                  <a:lnTo>
                    <a:pt x="92611" y="107458"/>
                  </a:lnTo>
                  <a:lnTo>
                    <a:pt x="93314" y="107278"/>
                  </a:lnTo>
                  <a:lnTo>
                    <a:pt x="93929" y="108177"/>
                  </a:lnTo>
                  <a:lnTo>
                    <a:pt x="95071" y="107997"/>
                  </a:lnTo>
                  <a:lnTo>
                    <a:pt x="96038" y="107458"/>
                  </a:lnTo>
                  <a:lnTo>
                    <a:pt x="97092" y="107099"/>
                  </a:lnTo>
                  <a:lnTo>
                    <a:pt x="97971" y="106739"/>
                  </a:lnTo>
                  <a:lnTo>
                    <a:pt x="98498" y="106290"/>
                  </a:lnTo>
                  <a:lnTo>
                    <a:pt x="99464" y="105931"/>
                  </a:lnTo>
                  <a:lnTo>
                    <a:pt x="100079" y="105482"/>
                  </a:lnTo>
                  <a:lnTo>
                    <a:pt x="101046" y="104763"/>
                  </a:lnTo>
                  <a:lnTo>
                    <a:pt x="101837" y="104134"/>
                  </a:lnTo>
                  <a:lnTo>
                    <a:pt x="102452" y="103505"/>
                  </a:lnTo>
                  <a:lnTo>
                    <a:pt x="102803" y="102966"/>
                  </a:lnTo>
                  <a:lnTo>
                    <a:pt x="103330" y="102337"/>
                  </a:lnTo>
                  <a:lnTo>
                    <a:pt x="103945" y="101438"/>
                  </a:lnTo>
                  <a:lnTo>
                    <a:pt x="104824" y="100360"/>
                  </a:lnTo>
                  <a:lnTo>
                    <a:pt x="105791" y="99192"/>
                  </a:lnTo>
                  <a:lnTo>
                    <a:pt x="106318" y="98024"/>
                  </a:lnTo>
                  <a:lnTo>
                    <a:pt x="106669" y="97485"/>
                  </a:lnTo>
                  <a:lnTo>
                    <a:pt x="107109" y="96676"/>
                  </a:lnTo>
                  <a:lnTo>
                    <a:pt x="107197" y="95958"/>
                  </a:lnTo>
                  <a:lnTo>
                    <a:pt x="107460" y="95059"/>
                  </a:lnTo>
                  <a:lnTo>
                    <a:pt x="107812" y="94161"/>
                  </a:lnTo>
                  <a:lnTo>
                    <a:pt x="107987" y="93262"/>
                  </a:lnTo>
                  <a:lnTo>
                    <a:pt x="108075" y="92543"/>
                  </a:lnTo>
                  <a:lnTo>
                    <a:pt x="108602" y="91825"/>
                  </a:lnTo>
                  <a:lnTo>
                    <a:pt x="108778" y="90926"/>
                  </a:lnTo>
                  <a:lnTo>
                    <a:pt x="108866" y="90207"/>
                  </a:lnTo>
                  <a:lnTo>
                    <a:pt x="109042" y="89309"/>
                  </a:lnTo>
                  <a:lnTo>
                    <a:pt x="109130" y="88770"/>
                  </a:lnTo>
                  <a:lnTo>
                    <a:pt x="109657" y="88051"/>
                  </a:lnTo>
                  <a:lnTo>
                    <a:pt x="109745" y="87602"/>
                  </a:lnTo>
                  <a:lnTo>
                    <a:pt x="109745" y="87063"/>
                  </a:lnTo>
                  <a:lnTo>
                    <a:pt x="110096" y="86344"/>
                  </a:lnTo>
                  <a:lnTo>
                    <a:pt x="110096" y="85355"/>
                  </a:lnTo>
                  <a:lnTo>
                    <a:pt x="110096" y="84727"/>
                  </a:lnTo>
                  <a:lnTo>
                    <a:pt x="110535" y="84098"/>
                  </a:lnTo>
                  <a:lnTo>
                    <a:pt x="110623" y="83109"/>
                  </a:lnTo>
                  <a:lnTo>
                    <a:pt x="110535" y="82211"/>
                  </a:lnTo>
                  <a:lnTo>
                    <a:pt x="110623" y="81582"/>
                  </a:lnTo>
                  <a:lnTo>
                    <a:pt x="110887" y="80953"/>
                  </a:lnTo>
                  <a:lnTo>
                    <a:pt x="110887" y="80324"/>
                  </a:lnTo>
                  <a:lnTo>
                    <a:pt x="110799" y="79515"/>
                  </a:lnTo>
                  <a:lnTo>
                    <a:pt x="110887" y="79156"/>
                  </a:lnTo>
                  <a:lnTo>
                    <a:pt x="111151" y="78707"/>
                  </a:lnTo>
                  <a:lnTo>
                    <a:pt x="111063" y="78347"/>
                  </a:lnTo>
                  <a:lnTo>
                    <a:pt x="110975" y="78078"/>
                  </a:lnTo>
                  <a:lnTo>
                    <a:pt x="110975" y="77718"/>
                  </a:lnTo>
                  <a:lnTo>
                    <a:pt x="111151" y="77449"/>
                  </a:lnTo>
                  <a:lnTo>
                    <a:pt x="111238" y="77000"/>
                  </a:lnTo>
                  <a:lnTo>
                    <a:pt x="111414" y="76460"/>
                  </a:lnTo>
                  <a:lnTo>
                    <a:pt x="111414" y="76101"/>
                  </a:lnTo>
                  <a:lnTo>
                    <a:pt x="111151" y="75742"/>
                  </a:lnTo>
                  <a:lnTo>
                    <a:pt x="110799" y="75562"/>
                  </a:lnTo>
                  <a:lnTo>
                    <a:pt x="110623" y="75382"/>
                  </a:lnTo>
                  <a:lnTo>
                    <a:pt x="110535" y="75113"/>
                  </a:lnTo>
                  <a:lnTo>
                    <a:pt x="110535" y="74933"/>
                  </a:lnTo>
                  <a:lnTo>
                    <a:pt x="110711" y="74753"/>
                  </a:lnTo>
                  <a:lnTo>
                    <a:pt x="110887" y="74484"/>
                  </a:lnTo>
                  <a:lnTo>
                    <a:pt x="111063" y="74214"/>
                  </a:lnTo>
                  <a:lnTo>
                    <a:pt x="111063" y="73945"/>
                  </a:lnTo>
                  <a:lnTo>
                    <a:pt x="111063" y="73675"/>
                  </a:lnTo>
                  <a:lnTo>
                    <a:pt x="110975" y="73495"/>
                  </a:lnTo>
                  <a:lnTo>
                    <a:pt x="110799" y="73316"/>
                  </a:lnTo>
                  <a:lnTo>
                    <a:pt x="110623" y="73046"/>
                  </a:lnTo>
                  <a:lnTo>
                    <a:pt x="110711" y="72867"/>
                  </a:lnTo>
                  <a:lnTo>
                    <a:pt x="110887" y="72507"/>
                  </a:lnTo>
                  <a:lnTo>
                    <a:pt x="110975" y="72327"/>
                  </a:lnTo>
                  <a:lnTo>
                    <a:pt x="111151" y="71968"/>
                  </a:lnTo>
                  <a:lnTo>
                    <a:pt x="111238" y="71788"/>
                  </a:lnTo>
                  <a:lnTo>
                    <a:pt x="111238" y="71429"/>
                  </a:lnTo>
                  <a:lnTo>
                    <a:pt x="111151" y="71249"/>
                  </a:lnTo>
                  <a:lnTo>
                    <a:pt x="110975" y="71159"/>
                  </a:lnTo>
                  <a:lnTo>
                    <a:pt x="110799" y="70980"/>
                  </a:lnTo>
                  <a:lnTo>
                    <a:pt x="110623" y="70800"/>
                  </a:lnTo>
                  <a:lnTo>
                    <a:pt x="110799" y="70620"/>
                  </a:lnTo>
                  <a:lnTo>
                    <a:pt x="110975" y="70620"/>
                  </a:lnTo>
                  <a:lnTo>
                    <a:pt x="111151" y="70441"/>
                  </a:lnTo>
                  <a:lnTo>
                    <a:pt x="111238" y="70261"/>
                  </a:lnTo>
                  <a:lnTo>
                    <a:pt x="111151" y="69991"/>
                  </a:lnTo>
                  <a:lnTo>
                    <a:pt x="111063" y="69632"/>
                  </a:lnTo>
                  <a:lnTo>
                    <a:pt x="110975" y="69273"/>
                  </a:lnTo>
                  <a:lnTo>
                    <a:pt x="110887" y="69003"/>
                  </a:lnTo>
                  <a:lnTo>
                    <a:pt x="110887" y="68644"/>
                  </a:lnTo>
                  <a:lnTo>
                    <a:pt x="110887" y="68374"/>
                  </a:lnTo>
                  <a:lnTo>
                    <a:pt x="111063" y="68105"/>
                  </a:lnTo>
                  <a:lnTo>
                    <a:pt x="111063" y="67835"/>
                  </a:lnTo>
                  <a:lnTo>
                    <a:pt x="111063" y="67476"/>
                  </a:lnTo>
                  <a:lnTo>
                    <a:pt x="110799" y="67116"/>
                  </a:lnTo>
                  <a:lnTo>
                    <a:pt x="110623" y="66937"/>
                  </a:lnTo>
                  <a:lnTo>
                    <a:pt x="110448" y="66397"/>
                  </a:lnTo>
                  <a:lnTo>
                    <a:pt x="110535" y="66038"/>
                  </a:lnTo>
                  <a:lnTo>
                    <a:pt x="110711" y="65499"/>
                  </a:lnTo>
                  <a:lnTo>
                    <a:pt x="110887" y="65140"/>
                  </a:lnTo>
                  <a:lnTo>
                    <a:pt x="110711" y="64690"/>
                  </a:lnTo>
                  <a:lnTo>
                    <a:pt x="110623" y="64421"/>
                  </a:lnTo>
                  <a:lnTo>
                    <a:pt x="110448" y="64331"/>
                  </a:lnTo>
                  <a:lnTo>
                    <a:pt x="110272" y="64151"/>
                  </a:lnTo>
                  <a:lnTo>
                    <a:pt x="110184" y="63882"/>
                  </a:lnTo>
                  <a:lnTo>
                    <a:pt x="110008" y="63702"/>
                  </a:lnTo>
                  <a:lnTo>
                    <a:pt x="110008" y="63432"/>
                  </a:lnTo>
                  <a:lnTo>
                    <a:pt x="110096" y="63073"/>
                  </a:lnTo>
                  <a:lnTo>
                    <a:pt x="110184" y="62624"/>
                  </a:lnTo>
                  <a:lnTo>
                    <a:pt x="110008" y="62354"/>
                  </a:lnTo>
                  <a:lnTo>
                    <a:pt x="109833" y="62264"/>
                  </a:lnTo>
                  <a:lnTo>
                    <a:pt x="109657" y="61995"/>
                  </a:lnTo>
                  <a:lnTo>
                    <a:pt x="109481" y="61725"/>
                  </a:lnTo>
                  <a:lnTo>
                    <a:pt x="109481" y="61546"/>
                  </a:lnTo>
                  <a:lnTo>
                    <a:pt x="109481" y="61276"/>
                  </a:lnTo>
                  <a:lnTo>
                    <a:pt x="109569" y="60827"/>
                  </a:lnTo>
                  <a:lnTo>
                    <a:pt x="109393" y="60647"/>
                  </a:lnTo>
                  <a:lnTo>
                    <a:pt x="109217" y="60467"/>
                  </a:lnTo>
                  <a:lnTo>
                    <a:pt x="109042" y="60378"/>
                  </a:lnTo>
                  <a:lnTo>
                    <a:pt x="109042" y="60198"/>
                  </a:lnTo>
                  <a:lnTo>
                    <a:pt x="109042" y="59839"/>
                  </a:lnTo>
                  <a:lnTo>
                    <a:pt x="108954" y="59479"/>
                  </a:lnTo>
                  <a:lnTo>
                    <a:pt x="108778" y="59299"/>
                  </a:lnTo>
                  <a:lnTo>
                    <a:pt x="108690" y="59030"/>
                  </a:lnTo>
                  <a:lnTo>
                    <a:pt x="108515" y="58760"/>
                  </a:lnTo>
                  <a:lnTo>
                    <a:pt x="108515" y="58491"/>
                  </a:lnTo>
                  <a:lnTo>
                    <a:pt x="108602" y="58311"/>
                  </a:lnTo>
                  <a:lnTo>
                    <a:pt x="108690" y="58042"/>
                  </a:lnTo>
                  <a:lnTo>
                    <a:pt x="108690" y="57682"/>
                  </a:lnTo>
                  <a:lnTo>
                    <a:pt x="108602" y="57323"/>
                  </a:lnTo>
                  <a:lnTo>
                    <a:pt x="108602" y="57143"/>
                  </a:lnTo>
                  <a:lnTo>
                    <a:pt x="108778" y="56874"/>
                  </a:lnTo>
                  <a:lnTo>
                    <a:pt x="108778" y="56604"/>
                  </a:lnTo>
                  <a:lnTo>
                    <a:pt x="108778" y="56334"/>
                  </a:lnTo>
                  <a:lnTo>
                    <a:pt x="108602" y="55975"/>
                  </a:lnTo>
                  <a:lnTo>
                    <a:pt x="108602" y="55795"/>
                  </a:lnTo>
                  <a:lnTo>
                    <a:pt x="108690" y="55526"/>
                  </a:lnTo>
                  <a:lnTo>
                    <a:pt x="108602" y="55077"/>
                  </a:lnTo>
                  <a:lnTo>
                    <a:pt x="108690" y="54448"/>
                  </a:lnTo>
                  <a:lnTo>
                    <a:pt x="108690" y="53998"/>
                  </a:lnTo>
                  <a:lnTo>
                    <a:pt x="108954" y="53729"/>
                  </a:lnTo>
                  <a:lnTo>
                    <a:pt x="109042" y="53549"/>
                  </a:lnTo>
                  <a:lnTo>
                    <a:pt x="109042" y="53190"/>
                  </a:lnTo>
                  <a:lnTo>
                    <a:pt x="108866" y="52920"/>
                  </a:lnTo>
                  <a:lnTo>
                    <a:pt x="108690" y="52741"/>
                  </a:lnTo>
                  <a:lnTo>
                    <a:pt x="108602" y="52471"/>
                  </a:lnTo>
                  <a:lnTo>
                    <a:pt x="108690" y="52112"/>
                  </a:lnTo>
                  <a:lnTo>
                    <a:pt x="108778" y="51662"/>
                  </a:lnTo>
                  <a:lnTo>
                    <a:pt x="108690" y="51303"/>
                  </a:lnTo>
                  <a:lnTo>
                    <a:pt x="108515" y="51033"/>
                  </a:lnTo>
                  <a:lnTo>
                    <a:pt x="108515" y="50674"/>
                  </a:lnTo>
                  <a:lnTo>
                    <a:pt x="108602" y="50404"/>
                  </a:lnTo>
                  <a:lnTo>
                    <a:pt x="108602" y="49865"/>
                  </a:lnTo>
                  <a:lnTo>
                    <a:pt x="108339" y="49416"/>
                  </a:lnTo>
                  <a:lnTo>
                    <a:pt x="107987" y="49057"/>
                  </a:lnTo>
                  <a:lnTo>
                    <a:pt x="107636" y="48787"/>
                  </a:lnTo>
                  <a:lnTo>
                    <a:pt x="106845" y="48428"/>
                  </a:lnTo>
                  <a:lnTo>
                    <a:pt x="106581" y="47979"/>
                  </a:lnTo>
                  <a:lnTo>
                    <a:pt x="106581" y="47439"/>
                  </a:lnTo>
                  <a:lnTo>
                    <a:pt x="106845" y="47170"/>
                  </a:lnTo>
                  <a:lnTo>
                    <a:pt x="107284" y="46990"/>
                  </a:lnTo>
                  <a:lnTo>
                    <a:pt x="108075" y="46990"/>
                  </a:lnTo>
                  <a:lnTo>
                    <a:pt x="108866" y="47080"/>
                  </a:lnTo>
                  <a:lnTo>
                    <a:pt x="109657" y="47080"/>
                  </a:lnTo>
                  <a:lnTo>
                    <a:pt x="110448" y="47170"/>
                  </a:lnTo>
                  <a:lnTo>
                    <a:pt x="111414" y="47170"/>
                  </a:lnTo>
                  <a:lnTo>
                    <a:pt x="112029" y="47170"/>
                  </a:lnTo>
                  <a:lnTo>
                    <a:pt x="112556" y="47080"/>
                  </a:lnTo>
                  <a:lnTo>
                    <a:pt x="113259" y="46721"/>
                  </a:lnTo>
                  <a:lnTo>
                    <a:pt x="113962" y="46451"/>
                  </a:lnTo>
                  <a:lnTo>
                    <a:pt x="114929" y="46002"/>
                  </a:lnTo>
                  <a:lnTo>
                    <a:pt x="115632" y="45642"/>
                  </a:lnTo>
                  <a:lnTo>
                    <a:pt x="115807" y="45193"/>
                  </a:lnTo>
                  <a:lnTo>
                    <a:pt x="115983" y="44924"/>
                  </a:lnTo>
                  <a:lnTo>
                    <a:pt x="116335" y="44564"/>
                  </a:lnTo>
                  <a:lnTo>
                    <a:pt x="116686" y="44295"/>
                  </a:lnTo>
                  <a:lnTo>
                    <a:pt x="116774" y="43935"/>
                  </a:lnTo>
                  <a:lnTo>
                    <a:pt x="116423" y="43576"/>
                  </a:lnTo>
                  <a:lnTo>
                    <a:pt x="116510" y="43127"/>
                  </a:lnTo>
                  <a:lnTo>
                    <a:pt x="116598" y="42857"/>
                  </a:lnTo>
                  <a:lnTo>
                    <a:pt x="116950" y="42677"/>
                  </a:lnTo>
                  <a:lnTo>
                    <a:pt x="117213" y="42588"/>
                  </a:lnTo>
                  <a:lnTo>
                    <a:pt x="117389" y="42138"/>
                  </a:lnTo>
                  <a:lnTo>
                    <a:pt x="117125" y="41959"/>
                  </a:lnTo>
                  <a:lnTo>
                    <a:pt x="116686" y="41599"/>
                  </a:lnTo>
                  <a:lnTo>
                    <a:pt x="116598" y="41420"/>
                  </a:lnTo>
                  <a:lnTo>
                    <a:pt x="116686" y="40970"/>
                  </a:lnTo>
                  <a:lnTo>
                    <a:pt x="117213" y="40701"/>
                  </a:lnTo>
                  <a:lnTo>
                    <a:pt x="117389" y="40341"/>
                  </a:lnTo>
                  <a:lnTo>
                    <a:pt x="117125" y="39982"/>
                  </a:lnTo>
                  <a:lnTo>
                    <a:pt x="116598" y="39533"/>
                  </a:lnTo>
                  <a:lnTo>
                    <a:pt x="116510" y="39173"/>
                  </a:lnTo>
                  <a:lnTo>
                    <a:pt x="116686" y="38994"/>
                  </a:lnTo>
                  <a:lnTo>
                    <a:pt x="116862" y="38724"/>
                  </a:lnTo>
                  <a:lnTo>
                    <a:pt x="117038" y="38185"/>
                  </a:lnTo>
                  <a:lnTo>
                    <a:pt x="116862" y="37916"/>
                  </a:lnTo>
                  <a:lnTo>
                    <a:pt x="116598" y="37466"/>
                  </a:lnTo>
                  <a:lnTo>
                    <a:pt x="116598" y="37107"/>
                  </a:lnTo>
                  <a:lnTo>
                    <a:pt x="116686" y="36747"/>
                  </a:lnTo>
                  <a:lnTo>
                    <a:pt x="116862" y="36388"/>
                  </a:lnTo>
                  <a:lnTo>
                    <a:pt x="116862" y="36119"/>
                  </a:lnTo>
                  <a:lnTo>
                    <a:pt x="116598" y="35759"/>
                  </a:lnTo>
                  <a:lnTo>
                    <a:pt x="116423" y="35579"/>
                  </a:lnTo>
                  <a:lnTo>
                    <a:pt x="116423" y="35130"/>
                  </a:lnTo>
                  <a:lnTo>
                    <a:pt x="116510" y="34771"/>
                  </a:lnTo>
                  <a:lnTo>
                    <a:pt x="116423" y="34232"/>
                  </a:lnTo>
                  <a:lnTo>
                    <a:pt x="116159" y="33872"/>
                  </a:lnTo>
                  <a:lnTo>
                    <a:pt x="116071" y="33513"/>
                  </a:lnTo>
                  <a:lnTo>
                    <a:pt x="116159" y="33064"/>
                  </a:lnTo>
                  <a:lnTo>
                    <a:pt x="116159" y="32704"/>
                  </a:lnTo>
                  <a:lnTo>
                    <a:pt x="116071" y="32345"/>
                  </a:lnTo>
                  <a:lnTo>
                    <a:pt x="118883" y="31267"/>
                  </a:lnTo>
                  <a:lnTo>
                    <a:pt x="123979" y="29380"/>
                  </a:lnTo>
                  <a:lnTo>
                    <a:pt x="123803" y="27673"/>
                  </a:lnTo>
                  <a:lnTo>
                    <a:pt x="123803" y="27313"/>
                  </a:lnTo>
                  <a:lnTo>
                    <a:pt x="129427" y="26325"/>
                  </a:lnTo>
                  <a:lnTo>
                    <a:pt x="129515" y="27134"/>
                  </a:lnTo>
                  <a:lnTo>
                    <a:pt x="129515" y="27403"/>
                  </a:lnTo>
                  <a:lnTo>
                    <a:pt x="134962" y="27044"/>
                  </a:lnTo>
                  <a:lnTo>
                    <a:pt x="139092" y="25427"/>
                  </a:lnTo>
                  <a:lnTo>
                    <a:pt x="146121" y="22462"/>
                  </a:lnTo>
                  <a:lnTo>
                    <a:pt x="148406" y="21473"/>
                  </a:lnTo>
                  <a:lnTo>
                    <a:pt x="148582" y="21383"/>
                  </a:lnTo>
                  <a:lnTo>
                    <a:pt x="149197" y="21204"/>
                  </a:lnTo>
                  <a:lnTo>
                    <a:pt x="157105" y="17520"/>
                  </a:lnTo>
                  <a:lnTo>
                    <a:pt x="164661" y="14016"/>
                  </a:lnTo>
                  <a:lnTo>
                    <a:pt x="167297" y="12848"/>
                  </a:lnTo>
                  <a:lnTo>
                    <a:pt x="171251" y="10961"/>
                  </a:lnTo>
                  <a:lnTo>
                    <a:pt x="173272" y="10063"/>
                  </a:lnTo>
                  <a:lnTo>
                    <a:pt x="178544" y="7637"/>
                  </a:lnTo>
                  <a:lnTo>
                    <a:pt x="178983" y="7457"/>
                  </a:lnTo>
                  <a:lnTo>
                    <a:pt x="178720" y="5929"/>
                  </a:lnTo>
                  <a:lnTo>
                    <a:pt x="178017" y="2425"/>
                  </a:lnTo>
                  <a:lnTo>
                    <a:pt x="177929" y="1527"/>
                  </a:lnTo>
                  <a:lnTo>
                    <a:pt x="178896" y="808"/>
                  </a:lnTo>
                  <a:lnTo>
                    <a:pt x="180126" y="89"/>
                  </a:lnTo>
                  <a:lnTo>
                    <a:pt x="1803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317915" y="3268269"/>
              <a:ext cx="1159555" cy="1153573"/>
            </a:xfrm>
            <a:custGeom>
              <a:avLst/>
              <a:pathLst>
                <a:path w="1159555" h="1153573">
                  <a:moveTo>
                    <a:pt x="1159485" y="1066869"/>
                  </a:moveTo>
                  <a:lnTo>
                    <a:pt x="1157640" y="1067139"/>
                  </a:lnTo>
                  <a:lnTo>
                    <a:pt x="1156498" y="1066869"/>
                  </a:lnTo>
                  <a:lnTo>
                    <a:pt x="1155180" y="1066510"/>
                  </a:lnTo>
                  <a:lnTo>
                    <a:pt x="1154125" y="1065881"/>
                  </a:lnTo>
                  <a:lnTo>
                    <a:pt x="1153071" y="1065881"/>
                  </a:lnTo>
                  <a:lnTo>
                    <a:pt x="1151753" y="1066240"/>
                  </a:lnTo>
                  <a:lnTo>
                    <a:pt x="1151138" y="1066151"/>
                  </a:lnTo>
                  <a:lnTo>
                    <a:pt x="1149732" y="1065252"/>
                  </a:lnTo>
                  <a:lnTo>
                    <a:pt x="1149205" y="1064264"/>
                  </a:lnTo>
                  <a:lnTo>
                    <a:pt x="1148326" y="1063096"/>
                  </a:lnTo>
                  <a:lnTo>
                    <a:pt x="1147359" y="1062377"/>
                  </a:lnTo>
                  <a:lnTo>
                    <a:pt x="1147184" y="1062377"/>
                  </a:lnTo>
                  <a:lnTo>
                    <a:pt x="1145514" y="1062646"/>
                  </a:lnTo>
                  <a:lnTo>
                    <a:pt x="1144196" y="1063365"/>
                  </a:lnTo>
                  <a:lnTo>
                    <a:pt x="1143230" y="1064084"/>
                  </a:lnTo>
                  <a:lnTo>
                    <a:pt x="1141648" y="1064533"/>
                  </a:lnTo>
                  <a:lnTo>
                    <a:pt x="1139891" y="1064803"/>
                  </a:lnTo>
                  <a:lnTo>
                    <a:pt x="1137167" y="1064982"/>
                  </a:lnTo>
                  <a:lnTo>
                    <a:pt x="1135322" y="1064982"/>
                  </a:lnTo>
                  <a:lnTo>
                    <a:pt x="1134180" y="1064982"/>
                  </a:lnTo>
                  <a:lnTo>
                    <a:pt x="1132422" y="1064803"/>
                  </a:lnTo>
                  <a:lnTo>
                    <a:pt x="1131016" y="1064893"/>
                  </a:lnTo>
                  <a:lnTo>
                    <a:pt x="1129874" y="1065342"/>
                  </a:lnTo>
                  <a:lnTo>
                    <a:pt x="1128732" y="1066151"/>
                  </a:lnTo>
                  <a:lnTo>
                    <a:pt x="1126184" y="1067498"/>
                  </a:lnTo>
                  <a:lnTo>
                    <a:pt x="1123196" y="1067498"/>
                  </a:lnTo>
                  <a:lnTo>
                    <a:pt x="1121527" y="1066869"/>
                  </a:lnTo>
                  <a:lnTo>
                    <a:pt x="1119506" y="1066600"/>
                  </a:lnTo>
                  <a:lnTo>
                    <a:pt x="1117661" y="1066151"/>
                  </a:lnTo>
                  <a:lnTo>
                    <a:pt x="1115113" y="1065611"/>
                  </a:lnTo>
                  <a:lnTo>
                    <a:pt x="1113443" y="1064893"/>
                  </a:lnTo>
                  <a:lnTo>
                    <a:pt x="1112213" y="1064354"/>
                  </a:lnTo>
                  <a:lnTo>
                    <a:pt x="1111334" y="1063814"/>
                  </a:lnTo>
                  <a:lnTo>
                    <a:pt x="1110016" y="1063186"/>
                  </a:lnTo>
                  <a:lnTo>
                    <a:pt x="1108962" y="1063186"/>
                  </a:lnTo>
                  <a:lnTo>
                    <a:pt x="1107117" y="1063186"/>
                  </a:lnTo>
                  <a:lnTo>
                    <a:pt x="1105359" y="1063006"/>
                  </a:lnTo>
                  <a:lnTo>
                    <a:pt x="1103778" y="1062826"/>
                  </a:lnTo>
                  <a:lnTo>
                    <a:pt x="1102108" y="1062017"/>
                  </a:lnTo>
                  <a:lnTo>
                    <a:pt x="1100439" y="1060939"/>
                  </a:lnTo>
                  <a:lnTo>
                    <a:pt x="1098594" y="1059502"/>
                  </a:lnTo>
                  <a:lnTo>
                    <a:pt x="1096924" y="1058693"/>
                  </a:lnTo>
                  <a:lnTo>
                    <a:pt x="1094815" y="1057705"/>
                  </a:lnTo>
                  <a:lnTo>
                    <a:pt x="1094288" y="1057525"/>
                  </a:lnTo>
                  <a:lnTo>
                    <a:pt x="1093497" y="1057256"/>
                  </a:lnTo>
                  <a:lnTo>
                    <a:pt x="1092267" y="1057345"/>
                  </a:lnTo>
                  <a:lnTo>
                    <a:pt x="1091740" y="1057435"/>
                  </a:lnTo>
                  <a:lnTo>
                    <a:pt x="1090158" y="1057974"/>
                  </a:lnTo>
                  <a:lnTo>
                    <a:pt x="1089016" y="1058873"/>
                  </a:lnTo>
                  <a:lnTo>
                    <a:pt x="1087874" y="1060310"/>
                  </a:lnTo>
                  <a:lnTo>
                    <a:pt x="1086995" y="1061478"/>
                  </a:lnTo>
                  <a:lnTo>
                    <a:pt x="1086029" y="1062826"/>
                  </a:lnTo>
                  <a:lnTo>
                    <a:pt x="1085414" y="1063814"/>
                  </a:lnTo>
                  <a:lnTo>
                    <a:pt x="1084271" y="1064893"/>
                  </a:lnTo>
                  <a:lnTo>
                    <a:pt x="1083481" y="1064803"/>
                  </a:lnTo>
                  <a:lnTo>
                    <a:pt x="1082338" y="1064354"/>
                  </a:lnTo>
                  <a:lnTo>
                    <a:pt x="1080317" y="1063096"/>
                  </a:lnTo>
                  <a:lnTo>
                    <a:pt x="1079702" y="1062557"/>
                  </a:lnTo>
                  <a:lnTo>
                    <a:pt x="1078648" y="1061748"/>
                  </a:lnTo>
                  <a:lnTo>
                    <a:pt x="1077681" y="1061029"/>
                  </a:lnTo>
                  <a:lnTo>
                    <a:pt x="1076803" y="1060490"/>
                  </a:lnTo>
                  <a:lnTo>
                    <a:pt x="1075221" y="1060400"/>
                  </a:lnTo>
                  <a:lnTo>
                    <a:pt x="1073991" y="1060849"/>
                  </a:lnTo>
                  <a:lnTo>
                    <a:pt x="1072937" y="1061389"/>
                  </a:lnTo>
                  <a:lnTo>
                    <a:pt x="1071619" y="1062107"/>
                  </a:lnTo>
                  <a:lnTo>
                    <a:pt x="1070213" y="1062467"/>
                  </a:lnTo>
                  <a:lnTo>
                    <a:pt x="1068368" y="1061838"/>
                  </a:lnTo>
                  <a:lnTo>
                    <a:pt x="1067577" y="1060939"/>
                  </a:lnTo>
                  <a:lnTo>
                    <a:pt x="1066874" y="1060490"/>
                  </a:lnTo>
                  <a:lnTo>
                    <a:pt x="1065644" y="1059681"/>
                  </a:lnTo>
                  <a:lnTo>
                    <a:pt x="1065116" y="1058963"/>
                  </a:lnTo>
                  <a:lnTo>
                    <a:pt x="1064326" y="1057884"/>
                  </a:lnTo>
                  <a:lnTo>
                    <a:pt x="1063447" y="1057166"/>
                  </a:lnTo>
                  <a:lnTo>
                    <a:pt x="1062041" y="1055998"/>
                  </a:lnTo>
                  <a:lnTo>
                    <a:pt x="1060723" y="1055189"/>
                  </a:lnTo>
                  <a:lnTo>
                    <a:pt x="1059142" y="1054470"/>
                  </a:lnTo>
                  <a:lnTo>
                    <a:pt x="1057296" y="1054201"/>
                  </a:lnTo>
                  <a:lnTo>
                    <a:pt x="1056242" y="1053931"/>
                  </a:lnTo>
                  <a:lnTo>
                    <a:pt x="1053870" y="1053751"/>
                  </a:lnTo>
                  <a:lnTo>
                    <a:pt x="1051937" y="1053482"/>
                  </a:lnTo>
                  <a:lnTo>
                    <a:pt x="1050355" y="1053212"/>
                  </a:lnTo>
                  <a:lnTo>
                    <a:pt x="1048510" y="1053392"/>
                  </a:lnTo>
                  <a:lnTo>
                    <a:pt x="1047455" y="1053751"/>
                  </a:lnTo>
                  <a:lnTo>
                    <a:pt x="1046313" y="1054201"/>
                  </a:lnTo>
                  <a:lnTo>
                    <a:pt x="1045347" y="1054291"/>
                  </a:lnTo>
                  <a:lnTo>
                    <a:pt x="1044116" y="1054380"/>
                  </a:lnTo>
                  <a:lnTo>
                    <a:pt x="1042271" y="1054291"/>
                  </a:lnTo>
                  <a:lnTo>
                    <a:pt x="1040690" y="1054291"/>
                  </a:lnTo>
                  <a:lnTo>
                    <a:pt x="1039372" y="1054291"/>
                  </a:lnTo>
                  <a:lnTo>
                    <a:pt x="1038054" y="1054740"/>
                  </a:lnTo>
                  <a:lnTo>
                    <a:pt x="1036824" y="1055189"/>
                  </a:lnTo>
                  <a:lnTo>
                    <a:pt x="1034803" y="1055908"/>
                  </a:lnTo>
                  <a:lnTo>
                    <a:pt x="1033045" y="1056806"/>
                  </a:lnTo>
                  <a:lnTo>
                    <a:pt x="1029531" y="1057705"/>
                  </a:lnTo>
                  <a:lnTo>
                    <a:pt x="1028388" y="1058244"/>
                  </a:lnTo>
                  <a:lnTo>
                    <a:pt x="1027510" y="1058693"/>
                  </a:lnTo>
                  <a:lnTo>
                    <a:pt x="1026719" y="1059592"/>
                  </a:lnTo>
                  <a:lnTo>
                    <a:pt x="1025840" y="1060849"/>
                  </a:lnTo>
                  <a:lnTo>
                    <a:pt x="1024259" y="1061389"/>
                  </a:lnTo>
                  <a:lnTo>
                    <a:pt x="1023116" y="1061568"/>
                  </a:lnTo>
                  <a:lnTo>
                    <a:pt x="1021974" y="1062017"/>
                  </a:lnTo>
                  <a:lnTo>
                    <a:pt x="1021095" y="1062557"/>
                  </a:lnTo>
                  <a:lnTo>
                    <a:pt x="1020305" y="1063275"/>
                  </a:lnTo>
                  <a:lnTo>
                    <a:pt x="1018899" y="1063725"/>
                  </a:lnTo>
                  <a:lnTo>
                    <a:pt x="1017844" y="1064174"/>
                  </a:lnTo>
                  <a:lnTo>
                    <a:pt x="1016702" y="1064713"/>
                  </a:lnTo>
                  <a:lnTo>
                    <a:pt x="1015033" y="1064713"/>
                  </a:lnTo>
                  <a:lnTo>
                    <a:pt x="1013715" y="1065072"/>
                  </a:lnTo>
                  <a:lnTo>
                    <a:pt x="1011957" y="1065701"/>
                  </a:lnTo>
                  <a:lnTo>
                    <a:pt x="1009761" y="1065881"/>
                  </a:lnTo>
                  <a:lnTo>
                    <a:pt x="1007564" y="1065701"/>
                  </a:lnTo>
                  <a:lnTo>
                    <a:pt x="1004137" y="1065522"/>
                  </a:lnTo>
                  <a:lnTo>
                    <a:pt x="1001501" y="1065432"/>
                  </a:lnTo>
                  <a:lnTo>
                    <a:pt x="1000095" y="1066151"/>
                  </a:lnTo>
                  <a:lnTo>
                    <a:pt x="997723" y="1067319"/>
                  </a:lnTo>
                  <a:lnTo>
                    <a:pt x="995175" y="1068756"/>
                  </a:lnTo>
                  <a:lnTo>
                    <a:pt x="993681" y="1069744"/>
                  </a:lnTo>
                  <a:lnTo>
                    <a:pt x="989991" y="1071901"/>
                  </a:lnTo>
                  <a:lnTo>
                    <a:pt x="988145" y="1073159"/>
                  </a:lnTo>
                  <a:lnTo>
                    <a:pt x="987706" y="1074237"/>
                  </a:lnTo>
                  <a:lnTo>
                    <a:pt x="985861" y="1075674"/>
                  </a:lnTo>
                  <a:lnTo>
                    <a:pt x="984279" y="1076483"/>
                  </a:lnTo>
                  <a:lnTo>
                    <a:pt x="982434" y="1077292"/>
                  </a:lnTo>
                  <a:lnTo>
                    <a:pt x="979095" y="1077651"/>
                  </a:lnTo>
                  <a:lnTo>
                    <a:pt x="976371" y="1077741"/>
                  </a:lnTo>
                  <a:lnTo>
                    <a:pt x="974438" y="1078370"/>
                  </a:lnTo>
                  <a:lnTo>
                    <a:pt x="972593" y="1079538"/>
                  </a:lnTo>
                  <a:lnTo>
                    <a:pt x="971539" y="1080616"/>
                  </a:lnTo>
                  <a:lnTo>
                    <a:pt x="970836" y="1081155"/>
                  </a:lnTo>
                  <a:lnTo>
                    <a:pt x="969869" y="1081515"/>
                  </a:lnTo>
                  <a:lnTo>
                    <a:pt x="968200" y="1081604"/>
                  </a:lnTo>
                  <a:lnTo>
                    <a:pt x="966530" y="1081515"/>
                  </a:lnTo>
                  <a:lnTo>
                    <a:pt x="963016" y="1081964"/>
                  </a:lnTo>
                  <a:lnTo>
                    <a:pt x="958095" y="1081694"/>
                  </a:lnTo>
                  <a:lnTo>
                    <a:pt x="955283" y="1081694"/>
                  </a:lnTo>
                  <a:lnTo>
                    <a:pt x="953175" y="1081874"/>
                  </a:lnTo>
                  <a:lnTo>
                    <a:pt x="949924" y="1082503"/>
                  </a:lnTo>
                  <a:lnTo>
                    <a:pt x="947639" y="1083491"/>
                  </a:lnTo>
                  <a:lnTo>
                    <a:pt x="946057" y="1084390"/>
                  </a:lnTo>
                  <a:lnTo>
                    <a:pt x="944827" y="1085737"/>
                  </a:lnTo>
                  <a:lnTo>
                    <a:pt x="944037" y="1086905"/>
                  </a:lnTo>
                  <a:lnTo>
                    <a:pt x="942982" y="1087265"/>
                  </a:lnTo>
                  <a:lnTo>
                    <a:pt x="941928" y="1087894"/>
                  </a:lnTo>
                  <a:lnTo>
                    <a:pt x="940083" y="1087984"/>
                  </a:lnTo>
                  <a:lnTo>
                    <a:pt x="939116" y="1087984"/>
                  </a:lnTo>
                  <a:lnTo>
                    <a:pt x="938589" y="1087984"/>
                  </a:lnTo>
                  <a:lnTo>
                    <a:pt x="937886" y="1087984"/>
                  </a:lnTo>
                  <a:lnTo>
                    <a:pt x="937359" y="1088163"/>
                  </a:lnTo>
                  <a:lnTo>
                    <a:pt x="936216" y="1088792"/>
                  </a:lnTo>
                  <a:lnTo>
                    <a:pt x="934635" y="1088882"/>
                  </a:lnTo>
                  <a:lnTo>
                    <a:pt x="933493" y="1089062"/>
                  </a:lnTo>
                  <a:lnTo>
                    <a:pt x="931560" y="1088972"/>
                  </a:lnTo>
                  <a:lnTo>
                    <a:pt x="930329" y="1088972"/>
                  </a:lnTo>
                  <a:lnTo>
                    <a:pt x="929539" y="1088972"/>
                  </a:lnTo>
                  <a:lnTo>
                    <a:pt x="927693" y="1089781"/>
                  </a:lnTo>
                  <a:lnTo>
                    <a:pt x="925848" y="1090499"/>
                  </a:lnTo>
                  <a:lnTo>
                    <a:pt x="924618" y="1090859"/>
                  </a:lnTo>
                  <a:lnTo>
                    <a:pt x="922861" y="1091128"/>
                  </a:lnTo>
                  <a:lnTo>
                    <a:pt x="921631" y="1090949"/>
                  </a:lnTo>
                  <a:lnTo>
                    <a:pt x="920400" y="1090769"/>
                  </a:lnTo>
                  <a:lnTo>
                    <a:pt x="918380" y="1091308"/>
                  </a:lnTo>
                  <a:lnTo>
                    <a:pt x="916974" y="1092207"/>
                  </a:lnTo>
                  <a:lnTo>
                    <a:pt x="916534" y="1092835"/>
                  </a:lnTo>
                  <a:lnTo>
                    <a:pt x="916183" y="1093824"/>
                  </a:lnTo>
                  <a:lnTo>
                    <a:pt x="915831" y="1095082"/>
                  </a:lnTo>
                  <a:lnTo>
                    <a:pt x="914689" y="1096070"/>
                  </a:lnTo>
                  <a:lnTo>
                    <a:pt x="914074" y="1096879"/>
                  </a:lnTo>
                  <a:lnTo>
                    <a:pt x="913195" y="1097508"/>
                  </a:lnTo>
                  <a:lnTo>
                    <a:pt x="911350" y="1098586"/>
                  </a:lnTo>
                  <a:lnTo>
                    <a:pt x="909681" y="1099484"/>
                  </a:lnTo>
                  <a:lnTo>
                    <a:pt x="908626" y="1099844"/>
                  </a:lnTo>
                  <a:lnTo>
                    <a:pt x="906693" y="1100562"/>
                  </a:lnTo>
                  <a:lnTo>
                    <a:pt x="905727" y="1100742"/>
                  </a:lnTo>
                  <a:lnTo>
                    <a:pt x="903969" y="1100832"/>
                  </a:lnTo>
                  <a:lnTo>
                    <a:pt x="903091" y="1100832"/>
                  </a:lnTo>
                  <a:lnTo>
                    <a:pt x="901685" y="1101820"/>
                  </a:lnTo>
                  <a:lnTo>
                    <a:pt x="900982" y="1102180"/>
                  </a:lnTo>
                  <a:lnTo>
                    <a:pt x="900103" y="1102539"/>
                  </a:lnTo>
                  <a:lnTo>
                    <a:pt x="898434" y="1102719"/>
                  </a:lnTo>
                  <a:lnTo>
                    <a:pt x="897379" y="1102719"/>
                  </a:lnTo>
                  <a:lnTo>
                    <a:pt x="895446" y="1102539"/>
                  </a:lnTo>
                  <a:lnTo>
                    <a:pt x="893601" y="1103078"/>
                  </a:lnTo>
                  <a:lnTo>
                    <a:pt x="891932" y="1103707"/>
                  </a:lnTo>
                  <a:lnTo>
                    <a:pt x="890262" y="1104426"/>
                  </a:lnTo>
                  <a:lnTo>
                    <a:pt x="887626" y="1105774"/>
                  </a:lnTo>
                  <a:lnTo>
                    <a:pt x="884639" y="1107750"/>
                  </a:lnTo>
                  <a:lnTo>
                    <a:pt x="883233" y="1108829"/>
                  </a:lnTo>
                  <a:lnTo>
                    <a:pt x="881476" y="1110086"/>
                  </a:lnTo>
                  <a:lnTo>
                    <a:pt x="880597" y="1111704"/>
                  </a:lnTo>
                  <a:lnTo>
                    <a:pt x="879191" y="1113680"/>
                  </a:lnTo>
                  <a:lnTo>
                    <a:pt x="877873" y="1114130"/>
                  </a:lnTo>
                  <a:lnTo>
                    <a:pt x="876204" y="1114309"/>
                  </a:lnTo>
                  <a:lnTo>
                    <a:pt x="873919" y="1114848"/>
                  </a:lnTo>
                  <a:lnTo>
                    <a:pt x="871898" y="1114848"/>
                  </a:lnTo>
                  <a:lnTo>
                    <a:pt x="869965" y="1114579"/>
                  </a:lnTo>
                  <a:lnTo>
                    <a:pt x="868559" y="1113860"/>
                  </a:lnTo>
                  <a:lnTo>
                    <a:pt x="867417" y="1112962"/>
                  </a:lnTo>
                  <a:lnTo>
                    <a:pt x="866275" y="1113051"/>
                  </a:lnTo>
                  <a:lnTo>
                    <a:pt x="865220" y="1113411"/>
                  </a:lnTo>
                  <a:lnTo>
                    <a:pt x="863727" y="1114669"/>
                  </a:lnTo>
                  <a:lnTo>
                    <a:pt x="863024" y="1115387"/>
                  </a:lnTo>
                  <a:lnTo>
                    <a:pt x="861969" y="1116196"/>
                  </a:lnTo>
                  <a:lnTo>
                    <a:pt x="861618" y="1116466"/>
                  </a:lnTo>
                  <a:lnTo>
                    <a:pt x="861266" y="1116645"/>
                  </a:lnTo>
                  <a:lnTo>
                    <a:pt x="860915" y="1116915"/>
                  </a:lnTo>
                  <a:lnTo>
                    <a:pt x="860651" y="1117184"/>
                  </a:lnTo>
                  <a:lnTo>
                    <a:pt x="860388" y="1117454"/>
                  </a:lnTo>
                  <a:lnTo>
                    <a:pt x="860124" y="1117813"/>
                  </a:lnTo>
                  <a:lnTo>
                    <a:pt x="859860" y="1118083"/>
                  </a:lnTo>
                  <a:lnTo>
                    <a:pt x="859597" y="1118442"/>
                  </a:lnTo>
                  <a:lnTo>
                    <a:pt x="859333" y="1118892"/>
                  </a:lnTo>
                  <a:lnTo>
                    <a:pt x="859245" y="1119161"/>
                  </a:lnTo>
                  <a:lnTo>
                    <a:pt x="858982" y="1119610"/>
                  </a:lnTo>
                  <a:lnTo>
                    <a:pt x="858718" y="1119880"/>
                  </a:lnTo>
                  <a:lnTo>
                    <a:pt x="858279" y="1120149"/>
                  </a:lnTo>
                  <a:lnTo>
                    <a:pt x="857312" y="1120688"/>
                  </a:lnTo>
                  <a:lnTo>
                    <a:pt x="856961" y="1121138"/>
                  </a:lnTo>
                  <a:lnTo>
                    <a:pt x="856697" y="1121407"/>
                  </a:lnTo>
                  <a:lnTo>
                    <a:pt x="856434" y="1121767"/>
                  </a:lnTo>
                  <a:lnTo>
                    <a:pt x="856258" y="1122036"/>
                  </a:lnTo>
                  <a:lnTo>
                    <a:pt x="855994" y="1122485"/>
                  </a:lnTo>
                  <a:lnTo>
                    <a:pt x="855819" y="1122845"/>
                  </a:lnTo>
                  <a:lnTo>
                    <a:pt x="855467" y="1123025"/>
                  </a:lnTo>
                  <a:lnTo>
                    <a:pt x="855028" y="1123114"/>
                  </a:lnTo>
                  <a:lnTo>
                    <a:pt x="854676" y="1123204"/>
                  </a:lnTo>
                  <a:lnTo>
                    <a:pt x="854149" y="1123114"/>
                  </a:lnTo>
                  <a:lnTo>
                    <a:pt x="853798" y="1123025"/>
                  </a:lnTo>
                  <a:lnTo>
                    <a:pt x="853358" y="1122935"/>
                  </a:lnTo>
                  <a:lnTo>
                    <a:pt x="852919" y="1122845"/>
                  </a:lnTo>
                  <a:lnTo>
                    <a:pt x="852480" y="1122755"/>
                  </a:lnTo>
                  <a:lnTo>
                    <a:pt x="852040" y="1122755"/>
                  </a:lnTo>
                  <a:lnTo>
                    <a:pt x="851601" y="1122755"/>
                  </a:lnTo>
                  <a:lnTo>
                    <a:pt x="851162" y="1122665"/>
                  </a:lnTo>
                  <a:lnTo>
                    <a:pt x="850722" y="1122755"/>
                  </a:lnTo>
                  <a:lnTo>
                    <a:pt x="850371" y="1122755"/>
                  </a:lnTo>
                  <a:lnTo>
                    <a:pt x="849932" y="1122845"/>
                  </a:lnTo>
                  <a:lnTo>
                    <a:pt x="849492" y="1122845"/>
                  </a:lnTo>
                  <a:lnTo>
                    <a:pt x="849141" y="1122935"/>
                  </a:lnTo>
                  <a:lnTo>
                    <a:pt x="848789" y="1123025"/>
                  </a:lnTo>
                  <a:lnTo>
                    <a:pt x="848350" y="1123114"/>
                  </a:lnTo>
                  <a:lnTo>
                    <a:pt x="847911" y="1123114"/>
                  </a:lnTo>
                  <a:lnTo>
                    <a:pt x="847471" y="1123114"/>
                  </a:lnTo>
                  <a:lnTo>
                    <a:pt x="847120" y="1123204"/>
                  </a:lnTo>
                  <a:lnTo>
                    <a:pt x="846593" y="1123204"/>
                  </a:lnTo>
                  <a:lnTo>
                    <a:pt x="846241" y="1123204"/>
                  </a:lnTo>
                  <a:lnTo>
                    <a:pt x="845890" y="1123114"/>
                  </a:lnTo>
                  <a:lnTo>
                    <a:pt x="845099" y="1122845"/>
                  </a:lnTo>
                  <a:lnTo>
                    <a:pt x="844572" y="1122485"/>
                  </a:lnTo>
                  <a:lnTo>
                    <a:pt x="844484" y="1122216"/>
                  </a:lnTo>
                  <a:lnTo>
                    <a:pt x="844045" y="1122126"/>
                  </a:lnTo>
                  <a:lnTo>
                    <a:pt x="843693" y="1122036"/>
                  </a:lnTo>
                  <a:lnTo>
                    <a:pt x="843254" y="1121946"/>
                  </a:lnTo>
                  <a:lnTo>
                    <a:pt x="842814" y="1121767"/>
                  </a:lnTo>
                  <a:lnTo>
                    <a:pt x="842463" y="1121587"/>
                  </a:lnTo>
                  <a:lnTo>
                    <a:pt x="842111" y="1121317"/>
                  </a:lnTo>
                  <a:lnTo>
                    <a:pt x="841760" y="1121138"/>
                  </a:lnTo>
                  <a:lnTo>
                    <a:pt x="841409" y="1120958"/>
                  </a:lnTo>
                  <a:lnTo>
                    <a:pt x="841057" y="1120778"/>
                  </a:lnTo>
                  <a:lnTo>
                    <a:pt x="840618" y="1120509"/>
                  </a:lnTo>
                  <a:lnTo>
                    <a:pt x="840266" y="1120329"/>
                  </a:lnTo>
                  <a:lnTo>
                    <a:pt x="840003" y="1120329"/>
                  </a:lnTo>
                  <a:lnTo>
                    <a:pt x="839827" y="1120239"/>
                  </a:lnTo>
                  <a:lnTo>
                    <a:pt x="839475" y="1120149"/>
                  </a:lnTo>
                  <a:lnTo>
                    <a:pt x="839036" y="1120149"/>
                  </a:lnTo>
                  <a:lnTo>
                    <a:pt x="838597" y="1120149"/>
                  </a:lnTo>
                  <a:lnTo>
                    <a:pt x="838245" y="1120239"/>
                  </a:lnTo>
                  <a:lnTo>
                    <a:pt x="837806" y="1120239"/>
                  </a:lnTo>
                  <a:lnTo>
                    <a:pt x="837542" y="1120419"/>
                  </a:lnTo>
                  <a:lnTo>
                    <a:pt x="837367" y="1120419"/>
                  </a:lnTo>
                  <a:lnTo>
                    <a:pt x="836927" y="1120599"/>
                  </a:lnTo>
                  <a:lnTo>
                    <a:pt x="836752" y="1120688"/>
                  </a:lnTo>
                  <a:lnTo>
                    <a:pt x="836576" y="1120688"/>
                  </a:lnTo>
                  <a:lnTo>
                    <a:pt x="836224" y="1121048"/>
                  </a:lnTo>
                  <a:lnTo>
                    <a:pt x="835785" y="1121228"/>
                  </a:lnTo>
                  <a:lnTo>
                    <a:pt x="834906" y="1121677"/>
                  </a:lnTo>
                  <a:lnTo>
                    <a:pt x="833325" y="1122036"/>
                  </a:lnTo>
                  <a:lnTo>
                    <a:pt x="831655" y="1122126"/>
                  </a:lnTo>
                  <a:lnTo>
                    <a:pt x="830162" y="1122755"/>
                  </a:lnTo>
                  <a:lnTo>
                    <a:pt x="828668" y="1123474"/>
                  </a:lnTo>
                  <a:lnTo>
                    <a:pt x="827789" y="1123833"/>
                  </a:lnTo>
                  <a:lnTo>
                    <a:pt x="827174" y="1124103"/>
                  </a:lnTo>
                  <a:lnTo>
                    <a:pt x="826120" y="1124282"/>
                  </a:lnTo>
                  <a:lnTo>
                    <a:pt x="825593" y="1124372"/>
                  </a:lnTo>
                  <a:lnTo>
                    <a:pt x="825241" y="1124462"/>
                  </a:lnTo>
                  <a:lnTo>
                    <a:pt x="824802" y="1124462"/>
                  </a:lnTo>
                  <a:lnTo>
                    <a:pt x="824538" y="1124462"/>
                  </a:lnTo>
                  <a:lnTo>
                    <a:pt x="823923" y="1124193"/>
                  </a:lnTo>
                  <a:lnTo>
                    <a:pt x="823308" y="1124193"/>
                  </a:lnTo>
                  <a:lnTo>
                    <a:pt x="823132" y="1124193"/>
                  </a:lnTo>
                  <a:lnTo>
                    <a:pt x="822254" y="1124193"/>
                  </a:lnTo>
                  <a:lnTo>
                    <a:pt x="821990" y="1124193"/>
                  </a:lnTo>
                  <a:lnTo>
                    <a:pt x="821024" y="1124282"/>
                  </a:lnTo>
                  <a:lnTo>
                    <a:pt x="820496" y="1124282"/>
                  </a:lnTo>
                  <a:lnTo>
                    <a:pt x="819969" y="1124282"/>
                  </a:lnTo>
                  <a:lnTo>
                    <a:pt x="819266" y="1124462"/>
                  </a:lnTo>
                  <a:lnTo>
                    <a:pt x="818827" y="1124552"/>
                  </a:lnTo>
                  <a:lnTo>
                    <a:pt x="818563" y="1124642"/>
                  </a:lnTo>
                  <a:lnTo>
                    <a:pt x="818388" y="1124822"/>
                  </a:lnTo>
                  <a:lnTo>
                    <a:pt x="817948" y="1125091"/>
                  </a:lnTo>
                  <a:lnTo>
                    <a:pt x="817421" y="1125271"/>
                  </a:lnTo>
                  <a:lnTo>
                    <a:pt x="816542" y="1125361"/>
                  </a:lnTo>
                  <a:lnTo>
                    <a:pt x="815664" y="1125361"/>
                  </a:lnTo>
                  <a:lnTo>
                    <a:pt x="814785" y="1125271"/>
                  </a:lnTo>
                  <a:lnTo>
                    <a:pt x="813731" y="1125181"/>
                  </a:lnTo>
                  <a:lnTo>
                    <a:pt x="813291" y="1125091"/>
                  </a:lnTo>
                  <a:lnTo>
                    <a:pt x="813116" y="1125001"/>
                  </a:lnTo>
                  <a:lnTo>
                    <a:pt x="811534" y="1125181"/>
                  </a:lnTo>
                  <a:lnTo>
                    <a:pt x="809864" y="1125091"/>
                  </a:lnTo>
                  <a:lnTo>
                    <a:pt x="809425" y="1125091"/>
                  </a:lnTo>
                  <a:lnTo>
                    <a:pt x="808459" y="1124911"/>
                  </a:lnTo>
                  <a:lnTo>
                    <a:pt x="807580" y="1125091"/>
                  </a:lnTo>
                  <a:lnTo>
                    <a:pt x="806877" y="1125181"/>
                  </a:lnTo>
                  <a:lnTo>
                    <a:pt x="806613" y="1125271"/>
                  </a:lnTo>
                  <a:lnTo>
                    <a:pt x="805032" y="1124732"/>
                  </a:lnTo>
                  <a:lnTo>
                    <a:pt x="803450" y="1124732"/>
                  </a:lnTo>
                  <a:lnTo>
                    <a:pt x="801254" y="1125540"/>
                  </a:lnTo>
                  <a:lnTo>
                    <a:pt x="800990" y="1125540"/>
                  </a:lnTo>
                  <a:lnTo>
                    <a:pt x="800463" y="1125540"/>
                  </a:lnTo>
                  <a:lnTo>
                    <a:pt x="800111" y="1125630"/>
                  </a:lnTo>
                  <a:lnTo>
                    <a:pt x="799408" y="1125720"/>
                  </a:lnTo>
                  <a:lnTo>
                    <a:pt x="798442" y="1125900"/>
                  </a:lnTo>
                  <a:lnTo>
                    <a:pt x="797827" y="1126349"/>
                  </a:lnTo>
                  <a:lnTo>
                    <a:pt x="797036" y="1126529"/>
                  </a:lnTo>
                  <a:lnTo>
                    <a:pt x="795718" y="1127337"/>
                  </a:lnTo>
                  <a:lnTo>
                    <a:pt x="794576" y="1127607"/>
                  </a:lnTo>
                  <a:lnTo>
                    <a:pt x="794136" y="1127787"/>
                  </a:lnTo>
                  <a:lnTo>
                    <a:pt x="792643" y="1128505"/>
                  </a:lnTo>
                  <a:lnTo>
                    <a:pt x="791061" y="1129044"/>
                  </a:lnTo>
                  <a:lnTo>
                    <a:pt x="790622" y="1129224"/>
                  </a:lnTo>
                  <a:lnTo>
                    <a:pt x="789567" y="1129583"/>
                  </a:lnTo>
                  <a:lnTo>
                    <a:pt x="788425" y="1129673"/>
                  </a:lnTo>
                  <a:lnTo>
                    <a:pt x="787986" y="1129673"/>
                  </a:lnTo>
                  <a:lnTo>
                    <a:pt x="786931" y="1130033"/>
                  </a:lnTo>
                  <a:lnTo>
                    <a:pt x="785877" y="1130482"/>
                  </a:lnTo>
                  <a:lnTo>
                    <a:pt x="785877" y="1130752"/>
                  </a:lnTo>
                  <a:lnTo>
                    <a:pt x="785613" y="1130662"/>
                  </a:lnTo>
                  <a:lnTo>
                    <a:pt x="784998" y="1131021"/>
                  </a:lnTo>
                  <a:lnTo>
                    <a:pt x="784471" y="1131380"/>
                  </a:lnTo>
                  <a:lnTo>
                    <a:pt x="783944" y="1131650"/>
                  </a:lnTo>
                  <a:lnTo>
                    <a:pt x="783592" y="1132099"/>
                  </a:lnTo>
                  <a:lnTo>
                    <a:pt x="782802" y="1133088"/>
                  </a:lnTo>
                  <a:lnTo>
                    <a:pt x="782450" y="1133627"/>
                  </a:lnTo>
                  <a:lnTo>
                    <a:pt x="780869" y="1133986"/>
                  </a:lnTo>
                  <a:lnTo>
                    <a:pt x="780605" y="1133717"/>
                  </a:lnTo>
                  <a:lnTo>
                    <a:pt x="780341" y="1133537"/>
                  </a:lnTo>
                  <a:lnTo>
                    <a:pt x="780253" y="1133357"/>
                  </a:lnTo>
                  <a:lnTo>
                    <a:pt x="780078" y="1133088"/>
                  </a:lnTo>
                  <a:lnTo>
                    <a:pt x="779814" y="1132728"/>
                  </a:lnTo>
                  <a:lnTo>
                    <a:pt x="778936" y="1131291"/>
                  </a:lnTo>
                  <a:lnTo>
                    <a:pt x="778408" y="1130033"/>
                  </a:lnTo>
                  <a:lnTo>
                    <a:pt x="777442" y="1128775"/>
                  </a:lnTo>
                  <a:lnTo>
                    <a:pt x="777530" y="1128595"/>
                  </a:lnTo>
                  <a:lnTo>
                    <a:pt x="777266" y="1128595"/>
                  </a:lnTo>
                  <a:lnTo>
                    <a:pt x="776563" y="1126978"/>
                  </a:lnTo>
                  <a:lnTo>
                    <a:pt x="776036" y="1125540"/>
                  </a:lnTo>
                  <a:lnTo>
                    <a:pt x="773576" y="1121317"/>
                  </a:lnTo>
                  <a:lnTo>
                    <a:pt x="772258" y="1120509"/>
                  </a:lnTo>
                  <a:lnTo>
                    <a:pt x="770500" y="1119790"/>
                  </a:lnTo>
                  <a:lnTo>
                    <a:pt x="767776" y="1118263"/>
                  </a:lnTo>
                  <a:lnTo>
                    <a:pt x="764789" y="1117364"/>
                  </a:lnTo>
                  <a:lnTo>
                    <a:pt x="763120" y="1116466"/>
                  </a:lnTo>
                  <a:lnTo>
                    <a:pt x="762065" y="1115387"/>
                  </a:lnTo>
                  <a:lnTo>
                    <a:pt x="760396" y="1114759"/>
                  </a:lnTo>
                  <a:lnTo>
                    <a:pt x="758726" y="1114489"/>
                  </a:lnTo>
                  <a:lnTo>
                    <a:pt x="757145" y="1115028"/>
                  </a:lnTo>
                  <a:lnTo>
                    <a:pt x="756266" y="1114759"/>
                  </a:lnTo>
                  <a:lnTo>
                    <a:pt x="755563" y="1114399"/>
                  </a:lnTo>
                  <a:lnTo>
                    <a:pt x="754684" y="1113590"/>
                  </a:lnTo>
                  <a:lnTo>
                    <a:pt x="753981" y="1113231"/>
                  </a:lnTo>
                  <a:lnTo>
                    <a:pt x="752663" y="1112782"/>
                  </a:lnTo>
                  <a:lnTo>
                    <a:pt x="751521" y="1112782"/>
                  </a:lnTo>
                  <a:lnTo>
                    <a:pt x="750115" y="1113680"/>
                  </a:lnTo>
                  <a:lnTo>
                    <a:pt x="748885" y="1114489"/>
                  </a:lnTo>
                  <a:lnTo>
                    <a:pt x="747304" y="1115028"/>
                  </a:lnTo>
                  <a:lnTo>
                    <a:pt x="746249" y="1115298"/>
                  </a:lnTo>
                  <a:lnTo>
                    <a:pt x="745107" y="1115298"/>
                  </a:lnTo>
                  <a:lnTo>
                    <a:pt x="743437" y="1115028"/>
                  </a:lnTo>
                  <a:lnTo>
                    <a:pt x="741592" y="1115208"/>
                  </a:lnTo>
                  <a:lnTo>
                    <a:pt x="738781" y="1115837"/>
                  </a:lnTo>
                  <a:lnTo>
                    <a:pt x="737023" y="1116286"/>
                  </a:lnTo>
                  <a:lnTo>
                    <a:pt x="734036" y="1116286"/>
                  </a:lnTo>
                  <a:lnTo>
                    <a:pt x="731312" y="1116555"/>
                  </a:lnTo>
                  <a:lnTo>
                    <a:pt x="730609" y="1116376"/>
                  </a:lnTo>
                  <a:lnTo>
                    <a:pt x="729994" y="1116645"/>
                  </a:lnTo>
                  <a:lnTo>
                    <a:pt x="729291" y="1116466"/>
                  </a:lnTo>
                  <a:lnTo>
                    <a:pt x="728500" y="1116645"/>
                  </a:lnTo>
                  <a:lnTo>
                    <a:pt x="728061" y="1116645"/>
                  </a:lnTo>
                  <a:lnTo>
                    <a:pt x="727534" y="1116376"/>
                  </a:lnTo>
                  <a:lnTo>
                    <a:pt x="727358" y="1116286"/>
                  </a:lnTo>
                  <a:lnTo>
                    <a:pt x="726216" y="1116196"/>
                  </a:lnTo>
                  <a:lnTo>
                    <a:pt x="724898" y="1115747"/>
                  </a:lnTo>
                  <a:lnTo>
                    <a:pt x="724634" y="1115747"/>
                  </a:lnTo>
                  <a:lnTo>
                    <a:pt x="724283" y="1115747"/>
                  </a:lnTo>
                  <a:lnTo>
                    <a:pt x="724107" y="1115657"/>
                  </a:lnTo>
                  <a:lnTo>
                    <a:pt x="723755" y="1115477"/>
                  </a:lnTo>
                  <a:lnTo>
                    <a:pt x="723492" y="1115477"/>
                  </a:lnTo>
                  <a:lnTo>
                    <a:pt x="723228" y="1115567"/>
                  </a:lnTo>
                  <a:lnTo>
                    <a:pt x="722965" y="1115657"/>
                  </a:lnTo>
                  <a:lnTo>
                    <a:pt x="722701" y="1115747"/>
                  </a:lnTo>
                  <a:lnTo>
                    <a:pt x="722174" y="1115567"/>
                  </a:lnTo>
                  <a:lnTo>
                    <a:pt x="721822" y="1115567"/>
                  </a:lnTo>
                  <a:lnTo>
                    <a:pt x="721207" y="1115298"/>
                  </a:lnTo>
                  <a:lnTo>
                    <a:pt x="720416" y="1115387"/>
                  </a:lnTo>
                  <a:lnTo>
                    <a:pt x="719977" y="1115477"/>
                  </a:lnTo>
                  <a:lnTo>
                    <a:pt x="719538" y="1115298"/>
                  </a:lnTo>
                  <a:lnTo>
                    <a:pt x="719011" y="1115118"/>
                  </a:lnTo>
                  <a:lnTo>
                    <a:pt x="718483" y="1114848"/>
                  </a:lnTo>
                  <a:lnTo>
                    <a:pt x="718044" y="1114759"/>
                  </a:lnTo>
                  <a:lnTo>
                    <a:pt x="717780" y="1114579"/>
                  </a:lnTo>
                  <a:lnTo>
                    <a:pt x="717253" y="1114309"/>
                  </a:lnTo>
                  <a:lnTo>
                    <a:pt x="716990" y="1114219"/>
                  </a:lnTo>
                  <a:lnTo>
                    <a:pt x="716726" y="1114040"/>
                  </a:lnTo>
                  <a:lnTo>
                    <a:pt x="716287" y="1113860"/>
                  </a:lnTo>
                  <a:lnTo>
                    <a:pt x="715935" y="1113770"/>
                  </a:lnTo>
                  <a:lnTo>
                    <a:pt x="715496" y="1113590"/>
                  </a:lnTo>
                  <a:lnTo>
                    <a:pt x="715057" y="1113590"/>
                  </a:lnTo>
                  <a:lnTo>
                    <a:pt x="714705" y="1113590"/>
                  </a:lnTo>
                  <a:lnTo>
                    <a:pt x="714266" y="1113590"/>
                  </a:lnTo>
                  <a:lnTo>
                    <a:pt x="713914" y="1113501"/>
                  </a:lnTo>
                  <a:lnTo>
                    <a:pt x="713387" y="1113590"/>
                  </a:lnTo>
                  <a:lnTo>
                    <a:pt x="713036" y="1113590"/>
                  </a:lnTo>
                  <a:lnTo>
                    <a:pt x="712684" y="1113501"/>
                  </a:lnTo>
                  <a:lnTo>
                    <a:pt x="712245" y="1113411"/>
                  </a:lnTo>
                  <a:lnTo>
                    <a:pt x="711806" y="1113231"/>
                  </a:lnTo>
                  <a:lnTo>
                    <a:pt x="711366" y="1113231"/>
                  </a:lnTo>
                  <a:lnTo>
                    <a:pt x="711015" y="1113231"/>
                  </a:lnTo>
                  <a:lnTo>
                    <a:pt x="710575" y="1113051"/>
                  </a:lnTo>
                  <a:lnTo>
                    <a:pt x="710224" y="1112962"/>
                  </a:lnTo>
                  <a:lnTo>
                    <a:pt x="709785" y="1112962"/>
                  </a:lnTo>
                  <a:lnTo>
                    <a:pt x="709345" y="1112872"/>
                  </a:lnTo>
                  <a:lnTo>
                    <a:pt x="708994" y="1112692"/>
                  </a:lnTo>
                  <a:lnTo>
                    <a:pt x="708554" y="1112602"/>
                  </a:lnTo>
                  <a:lnTo>
                    <a:pt x="708203" y="1112692"/>
                  </a:lnTo>
                  <a:lnTo>
                    <a:pt x="707764" y="1112422"/>
                  </a:lnTo>
                  <a:lnTo>
                    <a:pt x="707412" y="1112333"/>
                  </a:lnTo>
                  <a:lnTo>
                    <a:pt x="706973" y="1112153"/>
                  </a:lnTo>
                  <a:lnTo>
                    <a:pt x="706534" y="1111973"/>
                  </a:lnTo>
                  <a:lnTo>
                    <a:pt x="706182" y="1111883"/>
                  </a:lnTo>
                  <a:lnTo>
                    <a:pt x="705743" y="1111794"/>
                  </a:lnTo>
                  <a:lnTo>
                    <a:pt x="705391" y="1111704"/>
                  </a:lnTo>
                  <a:lnTo>
                    <a:pt x="704952" y="1111614"/>
                  </a:lnTo>
                  <a:lnTo>
                    <a:pt x="704600" y="1111524"/>
                  </a:lnTo>
                  <a:lnTo>
                    <a:pt x="704161" y="1111434"/>
                  </a:lnTo>
                  <a:lnTo>
                    <a:pt x="703722" y="1111524"/>
                  </a:lnTo>
                  <a:lnTo>
                    <a:pt x="703370" y="1111524"/>
                  </a:lnTo>
                  <a:lnTo>
                    <a:pt x="702931" y="1111614"/>
                  </a:lnTo>
                  <a:lnTo>
                    <a:pt x="702580" y="1111614"/>
                  </a:lnTo>
                  <a:lnTo>
                    <a:pt x="702140" y="1111614"/>
                  </a:lnTo>
                  <a:lnTo>
                    <a:pt x="701701" y="1111704"/>
                  </a:lnTo>
                  <a:lnTo>
                    <a:pt x="701262" y="1111883"/>
                  </a:lnTo>
                  <a:lnTo>
                    <a:pt x="700822" y="1111883"/>
                  </a:lnTo>
                  <a:lnTo>
                    <a:pt x="700559" y="1112063"/>
                  </a:lnTo>
                  <a:lnTo>
                    <a:pt x="700119" y="1112063"/>
                  </a:lnTo>
                  <a:lnTo>
                    <a:pt x="699768" y="1112153"/>
                  </a:lnTo>
                  <a:lnTo>
                    <a:pt x="699329" y="1112243"/>
                  </a:lnTo>
                  <a:lnTo>
                    <a:pt x="698889" y="1112422"/>
                  </a:lnTo>
                  <a:lnTo>
                    <a:pt x="698626" y="1112602"/>
                  </a:lnTo>
                  <a:lnTo>
                    <a:pt x="698186" y="1112782"/>
                  </a:lnTo>
                  <a:lnTo>
                    <a:pt x="697747" y="1112962"/>
                  </a:lnTo>
                  <a:lnTo>
                    <a:pt x="697395" y="1113051"/>
                  </a:lnTo>
                  <a:lnTo>
                    <a:pt x="696956" y="1113141"/>
                  </a:lnTo>
                  <a:lnTo>
                    <a:pt x="696605" y="1113141"/>
                  </a:lnTo>
                  <a:lnTo>
                    <a:pt x="695990" y="1113051"/>
                  </a:lnTo>
                  <a:lnTo>
                    <a:pt x="695638" y="1112962"/>
                  </a:lnTo>
                  <a:lnTo>
                    <a:pt x="695199" y="1112872"/>
                  </a:lnTo>
                  <a:lnTo>
                    <a:pt x="694759" y="1112962"/>
                  </a:lnTo>
                  <a:lnTo>
                    <a:pt x="694408" y="1112962"/>
                  </a:lnTo>
                  <a:lnTo>
                    <a:pt x="693881" y="1112962"/>
                  </a:lnTo>
                  <a:lnTo>
                    <a:pt x="693529" y="1112782"/>
                  </a:lnTo>
                  <a:lnTo>
                    <a:pt x="693090" y="1112692"/>
                  </a:lnTo>
                  <a:lnTo>
                    <a:pt x="692651" y="1112692"/>
                  </a:lnTo>
                  <a:lnTo>
                    <a:pt x="692299" y="1112692"/>
                  </a:lnTo>
                  <a:lnTo>
                    <a:pt x="691860" y="1112602"/>
                  </a:lnTo>
                  <a:lnTo>
                    <a:pt x="691508" y="1112512"/>
                  </a:lnTo>
                  <a:lnTo>
                    <a:pt x="691069" y="1112333"/>
                  </a:lnTo>
                  <a:lnTo>
                    <a:pt x="690454" y="1112243"/>
                  </a:lnTo>
                  <a:lnTo>
                    <a:pt x="689048" y="1112243"/>
                  </a:lnTo>
                  <a:lnTo>
                    <a:pt x="688609" y="1112333"/>
                  </a:lnTo>
                  <a:lnTo>
                    <a:pt x="688169" y="1112422"/>
                  </a:lnTo>
                  <a:lnTo>
                    <a:pt x="687818" y="1112512"/>
                  </a:lnTo>
                  <a:lnTo>
                    <a:pt x="687379" y="1112602"/>
                  </a:lnTo>
                  <a:lnTo>
                    <a:pt x="687203" y="1112602"/>
                  </a:lnTo>
                  <a:lnTo>
                    <a:pt x="687027" y="1112602"/>
                  </a:lnTo>
                  <a:lnTo>
                    <a:pt x="686588" y="1112782"/>
                  </a:lnTo>
                  <a:lnTo>
                    <a:pt x="686149" y="1112872"/>
                  </a:lnTo>
                  <a:lnTo>
                    <a:pt x="685797" y="1112962"/>
                  </a:lnTo>
                  <a:lnTo>
                    <a:pt x="685358" y="1112962"/>
                  </a:lnTo>
                  <a:lnTo>
                    <a:pt x="684918" y="1113141"/>
                  </a:lnTo>
                  <a:lnTo>
                    <a:pt x="684567" y="1113321"/>
                  </a:lnTo>
                  <a:lnTo>
                    <a:pt x="684128" y="1113590"/>
                  </a:lnTo>
                  <a:lnTo>
                    <a:pt x="683776" y="1113680"/>
                  </a:lnTo>
                  <a:lnTo>
                    <a:pt x="683337" y="1113950"/>
                  </a:lnTo>
                  <a:lnTo>
                    <a:pt x="683073" y="1114040"/>
                  </a:lnTo>
                  <a:lnTo>
                    <a:pt x="682546" y="1114130"/>
                  </a:lnTo>
                  <a:lnTo>
                    <a:pt x="682195" y="1114219"/>
                  </a:lnTo>
                  <a:lnTo>
                    <a:pt x="681667" y="1114309"/>
                  </a:lnTo>
                  <a:lnTo>
                    <a:pt x="681404" y="1114309"/>
                  </a:lnTo>
                  <a:lnTo>
                    <a:pt x="680964" y="1114399"/>
                  </a:lnTo>
                  <a:lnTo>
                    <a:pt x="680613" y="1114579"/>
                  </a:lnTo>
                  <a:lnTo>
                    <a:pt x="680261" y="1114669"/>
                  </a:lnTo>
                  <a:lnTo>
                    <a:pt x="679822" y="1114579"/>
                  </a:lnTo>
                  <a:lnTo>
                    <a:pt x="679383" y="1114489"/>
                  </a:lnTo>
                  <a:lnTo>
                    <a:pt x="678943" y="1114579"/>
                  </a:lnTo>
                  <a:lnTo>
                    <a:pt x="678592" y="1114579"/>
                  </a:lnTo>
                  <a:lnTo>
                    <a:pt x="678153" y="1114759"/>
                  </a:lnTo>
                  <a:lnTo>
                    <a:pt x="677713" y="1114848"/>
                  </a:lnTo>
                  <a:lnTo>
                    <a:pt x="677362" y="1114938"/>
                  </a:lnTo>
                  <a:lnTo>
                    <a:pt x="676923" y="1114938"/>
                  </a:lnTo>
                  <a:lnTo>
                    <a:pt x="676571" y="1114848"/>
                  </a:lnTo>
                  <a:lnTo>
                    <a:pt x="676132" y="1114848"/>
                  </a:lnTo>
                  <a:lnTo>
                    <a:pt x="675868" y="1114848"/>
                  </a:lnTo>
                  <a:lnTo>
                    <a:pt x="675605" y="1114759"/>
                  </a:lnTo>
                  <a:lnTo>
                    <a:pt x="675429" y="1114848"/>
                  </a:lnTo>
                  <a:lnTo>
                    <a:pt x="674990" y="1114938"/>
                  </a:lnTo>
                  <a:lnTo>
                    <a:pt x="674726" y="1115028"/>
                  </a:lnTo>
                  <a:lnTo>
                    <a:pt x="673056" y="1115118"/>
                  </a:lnTo>
                  <a:lnTo>
                    <a:pt x="671475" y="1115298"/>
                  </a:lnTo>
                  <a:lnTo>
                    <a:pt x="671211" y="1115298"/>
                  </a:lnTo>
                  <a:lnTo>
                    <a:pt x="670772" y="1115298"/>
                  </a:lnTo>
                  <a:lnTo>
                    <a:pt x="670508" y="1115298"/>
                  </a:lnTo>
                  <a:lnTo>
                    <a:pt x="670245" y="1115208"/>
                  </a:lnTo>
                  <a:lnTo>
                    <a:pt x="669630" y="1115028"/>
                  </a:lnTo>
                  <a:lnTo>
                    <a:pt x="669278" y="1114938"/>
                  </a:lnTo>
                  <a:lnTo>
                    <a:pt x="669015" y="1114938"/>
                  </a:lnTo>
                  <a:lnTo>
                    <a:pt x="668663" y="1115028"/>
                  </a:lnTo>
                  <a:lnTo>
                    <a:pt x="668048" y="1115028"/>
                  </a:lnTo>
                  <a:lnTo>
                    <a:pt x="666818" y="1115028"/>
                  </a:lnTo>
                  <a:lnTo>
                    <a:pt x="664973" y="1115118"/>
                  </a:lnTo>
                  <a:lnTo>
                    <a:pt x="664358" y="1115028"/>
                  </a:lnTo>
                  <a:lnTo>
                    <a:pt x="664006" y="1115118"/>
                  </a:lnTo>
                  <a:lnTo>
                    <a:pt x="663567" y="1115208"/>
                  </a:lnTo>
                  <a:lnTo>
                    <a:pt x="663128" y="1115298"/>
                  </a:lnTo>
                  <a:lnTo>
                    <a:pt x="662425" y="1115567"/>
                  </a:lnTo>
                  <a:lnTo>
                    <a:pt x="661985" y="1115567"/>
                  </a:lnTo>
                  <a:lnTo>
                    <a:pt x="661634" y="1115657"/>
                  </a:lnTo>
                  <a:lnTo>
                    <a:pt x="660316" y="1115837"/>
                  </a:lnTo>
                  <a:lnTo>
                    <a:pt x="659964" y="1115927"/>
                  </a:lnTo>
                  <a:lnTo>
                    <a:pt x="659437" y="1116016"/>
                  </a:lnTo>
                  <a:lnTo>
                    <a:pt x="658734" y="1116286"/>
                  </a:lnTo>
                  <a:lnTo>
                    <a:pt x="658383" y="1116376"/>
                  </a:lnTo>
                  <a:lnTo>
                    <a:pt x="657328" y="1116555"/>
                  </a:lnTo>
                  <a:lnTo>
                    <a:pt x="656713" y="1116735"/>
                  </a:lnTo>
                  <a:lnTo>
                    <a:pt x="655483" y="1116825"/>
                  </a:lnTo>
                  <a:lnTo>
                    <a:pt x="654429" y="1117005"/>
                  </a:lnTo>
                  <a:lnTo>
                    <a:pt x="653902" y="1117095"/>
                  </a:lnTo>
                  <a:lnTo>
                    <a:pt x="653199" y="1117184"/>
                  </a:lnTo>
                  <a:lnTo>
                    <a:pt x="652935" y="1117184"/>
                  </a:lnTo>
                  <a:lnTo>
                    <a:pt x="652408" y="1117095"/>
                  </a:lnTo>
                  <a:lnTo>
                    <a:pt x="651529" y="1116915"/>
                  </a:lnTo>
                  <a:lnTo>
                    <a:pt x="651266" y="1116915"/>
                  </a:lnTo>
                  <a:lnTo>
                    <a:pt x="651090" y="1116915"/>
                  </a:lnTo>
                  <a:lnTo>
                    <a:pt x="650826" y="1116915"/>
                  </a:lnTo>
                  <a:lnTo>
                    <a:pt x="650563" y="1117005"/>
                  </a:lnTo>
                  <a:lnTo>
                    <a:pt x="650211" y="1117095"/>
                  </a:lnTo>
                  <a:lnTo>
                    <a:pt x="649948" y="1117184"/>
                  </a:lnTo>
                  <a:lnTo>
                    <a:pt x="649596" y="1117364"/>
                  </a:lnTo>
                  <a:lnTo>
                    <a:pt x="649333" y="1117544"/>
                  </a:lnTo>
                  <a:lnTo>
                    <a:pt x="648981" y="1117813"/>
                  </a:lnTo>
                  <a:lnTo>
                    <a:pt x="647927" y="1118442"/>
                  </a:lnTo>
                  <a:lnTo>
                    <a:pt x="647575" y="1118622"/>
                  </a:lnTo>
                  <a:lnTo>
                    <a:pt x="646872" y="1119161"/>
                  </a:lnTo>
                  <a:lnTo>
                    <a:pt x="646609" y="1119341"/>
                  </a:lnTo>
                  <a:lnTo>
                    <a:pt x="646345" y="1119431"/>
                  </a:lnTo>
                  <a:lnTo>
                    <a:pt x="645994" y="1119431"/>
                  </a:lnTo>
                  <a:lnTo>
                    <a:pt x="645554" y="1119431"/>
                  </a:lnTo>
                  <a:lnTo>
                    <a:pt x="645027" y="1119610"/>
                  </a:lnTo>
                  <a:lnTo>
                    <a:pt x="644676" y="1119610"/>
                  </a:lnTo>
                  <a:lnTo>
                    <a:pt x="643270" y="1119700"/>
                  </a:lnTo>
                  <a:lnTo>
                    <a:pt x="643006" y="1119610"/>
                  </a:lnTo>
                  <a:lnTo>
                    <a:pt x="642391" y="1119520"/>
                  </a:lnTo>
                  <a:lnTo>
                    <a:pt x="642040" y="1119520"/>
                  </a:lnTo>
                  <a:lnTo>
                    <a:pt x="641600" y="1119610"/>
                  </a:lnTo>
                  <a:lnTo>
                    <a:pt x="641249" y="1119700"/>
                  </a:lnTo>
                  <a:lnTo>
                    <a:pt x="640897" y="1119790"/>
                  </a:lnTo>
                  <a:lnTo>
                    <a:pt x="640634" y="1119880"/>
                  </a:lnTo>
                  <a:lnTo>
                    <a:pt x="640370" y="1119970"/>
                  </a:lnTo>
                  <a:lnTo>
                    <a:pt x="639843" y="1120239"/>
                  </a:lnTo>
                  <a:lnTo>
                    <a:pt x="639228" y="1120599"/>
                  </a:lnTo>
                  <a:lnTo>
                    <a:pt x="638789" y="1120778"/>
                  </a:lnTo>
                  <a:lnTo>
                    <a:pt x="638261" y="1121138"/>
                  </a:lnTo>
                  <a:lnTo>
                    <a:pt x="637822" y="1121407"/>
                  </a:lnTo>
                  <a:lnTo>
                    <a:pt x="637471" y="1121407"/>
                  </a:lnTo>
                  <a:lnTo>
                    <a:pt x="636416" y="1121946"/>
                  </a:lnTo>
                  <a:lnTo>
                    <a:pt x="635801" y="1122126"/>
                  </a:lnTo>
                  <a:lnTo>
                    <a:pt x="634659" y="1122396"/>
                  </a:lnTo>
                  <a:lnTo>
                    <a:pt x="634395" y="1122485"/>
                  </a:lnTo>
                  <a:lnTo>
                    <a:pt x="634132" y="1122485"/>
                  </a:lnTo>
                  <a:lnTo>
                    <a:pt x="632989" y="1122575"/>
                  </a:lnTo>
                  <a:lnTo>
                    <a:pt x="631759" y="1122665"/>
                  </a:lnTo>
                  <a:lnTo>
                    <a:pt x="631583" y="1122755"/>
                  </a:lnTo>
                  <a:lnTo>
                    <a:pt x="631408" y="1122755"/>
                  </a:lnTo>
                  <a:lnTo>
                    <a:pt x="631320" y="1122935"/>
                  </a:lnTo>
                  <a:lnTo>
                    <a:pt x="630881" y="1123204"/>
                  </a:lnTo>
                  <a:lnTo>
                    <a:pt x="630617" y="1123384"/>
                  </a:lnTo>
                  <a:lnTo>
                    <a:pt x="630353" y="1123474"/>
                  </a:lnTo>
                  <a:lnTo>
                    <a:pt x="629826" y="1123564"/>
                  </a:lnTo>
                  <a:lnTo>
                    <a:pt x="629563" y="1123653"/>
                  </a:lnTo>
                  <a:lnTo>
                    <a:pt x="628947" y="1123743"/>
                  </a:lnTo>
                  <a:lnTo>
                    <a:pt x="628245" y="1123833"/>
                  </a:lnTo>
                  <a:lnTo>
                    <a:pt x="627893" y="1123923"/>
                  </a:lnTo>
                  <a:lnTo>
                    <a:pt x="627454" y="1124013"/>
                  </a:lnTo>
                  <a:lnTo>
                    <a:pt x="626927" y="1124103"/>
                  </a:lnTo>
                  <a:lnTo>
                    <a:pt x="626663" y="1124282"/>
                  </a:lnTo>
                  <a:lnTo>
                    <a:pt x="626136" y="1124552"/>
                  </a:lnTo>
                  <a:lnTo>
                    <a:pt x="625081" y="1125001"/>
                  </a:lnTo>
                  <a:lnTo>
                    <a:pt x="624818" y="1125181"/>
                  </a:lnTo>
                  <a:lnTo>
                    <a:pt x="624642" y="1125361"/>
                  </a:lnTo>
                  <a:lnTo>
                    <a:pt x="624203" y="1125720"/>
                  </a:lnTo>
                  <a:lnTo>
                    <a:pt x="624027" y="1125900"/>
                  </a:lnTo>
                  <a:lnTo>
                    <a:pt x="623851" y="1125990"/>
                  </a:lnTo>
                  <a:lnTo>
                    <a:pt x="623588" y="1126079"/>
                  </a:lnTo>
                  <a:lnTo>
                    <a:pt x="623236" y="1126259"/>
                  </a:lnTo>
                  <a:lnTo>
                    <a:pt x="622973" y="1126259"/>
                  </a:lnTo>
                  <a:lnTo>
                    <a:pt x="622270" y="1126259"/>
                  </a:lnTo>
                  <a:lnTo>
                    <a:pt x="620776" y="1126798"/>
                  </a:lnTo>
                  <a:lnTo>
                    <a:pt x="619194" y="1127068"/>
                  </a:lnTo>
                  <a:lnTo>
                    <a:pt x="617437" y="1127607"/>
                  </a:lnTo>
                  <a:lnTo>
                    <a:pt x="616383" y="1127966"/>
                  </a:lnTo>
                  <a:lnTo>
                    <a:pt x="614625" y="1128326"/>
                  </a:lnTo>
                  <a:lnTo>
                    <a:pt x="613132" y="1129224"/>
                  </a:lnTo>
                  <a:lnTo>
                    <a:pt x="610759" y="1130212"/>
                  </a:lnTo>
                  <a:lnTo>
                    <a:pt x="609529" y="1130662"/>
                  </a:lnTo>
                  <a:lnTo>
                    <a:pt x="608914" y="1131021"/>
                  </a:lnTo>
                  <a:lnTo>
                    <a:pt x="607772" y="1131380"/>
                  </a:lnTo>
                  <a:lnTo>
                    <a:pt x="606190" y="1132009"/>
                  </a:lnTo>
                  <a:lnTo>
                    <a:pt x="605311" y="1132099"/>
                  </a:lnTo>
                  <a:lnTo>
                    <a:pt x="603993" y="1132279"/>
                  </a:lnTo>
                  <a:lnTo>
                    <a:pt x="602851" y="1132369"/>
                  </a:lnTo>
                  <a:lnTo>
                    <a:pt x="601094" y="1132548"/>
                  </a:lnTo>
                  <a:lnTo>
                    <a:pt x="599512" y="1132908"/>
                  </a:lnTo>
                  <a:lnTo>
                    <a:pt x="596964" y="1133537"/>
                  </a:lnTo>
                  <a:lnTo>
                    <a:pt x="596437" y="1133806"/>
                  </a:lnTo>
                  <a:lnTo>
                    <a:pt x="594065" y="1134525"/>
                  </a:lnTo>
                  <a:lnTo>
                    <a:pt x="592131" y="1135154"/>
                  </a:lnTo>
                  <a:lnTo>
                    <a:pt x="591253" y="1135873"/>
                  </a:lnTo>
                  <a:lnTo>
                    <a:pt x="590989" y="1136053"/>
                  </a:lnTo>
                  <a:lnTo>
                    <a:pt x="590638" y="1136502"/>
                  </a:lnTo>
                  <a:lnTo>
                    <a:pt x="590286" y="1136682"/>
                  </a:lnTo>
                  <a:lnTo>
                    <a:pt x="589935" y="1136951"/>
                  </a:lnTo>
                  <a:lnTo>
                    <a:pt x="589583" y="1137131"/>
                  </a:lnTo>
                  <a:lnTo>
                    <a:pt x="588880" y="1137310"/>
                  </a:lnTo>
                  <a:lnTo>
                    <a:pt x="587914" y="1137490"/>
                  </a:lnTo>
                  <a:lnTo>
                    <a:pt x="587035" y="1137670"/>
                  </a:lnTo>
                  <a:lnTo>
                    <a:pt x="586596" y="1137850"/>
                  </a:lnTo>
                  <a:lnTo>
                    <a:pt x="586157" y="1138029"/>
                  </a:lnTo>
                  <a:lnTo>
                    <a:pt x="585717" y="1138209"/>
                  </a:lnTo>
                  <a:lnTo>
                    <a:pt x="585014" y="1138478"/>
                  </a:lnTo>
                  <a:lnTo>
                    <a:pt x="584311" y="1138928"/>
                  </a:lnTo>
                  <a:lnTo>
                    <a:pt x="583521" y="1139197"/>
                  </a:lnTo>
                  <a:lnTo>
                    <a:pt x="583169" y="1139287"/>
                  </a:lnTo>
                  <a:lnTo>
                    <a:pt x="582554" y="1139197"/>
                  </a:lnTo>
                  <a:lnTo>
                    <a:pt x="582203" y="1139287"/>
                  </a:lnTo>
                  <a:lnTo>
                    <a:pt x="580797" y="1139467"/>
                  </a:lnTo>
                  <a:lnTo>
                    <a:pt x="580182" y="1139467"/>
                  </a:lnTo>
                  <a:lnTo>
                    <a:pt x="579303" y="1139736"/>
                  </a:lnTo>
                  <a:lnTo>
                    <a:pt x="577897" y="1140455"/>
                  </a:lnTo>
                  <a:lnTo>
                    <a:pt x="576667" y="1140904"/>
                  </a:lnTo>
                  <a:lnTo>
                    <a:pt x="575788" y="1141084"/>
                  </a:lnTo>
                  <a:lnTo>
                    <a:pt x="574822" y="1141264"/>
                  </a:lnTo>
                  <a:lnTo>
                    <a:pt x="573240" y="1141264"/>
                  </a:lnTo>
                  <a:lnTo>
                    <a:pt x="572186" y="1141443"/>
                  </a:lnTo>
                  <a:lnTo>
                    <a:pt x="570604" y="1141713"/>
                  </a:lnTo>
                  <a:lnTo>
                    <a:pt x="569023" y="1141803"/>
                  </a:lnTo>
                  <a:lnTo>
                    <a:pt x="566650" y="1141803"/>
                  </a:lnTo>
                  <a:lnTo>
                    <a:pt x="565069" y="1141803"/>
                  </a:lnTo>
                  <a:lnTo>
                    <a:pt x="563751" y="1141893"/>
                  </a:lnTo>
                  <a:lnTo>
                    <a:pt x="563399" y="1141893"/>
                  </a:lnTo>
                  <a:lnTo>
                    <a:pt x="562433" y="1141983"/>
                  </a:lnTo>
                  <a:lnTo>
                    <a:pt x="560587" y="1141893"/>
                  </a:lnTo>
                  <a:lnTo>
                    <a:pt x="559797" y="1142072"/>
                  </a:lnTo>
                  <a:lnTo>
                    <a:pt x="558479" y="1142162"/>
                  </a:lnTo>
                  <a:lnTo>
                    <a:pt x="557161" y="1142252"/>
                  </a:lnTo>
                  <a:lnTo>
                    <a:pt x="556546" y="1142252"/>
                  </a:lnTo>
                  <a:lnTo>
                    <a:pt x="555579" y="1142432"/>
                  </a:lnTo>
                  <a:lnTo>
                    <a:pt x="554964" y="1142612"/>
                  </a:lnTo>
                  <a:lnTo>
                    <a:pt x="553997" y="1143061"/>
                  </a:lnTo>
                  <a:lnTo>
                    <a:pt x="551274" y="1143420"/>
                  </a:lnTo>
                  <a:lnTo>
                    <a:pt x="549692" y="1143510"/>
                  </a:lnTo>
                  <a:lnTo>
                    <a:pt x="548725" y="1143780"/>
                  </a:lnTo>
                  <a:lnTo>
                    <a:pt x="548198" y="1143869"/>
                  </a:lnTo>
                  <a:lnTo>
                    <a:pt x="547144" y="1143869"/>
                  </a:lnTo>
                  <a:lnTo>
                    <a:pt x="546529" y="1143780"/>
                  </a:lnTo>
                  <a:lnTo>
                    <a:pt x="545914" y="1143959"/>
                  </a:lnTo>
                  <a:lnTo>
                    <a:pt x="545211" y="1144498"/>
                  </a:lnTo>
                  <a:lnTo>
                    <a:pt x="544244" y="1144768"/>
                  </a:lnTo>
                  <a:lnTo>
                    <a:pt x="543366" y="1144768"/>
                  </a:lnTo>
                  <a:lnTo>
                    <a:pt x="542838" y="1144408"/>
                  </a:lnTo>
                  <a:lnTo>
                    <a:pt x="542487" y="1144229"/>
                  </a:lnTo>
                  <a:lnTo>
                    <a:pt x="541696" y="1143869"/>
                  </a:lnTo>
                  <a:lnTo>
                    <a:pt x="540730" y="1143600"/>
                  </a:lnTo>
                  <a:lnTo>
                    <a:pt x="539675" y="1143330"/>
                  </a:lnTo>
                  <a:lnTo>
                    <a:pt x="539148" y="1143420"/>
                  </a:lnTo>
                  <a:lnTo>
                    <a:pt x="538533" y="1143600"/>
                  </a:lnTo>
                  <a:lnTo>
                    <a:pt x="538006" y="1143780"/>
                  </a:lnTo>
                  <a:lnTo>
                    <a:pt x="537127" y="1143959"/>
                  </a:lnTo>
                  <a:lnTo>
                    <a:pt x="536600" y="1144049"/>
                  </a:lnTo>
                  <a:lnTo>
                    <a:pt x="535897" y="1144229"/>
                  </a:lnTo>
                  <a:lnTo>
                    <a:pt x="534579" y="1144229"/>
                  </a:lnTo>
                  <a:lnTo>
                    <a:pt x="533964" y="1144498"/>
                  </a:lnTo>
                  <a:lnTo>
                    <a:pt x="533437" y="1144588"/>
                  </a:lnTo>
                  <a:lnTo>
                    <a:pt x="532646" y="1144858"/>
                  </a:lnTo>
                  <a:lnTo>
                    <a:pt x="531591" y="1144768"/>
                  </a:lnTo>
                  <a:lnTo>
                    <a:pt x="530889" y="1144678"/>
                  </a:lnTo>
                  <a:lnTo>
                    <a:pt x="530361" y="1144498"/>
                  </a:lnTo>
                  <a:lnTo>
                    <a:pt x="529834" y="1144678"/>
                  </a:lnTo>
                  <a:lnTo>
                    <a:pt x="529043" y="1145127"/>
                  </a:lnTo>
                  <a:lnTo>
                    <a:pt x="528077" y="1145756"/>
                  </a:lnTo>
                  <a:lnTo>
                    <a:pt x="527550" y="1146026"/>
                  </a:lnTo>
                  <a:lnTo>
                    <a:pt x="527022" y="1146475"/>
                  </a:lnTo>
                  <a:lnTo>
                    <a:pt x="526407" y="1146475"/>
                  </a:lnTo>
                  <a:lnTo>
                    <a:pt x="525880" y="1146205"/>
                  </a:lnTo>
                  <a:lnTo>
                    <a:pt x="525265" y="1146116"/>
                  </a:lnTo>
                  <a:lnTo>
                    <a:pt x="524738" y="1145936"/>
                  </a:lnTo>
                  <a:lnTo>
                    <a:pt x="524035" y="1145936"/>
                  </a:lnTo>
                  <a:lnTo>
                    <a:pt x="523683" y="1145846"/>
                  </a:lnTo>
                  <a:lnTo>
                    <a:pt x="523156" y="1146295"/>
                  </a:lnTo>
                  <a:lnTo>
                    <a:pt x="522541" y="1146295"/>
                  </a:lnTo>
                  <a:lnTo>
                    <a:pt x="521750" y="1146385"/>
                  </a:lnTo>
                  <a:lnTo>
                    <a:pt x="521047" y="1146655"/>
                  </a:lnTo>
                  <a:lnTo>
                    <a:pt x="520345" y="1146834"/>
                  </a:lnTo>
                  <a:lnTo>
                    <a:pt x="519642" y="1147104"/>
                  </a:lnTo>
                  <a:lnTo>
                    <a:pt x="519202" y="1147104"/>
                  </a:lnTo>
                  <a:lnTo>
                    <a:pt x="518499" y="1147643"/>
                  </a:lnTo>
                  <a:lnTo>
                    <a:pt x="517884" y="1148092"/>
                  </a:lnTo>
                  <a:lnTo>
                    <a:pt x="517533" y="1148811"/>
                  </a:lnTo>
                  <a:lnTo>
                    <a:pt x="517269" y="1149081"/>
                  </a:lnTo>
                  <a:lnTo>
                    <a:pt x="516918" y="1148901"/>
                  </a:lnTo>
                  <a:lnTo>
                    <a:pt x="516303" y="1148721"/>
                  </a:lnTo>
                  <a:lnTo>
                    <a:pt x="515776" y="1148811"/>
                  </a:lnTo>
                  <a:lnTo>
                    <a:pt x="515160" y="1148721"/>
                  </a:lnTo>
                  <a:lnTo>
                    <a:pt x="514545" y="1148542"/>
                  </a:lnTo>
                  <a:lnTo>
                    <a:pt x="513842" y="1148542"/>
                  </a:lnTo>
                  <a:lnTo>
                    <a:pt x="513140" y="1148631"/>
                  </a:lnTo>
                  <a:lnTo>
                    <a:pt x="512261" y="1148901"/>
                  </a:lnTo>
                  <a:lnTo>
                    <a:pt x="511470" y="1149081"/>
                  </a:lnTo>
                  <a:lnTo>
                    <a:pt x="510855" y="1149350"/>
                  </a:lnTo>
                  <a:lnTo>
                    <a:pt x="510328" y="1149620"/>
                  </a:lnTo>
                  <a:lnTo>
                    <a:pt x="509449" y="1149799"/>
                  </a:lnTo>
                  <a:lnTo>
                    <a:pt x="508834" y="1150159"/>
                  </a:lnTo>
                  <a:lnTo>
                    <a:pt x="508483" y="1150518"/>
                  </a:lnTo>
                  <a:lnTo>
                    <a:pt x="508131" y="1150878"/>
                  </a:lnTo>
                  <a:lnTo>
                    <a:pt x="507692" y="1151327"/>
                  </a:lnTo>
                  <a:lnTo>
                    <a:pt x="507077" y="1151776"/>
                  </a:lnTo>
                  <a:lnTo>
                    <a:pt x="506374" y="1152135"/>
                  </a:lnTo>
                  <a:lnTo>
                    <a:pt x="505056" y="1152675"/>
                  </a:lnTo>
                  <a:lnTo>
                    <a:pt x="503650" y="1153214"/>
                  </a:lnTo>
                  <a:lnTo>
                    <a:pt x="502508" y="1153303"/>
                  </a:lnTo>
                  <a:lnTo>
                    <a:pt x="501190" y="1153393"/>
                  </a:lnTo>
                  <a:lnTo>
                    <a:pt x="499520" y="1153573"/>
                  </a:lnTo>
                  <a:lnTo>
                    <a:pt x="497939" y="1150069"/>
                  </a:lnTo>
                  <a:lnTo>
                    <a:pt x="493457" y="1146026"/>
                  </a:lnTo>
                  <a:lnTo>
                    <a:pt x="243917" y="758779"/>
                  </a:lnTo>
                  <a:lnTo>
                    <a:pt x="68447" y="491300"/>
                  </a:lnTo>
                  <a:lnTo>
                    <a:pt x="10104" y="397768"/>
                  </a:lnTo>
                  <a:lnTo>
                    <a:pt x="0" y="375935"/>
                  </a:lnTo>
                  <a:lnTo>
                    <a:pt x="157720" y="275934"/>
                  </a:lnTo>
                  <a:lnTo>
                    <a:pt x="327038" y="181144"/>
                  </a:lnTo>
                  <a:lnTo>
                    <a:pt x="356210" y="187074"/>
                  </a:lnTo>
                  <a:lnTo>
                    <a:pt x="387051" y="191656"/>
                  </a:lnTo>
                  <a:lnTo>
                    <a:pt x="397595" y="192644"/>
                  </a:lnTo>
                  <a:lnTo>
                    <a:pt x="413675" y="197856"/>
                  </a:lnTo>
                  <a:lnTo>
                    <a:pt x="430721" y="198574"/>
                  </a:lnTo>
                  <a:lnTo>
                    <a:pt x="467625" y="203157"/>
                  </a:lnTo>
                  <a:lnTo>
                    <a:pt x="488185" y="210704"/>
                  </a:lnTo>
                  <a:lnTo>
                    <a:pt x="502332" y="223822"/>
                  </a:lnTo>
                  <a:lnTo>
                    <a:pt x="516391" y="242510"/>
                  </a:lnTo>
                  <a:lnTo>
                    <a:pt x="535370" y="257335"/>
                  </a:lnTo>
                  <a:lnTo>
                    <a:pt x="551098" y="263894"/>
                  </a:lnTo>
                  <a:lnTo>
                    <a:pt x="566474" y="269465"/>
                  </a:lnTo>
                  <a:lnTo>
                    <a:pt x="582554" y="263175"/>
                  </a:lnTo>
                  <a:lnTo>
                    <a:pt x="598282" y="250058"/>
                  </a:lnTo>
                  <a:lnTo>
                    <a:pt x="613395" y="246464"/>
                  </a:lnTo>
                  <a:lnTo>
                    <a:pt x="630705" y="246464"/>
                  </a:lnTo>
                  <a:lnTo>
                    <a:pt x="643270" y="239276"/>
                  </a:lnTo>
                  <a:lnTo>
                    <a:pt x="653814" y="227775"/>
                  </a:lnTo>
                  <a:lnTo>
                    <a:pt x="667609" y="220228"/>
                  </a:lnTo>
                  <a:lnTo>
                    <a:pt x="679471" y="216724"/>
                  </a:lnTo>
                  <a:lnTo>
                    <a:pt x="696517" y="206751"/>
                  </a:lnTo>
                  <a:lnTo>
                    <a:pt x="718659" y="193633"/>
                  </a:lnTo>
                  <a:lnTo>
                    <a:pt x="736672" y="184738"/>
                  </a:lnTo>
                  <a:lnTo>
                    <a:pt x="754596" y="169284"/>
                  </a:lnTo>
                  <a:lnTo>
                    <a:pt x="767776" y="158502"/>
                  </a:lnTo>
                  <a:lnTo>
                    <a:pt x="791852" y="140802"/>
                  </a:lnTo>
                  <a:lnTo>
                    <a:pt x="809864" y="126965"/>
                  </a:lnTo>
                  <a:lnTo>
                    <a:pt x="825680" y="114297"/>
                  </a:lnTo>
                  <a:lnTo>
                    <a:pt x="832007" y="109265"/>
                  </a:lnTo>
                  <a:lnTo>
                    <a:pt x="850019" y="93811"/>
                  </a:lnTo>
                  <a:lnTo>
                    <a:pt x="868296" y="86893"/>
                  </a:lnTo>
                  <a:lnTo>
                    <a:pt x="884639" y="82041"/>
                  </a:lnTo>
                  <a:lnTo>
                    <a:pt x="900982" y="77099"/>
                  </a:lnTo>
                  <a:lnTo>
                    <a:pt x="916710" y="66857"/>
                  </a:lnTo>
                  <a:lnTo>
                    <a:pt x="933756" y="51493"/>
                  </a:lnTo>
                  <a:lnTo>
                    <a:pt x="960292" y="43047"/>
                  </a:lnTo>
                  <a:lnTo>
                    <a:pt x="981643" y="38105"/>
                  </a:lnTo>
                  <a:lnTo>
                    <a:pt x="983489" y="37656"/>
                  </a:lnTo>
                  <a:lnTo>
                    <a:pt x="995614" y="35410"/>
                  </a:lnTo>
                  <a:lnTo>
                    <a:pt x="1004577" y="33703"/>
                  </a:lnTo>
                  <a:lnTo>
                    <a:pt x="1055539" y="28042"/>
                  </a:lnTo>
                  <a:lnTo>
                    <a:pt x="1083481" y="22382"/>
                  </a:lnTo>
                  <a:lnTo>
                    <a:pt x="1115288" y="11061"/>
                  </a:lnTo>
                  <a:lnTo>
                    <a:pt x="1127765" y="8994"/>
                  </a:lnTo>
                  <a:lnTo>
                    <a:pt x="1130313" y="8545"/>
                  </a:lnTo>
                  <a:lnTo>
                    <a:pt x="1155619" y="459"/>
                  </a:lnTo>
                  <a:lnTo>
                    <a:pt x="11595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767880" y="2102586"/>
              <a:ext cx="681738" cy="801896"/>
            </a:xfrm>
            <a:custGeom>
              <a:avLst/>
              <a:pathLst>
                <a:path w="681738" h="801896">
                  <a:moveTo>
                    <a:pt x="129233" y="5570"/>
                  </a:moveTo>
                  <a:lnTo>
                    <a:pt x="132397" y="7996"/>
                  </a:lnTo>
                  <a:lnTo>
                    <a:pt x="134857" y="10602"/>
                  </a:lnTo>
                  <a:lnTo>
                    <a:pt x="136087" y="11859"/>
                  </a:lnTo>
                  <a:lnTo>
                    <a:pt x="135999" y="12039"/>
                  </a:lnTo>
                  <a:lnTo>
                    <a:pt x="136526" y="12578"/>
                  </a:lnTo>
                  <a:lnTo>
                    <a:pt x="137405" y="13926"/>
                  </a:lnTo>
                  <a:lnTo>
                    <a:pt x="137581" y="14914"/>
                  </a:lnTo>
                  <a:lnTo>
                    <a:pt x="138108" y="15993"/>
                  </a:lnTo>
                  <a:lnTo>
                    <a:pt x="138196" y="16172"/>
                  </a:lnTo>
                  <a:lnTo>
                    <a:pt x="138899" y="17250"/>
                  </a:lnTo>
                  <a:lnTo>
                    <a:pt x="139777" y="18329"/>
                  </a:lnTo>
                  <a:lnTo>
                    <a:pt x="140656" y="19317"/>
                  </a:lnTo>
                  <a:lnTo>
                    <a:pt x="144874" y="24618"/>
                  </a:lnTo>
                  <a:lnTo>
                    <a:pt x="145313" y="25157"/>
                  </a:lnTo>
                  <a:lnTo>
                    <a:pt x="145928" y="25876"/>
                  </a:lnTo>
                  <a:lnTo>
                    <a:pt x="146543" y="26505"/>
                  </a:lnTo>
                  <a:lnTo>
                    <a:pt x="148476" y="29110"/>
                  </a:lnTo>
                  <a:lnTo>
                    <a:pt x="152430" y="34142"/>
                  </a:lnTo>
                  <a:lnTo>
                    <a:pt x="152957" y="34951"/>
                  </a:lnTo>
                  <a:lnTo>
                    <a:pt x="162447" y="48877"/>
                  </a:lnTo>
                  <a:lnTo>
                    <a:pt x="165259" y="52920"/>
                  </a:lnTo>
                  <a:lnTo>
                    <a:pt x="160778" y="61186"/>
                  </a:lnTo>
                  <a:lnTo>
                    <a:pt x="151639" y="77629"/>
                  </a:lnTo>
                  <a:lnTo>
                    <a:pt x="152694" y="78257"/>
                  </a:lnTo>
                  <a:lnTo>
                    <a:pt x="167895" y="86703"/>
                  </a:lnTo>
                  <a:lnTo>
                    <a:pt x="175188" y="90567"/>
                  </a:lnTo>
                  <a:lnTo>
                    <a:pt x="177560" y="86434"/>
                  </a:lnTo>
                  <a:lnTo>
                    <a:pt x="179932" y="82301"/>
                  </a:lnTo>
                  <a:lnTo>
                    <a:pt x="183447" y="83918"/>
                  </a:lnTo>
                  <a:lnTo>
                    <a:pt x="184150" y="83019"/>
                  </a:lnTo>
                  <a:lnTo>
                    <a:pt x="185556" y="80414"/>
                  </a:lnTo>
                  <a:lnTo>
                    <a:pt x="193552" y="84457"/>
                  </a:lnTo>
                  <a:lnTo>
                    <a:pt x="194782" y="77808"/>
                  </a:lnTo>
                  <a:lnTo>
                    <a:pt x="196100" y="72327"/>
                  </a:lnTo>
                  <a:lnTo>
                    <a:pt x="197506" y="69902"/>
                  </a:lnTo>
                  <a:lnTo>
                    <a:pt x="198296" y="68644"/>
                  </a:lnTo>
                  <a:lnTo>
                    <a:pt x="199439" y="66847"/>
                  </a:lnTo>
                  <a:lnTo>
                    <a:pt x="201196" y="64241"/>
                  </a:lnTo>
                  <a:lnTo>
                    <a:pt x="204271" y="61186"/>
                  </a:lnTo>
                  <a:lnTo>
                    <a:pt x="205238" y="60198"/>
                  </a:lnTo>
                  <a:lnTo>
                    <a:pt x="206732" y="61186"/>
                  </a:lnTo>
                  <a:lnTo>
                    <a:pt x="218418" y="68105"/>
                  </a:lnTo>
                  <a:lnTo>
                    <a:pt x="230543" y="91106"/>
                  </a:lnTo>
                  <a:lnTo>
                    <a:pt x="234585" y="93801"/>
                  </a:lnTo>
                  <a:lnTo>
                    <a:pt x="236167" y="94700"/>
                  </a:lnTo>
                  <a:lnTo>
                    <a:pt x="237046" y="95149"/>
                  </a:lnTo>
                  <a:lnTo>
                    <a:pt x="233531" y="102696"/>
                  </a:lnTo>
                  <a:lnTo>
                    <a:pt x="235376" y="103774"/>
                  </a:lnTo>
                  <a:lnTo>
                    <a:pt x="237924" y="105122"/>
                  </a:lnTo>
                  <a:lnTo>
                    <a:pt x="238539" y="105571"/>
                  </a:lnTo>
                  <a:lnTo>
                    <a:pt x="238188" y="106560"/>
                  </a:lnTo>
                  <a:lnTo>
                    <a:pt x="238451" y="107368"/>
                  </a:lnTo>
                  <a:lnTo>
                    <a:pt x="239594" y="109615"/>
                  </a:lnTo>
                  <a:lnTo>
                    <a:pt x="282385" y="175833"/>
                  </a:lnTo>
                  <a:lnTo>
                    <a:pt x="280452" y="176911"/>
                  </a:lnTo>
                  <a:lnTo>
                    <a:pt x="282824" y="181853"/>
                  </a:lnTo>
                  <a:lnTo>
                    <a:pt x="285724" y="180235"/>
                  </a:lnTo>
                  <a:lnTo>
                    <a:pt x="288623" y="177989"/>
                  </a:lnTo>
                  <a:lnTo>
                    <a:pt x="290293" y="176282"/>
                  </a:lnTo>
                  <a:lnTo>
                    <a:pt x="291259" y="175024"/>
                  </a:lnTo>
                  <a:lnTo>
                    <a:pt x="294071" y="177720"/>
                  </a:lnTo>
                  <a:lnTo>
                    <a:pt x="295653" y="176731"/>
                  </a:lnTo>
                  <a:lnTo>
                    <a:pt x="297410" y="178349"/>
                  </a:lnTo>
                  <a:lnTo>
                    <a:pt x="297322" y="179067"/>
                  </a:lnTo>
                  <a:lnTo>
                    <a:pt x="297937" y="179786"/>
                  </a:lnTo>
                  <a:lnTo>
                    <a:pt x="297937" y="180325"/>
                  </a:lnTo>
                  <a:lnTo>
                    <a:pt x="297146" y="180774"/>
                  </a:lnTo>
                  <a:lnTo>
                    <a:pt x="295916" y="181403"/>
                  </a:lnTo>
                  <a:lnTo>
                    <a:pt x="295037" y="182032"/>
                  </a:lnTo>
                  <a:lnTo>
                    <a:pt x="294598" y="183021"/>
                  </a:lnTo>
                  <a:lnTo>
                    <a:pt x="294422" y="184009"/>
                  </a:lnTo>
                  <a:lnTo>
                    <a:pt x="294422" y="185177"/>
                  </a:lnTo>
                  <a:lnTo>
                    <a:pt x="294686" y="186165"/>
                  </a:lnTo>
                  <a:lnTo>
                    <a:pt x="294598" y="186974"/>
                  </a:lnTo>
                  <a:lnTo>
                    <a:pt x="295301" y="187244"/>
                  </a:lnTo>
                  <a:lnTo>
                    <a:pt x="295916" y="187513"/>
                  </a:lnTo>
                  <a:lnTo>
                    <a:pt x="296531" y="188142"/>
                  </a:lnTo>
                  <a:lnTo>
                    <a:pt x="297322" y="189130"/>
                  </a:lnTo>
                  <a:lnTo>
                    <a:pt x="297761" y="190119"/>
                  </a:lnTo>
                  <a:lnTo>
                    <a:pt x="299519" y="189759"/>
                  </a:lnTo>
                  <a:lnTo>
                    <a:pt x="300046" y="190119"/>
                  </a:lnTo>
                  <a:lnTo>
                    <a:pt x="301540" y="190478"/>
                  </a:lnTo>
                  <a:lnTo>
                    <a:pt x="302418" y="191197"/>
                  </a:lnTo>
                  <a:lnTo>
                    <a:pt x="303297" y="192994"/>
                  </a:lnTo>
                  <a:lnTo>
                    <a:pt x="303385" y="193533"/>
                  </a:lnTo>
                  <a:lnTo>
                    <a:pt x="304088" y="194701"/>
                  </a:lnTo>
                  <a:lnTo>
                    <a:pt x="305406" y="197037"/>
                  </a:lnTo>
                  <a:lnTo>
                    <a:pt x="306899" y="199373"/>
                  </a:lnTo>
                  <a:lnTo>
                    <a:pt x="307339" y="199553"/>
                  </a:lnTo>
                  <a:lnTo>
                    <a:pt x="315071" y="200361"/>
                  </a:lnTo>
                  <a:lnTo>
                    <a:pt x="315862" y="200182"/>
                  </a:lnTo>
                  <a:lnTo>
                    <a:pt x="320870" y="199283"/>
                  </a:lnTo>
                  <a:lnTo>
                    <a:pt x="325966" y="196947"/>
                  </a:lnTo>
                  <a:lnTo>
                    <a:pt x="330272" y="195150"/>
                  </a:lnTo>
                  <a:lnTo>
                    <a:pt x="336247" y="194342"/>
                  </a:lnTo>
                  <a:lnTo>
                    <a:pt x="344155" y="194521"/>
                  </a:lnTo>
                  <a:lnTo>
                    <a:pt x="351975" y="193174"/>
                  </a:lnTo>
                  <a:lnTo>
                    <a:pt x="361640" y="188861"/>
                  </a:lnTo>
                  <a:lnTo>
                    <a:pt x="368142" y="183919"/>
                  </a:lnTo>
                  <a:lnTo>
                    <a:pt x="375611" y="178708"/>
                  </a:lnTo>
                  <a:lnTo>
                    <a:pt x="380531" y="173587"/>
                  </a:lnTo>
                  <a:lnTo>
                    <a:pt x="383519" y="170532"/>
                  </a:lnTo>
                  <a:lnTo>
                    <a:pt x="389230" y="164063"/>
                  </a:lnTo>
                  <a:lnTo>
                    <a:pt x="403201" y="155617"/>
                  </a:lnTo>
                  <a:lnTo>
                    <a:pt x="411900" y="152921"/>
                  </a:lnTo>
                  <a:lnTo>
                    <a:pt x="425695" y="150316"/>
                  </a:lnTo>
                  <a:lnTo>
                    <a:pt x="434657" y="146902"/>
                  </a:lnTo>
                  <a:lnTo>
                    <a:pt x="446168" y="140792"/>
                  </a:lnTo>
                  <a:lnTo>
                    <a:pt x="450561" y="138815"/>
                  </a:lnTo>
                  <a:lnTo>
                    <a:pt x="459436" y="140253"/>
                  </a:lnTo>
                  <a:lnTo>
                    <a:pt x="469540" y="143577"/>
                  </a:lnTo>
                  <a:lnTo>
                    <a:pt x="480084" y="144476"/>
                  </a:lnTo>
                  <a:lnTo>
                    <a:pt x="496515" y="145015"/>
                  </a:lnTo>
                  <a:lnTo>
                    <a:pt x="513561" y="144655"/>
                  </a:lnTo>
                  <a:lnTo>
                    <a:pt x="523578" y="144566"/>
                  </a:lnTo>
                  <a:lnTo>
                    <a:pt x="534298" y="140882"/>
                  </a:lnTo>
                  <a:lnTo>
                    <a:pt x="549762" y="128483"/>
                  </a:lnTo>
                  <a:lnTo>
                    <a:pt x="559252" y="119678"/>
                  </a:lnTo>
                  <a:lnTo>
                    <a:pt x="563909" y="116263"/>
                  </a:lnTo>
                  <a:lnTo>
                    <a:pt x="573047" y="108806"/>
                  </a:lnTo>
                  <a:lnTo>
                    <a:pt x="578495" y="107997"/>
                  </a:lnTo>
                  <a:lnTo>
                    <a:pt x="590708" y="107458"/>
                  </a:lnTo>
                  <a:lnTo>
                    <a:pt x="595629" y="106739"/>
                  </a:lnTo>
                  <a:lnTo>
                    <a:pt x="602219" y="105751"/>
                  </a:lnTo>
                  <a:lnTo>
                    <a:pt x="610214" y="105392"/>
                  </a:lnTo>
                  <a:lnTo>
                    <a:pt x="617156" y="108177"/>
                  </a:lnTo>
                  <a:lnTo>
                    <a:pt x="617947" y="108536"/>
                  </a:lnTo>
                  <a:lnTo>
                    <a:pt x="627173" y="112759"/>
                  </a:lnTo>
                  <a:lnTo>
                    <a:pt x="638332" y="116084"/>
                  </a:lnTo>
                  <a:lnTo>
                    <a:pt x="644658" y="116173"/>
                  </a:lnTo>
                  <a:lnTo>
                    <a:pt x="659156" y="110962"/>
                  </a:lnTo>
                  <a:lnTo>
                    <a:pt x="664692" y="104044"/>
                  </a:lnTo>
                  <a:lnTo>
                    <a:pt x="681738" y="84187"/>
                  </a:lnTo>
                  <a:lnTo>
                    <a:pt x="676026" y="104403"/>
                  </a:lnTo>
                  <a:lnTo>
                    <a:pt x="676290" y="121295"/>
                  </a:lnTo>
                  <a:lnTo>
                    <a:pt x="671369" y="144745"/>
                  </a:lnTo>
                  <a:lnTo>
                    <a:pt x="670842" y="146183"/>
                  </a:lnTo>
                  <a:lnTo>
                    <a:pt x="664252" y="162356"/>
                  </a:lnTo>
                  <a:lnTo>
                    <a:pt x="658980" y="175384"/>
                  </a:lnTo>
                  <a:lnTo>
                    <a:pt x="658453" y="185896"/>
                  </a:lnTo>
                  <a:lnTo>
                    <a:pt x="662495" y="213479"/>
                  </a:lnTo>
                  <a:lnTo>
                    <a:pt x="662056" y="227316"/>
                  </a:lnTo>
                  <a:lnTo>
                    <a:pt x="661968" y="231179"/>
                  </a:lnTo>
                  <a:lnTo>
                    <a:pt x="669173" y="239445"/>
                  </a:lnTo>
                  <a:lnTo>
                    <a:pt x="674093" y="245016"/>
                  </a:lnTo>
                  <a:lnTo>
                    <a:pt x="674620" y="246544"/>
                  </a:lnTo>
                  <a:lnTo>
                    <a:pt x="677872" y="256337"/>
                  </a:lnTo>
                  <a:lnTo>
                    <a:pt x="672775" y="260740"/>
                  </a:lnTo>
                  <a:lnTo>
                    <a:pt x="660035" y="262357"/>
                  </a:lnTo>
                  <a:lnTo>
                    <a:pt x="639562" y="261279"/>
                  </a:lnTo>
                  <a:lnTo>
                    <a:pt x="613905" y="265412"/>
                  </a:lnTo>
                  <a:lnTo>
                    <a:pt x="602834" y="275924"/>
                  </a:lnTo>
                  <a:lnTo>
                    <a:pt x="591147" y="286975"/>
                  </a:lnTo>
                  <a:lnTo>
                    <a:pt x="582361" y="298835"/>
                  </a:lnTo>
                  <a:lnTo>
                    <a:pt x="579725" y="321567"/>
                  </a:lnTo>
                  <a:lnTo>
                    <a:pt x="575771" y="329833"/>
                  </a:lnTo>
                  <a:lnTo>
                    <a:pt x="568917" y="333427"/>
                  </a:lnTo>
                  <a:lnTo>
                    <a:pt x="549674" y="340435"/>
                  </a:lnTo>
                  <a:lnTo>
                    <a:pt x="547302" y="355350"/>
                  </a:lnTo>
                  <a:lnTo>
                    <a:pt x="544842" y="357686"/>
                  </a:lnTo>
                  <a:lnTo>
                    <a:pt x="539306" y="360921"/>
                  </a:lnTo>
                  <a:lnTo>
                    <a:pt x="536670" y="361460"/>
                  </a:lnTo>
                  <a:lnTo>
                    <a:pt x="531574" y="362628"/>
                  </a:lnTo>
                  <a:lnTo>
                    <a:pt x="529641" y="364604"/>
                  </a:lnTo>
                  <a:lnTo>
                    <a:pt x="528586" y="368558"/>
                  </a:lnTo>
                  <a:lnTo>
                    <a:pt x="528674" y="376285"/>
                  </a:lnTo>
                  <a:lnTo>
                    <a:pt x="527181" y="379699"/>
                  </a:lnTo>
                  <a:lnTo>
                    <a:pt x="517076" y="390031"/>
                  </a:lnTo>
                  <a:lnTo>
                    <a:pt x="509080" y="395782"/>
                  </a:lnTo>
                  <a:lnTo>
                    <a:pt x="501875" y="398118"/>
                  </a:lnTo>
                  <a:lnTo>
                    <a:pt x="489047" y="403688"/>
                  </a:lnTo>
                  <a:lnTo>
                    <a:pt x="482193" y="410607"/>
                  </a:lnTo>
                  <a:lnTo>
                    <a:pt x="478678" y="411595"/>
                  </a:lnTo>
                  <a:lnTo>
                    <a:pt x="474724" y="414650"/>
                  </a:lnTo>
                  <a:lnTo>
                    <a:pt x="469013" y="420670"/>
                  </a:lnTo>
                  <a:lnTo>
                    <a:pt x="463390" y="425072"/>
                  </a:lnTo>
                  <a:lnTo>
                    <a:pt x="455218" y="428936"/>
                  </a:lnTo>
                  <a:lnTo>
                    <a:pt x="451879" y="430283"/>
                  </a:lnTo>
                  <a:lnTo>
                    <a:pt x="445641" y="432889"/>
                  </a:lnTo>
                  <a:lnTo>
                    <a:pt x="441247" y="438550"/>
                  </a:lnTo>
                  <a:lnTo>
                    <a:pt x="425080" y="444749"/>
                  </a:lnTo>
                  <a:lnTo>
                    <a:pt x="425343" y="451038"/>
                  </a:lnTo>
                  <a:lnTo>
                    <a:pt x="437557" y="470356"/>
                  </a:lnTo>
                  <a:lnTo>
                    <a:pt x="440896" y="479700"/>
                  </a:lnTo>
                  <a:lnTo>
                    <a:pt x="440281" y="484372"/>
                  </a:lnTo>
                  <a:lnTo>
                    <a:pt x="432812" y="489494"/>
                  </a:lnTo>
                  <a:lnTo>
                    <a:pt x="426398" y="503779"/>
                  </a:lnTo>
                  <a:lnTo>
                    <a:pt x="424201" y="519593"/>
                  </a:lnTo>
                  <a:lnTo>
                    <a:pt x="424465" y="530824"/>
                  </a:lnTo>
                  <a:lnTo>
                    <a:pt x="418402" y="541696"/>
                  </a:lnTo>
                  <a:lnTo>
                    <a:pt x="418578" y="557599"/>
                  </a:lnTo>
                  <a:lnTo>
                    <a:pt x="408824" y="572514"/>
                  </a:lnTo>
                  <a:lnTo>
                    <a:pt x="398983" y="581858"/>
                  </a:lnTo>
                  <a:lnTo>
                    <a:pt x="395381" y="585272"/>
                  </a:lnTo>
                  <a:lnTo>
                    <a:pt x="381586" y="596054"/>
                  </a:lnTo>
                  <a:lnTo>
                    <a:pt x="364803" y="608722"/>
                  </a:lnTo>
                  <a:lnTo>
                    <a:pt x="353469" y="621211"/>
                  </a:lnTo>
                  <a:lnTo>
                    <a:pt x="346439" y="630286"/>
                  </a:lnTo>
                  <a:lnTo>
                    <a:pt x="337565" y="638822"/>
                  </a:lnTo>
                  <a:lnTo>
                    <a:pt x="327372" y="654994"/>
                  </a:lnTo>
                  <a:lnTo>
                    <a:pt x="317004" y="656791"/>
                  </a:lnTo>
                  <a:lnTo>
                    <a:pt x="309008" y="667753"/>
                  </a:lnTo>
                  <a:lnTo>
                    <a:pt x="304615" y="668112"/>
                  </a:lnTo>
                  <a:lnTo>
                    <a:pt x="295389" y="667843"/>
                  </a:lnTo>
                  <a:lnTo>
                    <a:pt x="283703" y="667304"/>
                  </a:lnTo>
                  <a:lnTo>
                    <a:pt x="277640" y="668382"/>
                  </a:lnTo>
                  <a:lnTo>
                    <a:pt x="273422" y="672245"/>
                  </a:lnTo>
                  <a:lnTo>
                    <a:pt x="270874" y="673593"/>
                  </a:lnTo>
                  <a:lnTo>
                    <a:pt x="268238" y="675839"/>
                  </a:lnTo>
                  <a:lnTo>
                    <a:pt x="260154" y="680961"/>
                  </a:lnTo>
                  <a:lnTo>
                    <a:pt x="254531" y="684734"/>
                  </a:lnTo>
                  <a:lnTo>
                    <a:pt x="248556" y="686082"/>
                  </a:lnTo>
                  <a:lnTo>
                    <a:pt x="245129" y="687340"/>
                  </a:lnTo>
                  <a:lnTo>
                    <a:pt x="242933" y="688957"/>
                  </a:lnTo>
                  <a:lnTo>
                    <a:pt x="232828" y="690574"/>
                  </a:lnTo>
                  <a:lnTo>
                    <a:pt x="228083" y="691922"/>
                  </a:lnTo>
                  <a:lnTo>
                    <a:pt x="223251" y="694168"/>
                  </a:lnTo>
                  <a:lnTo>
                    <a:pt x="219297" y="697582"/>
                  </a:lnTo>
                  <a:lnTo>
                    <a:pt x="210071" y="696145"/>
                  </a:lnTo>
                  <a:lnTo>
                    <a:pt x="203481" y="695696"/>
                  </a:lnTo>
                  <a:lnTo>
                    <a:pt x="199351" y="696145"/>
                  </a:lnTo>
                  <a:lnTo>
                    <a:pt x="193288" y="698032"/>
                  </a:lnTo>
                  <a:lnTo>
                    <a:pt x="190389" y="697852"/>
                  </a:lnTo>
                  <a:lnTo>
                    <a:pt x="185380" y="698840"/>
                  </a:lnTo>
                  <a:lnTo>
                    <a:pt x="177911" y="699829"/>
                  </a:lnTo>
                  <a:lnTo>
                    <a:pt x="171234" y="700637"/>
                  </a:lnTo>
                  <a:lnTo>
                    <a:pt x="169564" y="701536"/>
                  </a:lnTo>
                  <a:lnTo>
                    <a:pt x="159460" y="706388"/>
                  </a:lnTo>
                  <a:lnTo>
                    <a:pt x="155769" y="712587"/>
                  </a:lnTo>
                  <a:lnTo>
                    <a:pt x="153221" y="716540"/>
                  </a:lnTo>
                  <a:lnTo>
                    <a:pt x="147949" y="721123"/>
                  </a:lnTo>
                  <a:lnTo>
                    <a:pt x="140568" y="726154"/>
                  </a:lnTo>
                  <a:lnTo>
                    <a:pt x="133539" y="729928"/>
                  </a:lnTo>
                  <a:lnTo>
                    <a:pt x="129936" y="731006"/>
                  </a:lnTo>
                  <a:lnTo>
                    <a:pt x="127213" y="732893"/>
                  </a:lnTo>
                  <a:lnTo>
                    <a:pt x="125104" y="733702"/>
                  </a:lnTo>
                  <a:lnTo>
                    <a:pt x="120623" y="734870"/>
                  </a:lnTo>
                  <a:lnTo>
                    <a:pt x="119129" y="736307"/>
                  </a:lnTo>
                  <a:lnTo>
                    <a:pt x="118250" y="742866"/>
                  </a:lnTo>
                  <a:lnTo>
                    <a:pt x="116932" y="747718"/>
                  </a:lnTo>
                  <a:lnTo>
                    <a:pt x="115087" y="750234"/>
                  </a:lnTo>
                  <a:lnTo>
                    <a:pt x="113154" y="751581"/>
                  </a:lnTo>
                  <a:lnTo>
                    <a:pt x="112100" y="753828"/>
                  </a:lnTo>
                  <a:lnTo>
                    <a:pt x="110079" y="757422"/>
                  </a:lnTo>
                  <a:lnTo>
                    <a:pt x="107530" y="760387"/>
                  </a:lnTo>
                  <a:lnTo>
                    <a:pt x="105773" y="762094"/>
                  </a:lnTo>
                  <a:lnTo>
                    <a:pt x="105422" y="762453"/>
                  </a:lnTo>
                  <a:lnTo>
                    <a:pt x="105158" y="762723"/>
                  </a:lnTo>
                  <a:lnTo>
                    <a:pt x="101204" y="765148"/>
                  </a:lnTo>
                  <a:lnTo>
                    <a:pt x="100150" y="765598"/>
                  </a:lnTo>
                  <a:lnTo>
                    <a:pt x="99535" y="765867"/>
                  </a:lnTo>
                  <a:lnTo>
                    <a:pt x="99095" y="766137"/>
                  </a:lnTo>
                  <a:lnTo>
                    <a:pt x="97338" y="767035"/>
                  </a:lnTo>
                  <a:lnTo>
                    <a:pt x="95405" y="768024"/>
                  </a:lnTo>
                  <a:lnTo>
                    <a:pt x="93999" y="768383"/>
                  </a:lnTo>
                  <a:lnTo>
                    <a:pt x="93560" y="768563"/>
                  </a:lnTo>
                  <a:lnTo>
                    <a:pt x="92066" y="769192"/>
                  </a:lnTo>
                  <a:lnTo>
                    <a:pt x="91539" y="769461"/>
                  </a:lnTo>
                  <a:lnTo>
                    <a:pt x="89694" y="770629"/>
                  </a:lnTo>
                  <a:lnTo>
                    <a:pt x="89166" y="771977"/>
                  </a:lnTo>
                  <a:lnTo>
                    <a:pt x="88376" y="772606"/>
                  </a:lnTo>
                  <a:lnTo>
                    <a:pt x="87409" y="773235"/>
                  </a:lnTo>
                  <a:lnTo>
                    <a:pt x="85740" y="774852"/>
                  </a:lnTo>
                  <a:lnTo>
                    <a:pt x="84158" y="776110"/>
                  </a:lnTo>
                  <a:lnTo>
                    <a:pt x="83279" y="776829"/>
                  </a:lnTo>
                  <a:lnTo>
                    <a:pt x="82928" y="777188"/>
                  </a:lnTo>
                  <a:lnTo>
                    <a:pt x="82752" y="777548"/>
                  </a:lnTo>
                  <a:lnTo>
                    <a:pt x="82225" y="778266"/>
                  </a:lnTo>
                  <a:lnTo>
                    <a:pt x="81961" y="778716"/>
                  </a:lnTo>
                  <a:lnTo>
                    <a:pt x="81873" y="779434"/>
                  </a:lnTo>
                  <a:lnTo>
                    <a:pt x="81873" y="779704"/>
                  </a:lnTo>
                  <a:lnTo>
                    <a:pt x="81961" y="780063"/>
                  </a:lnTo>
                  <a:lnTo>
                    <a:pt x="81961" y="780513"/>
                  </a:lnTo>
                  <a:lnTo>
                    <a:pt x="81961" y="780692"/>
                  </a:lnTo>
                  <a:lnTo>
                    <a:pt x="81786" y="781052"/>
                  </a:lnTo>
                  <a:lnTo>
                    <a:pt x="81083" y="780962"/>
                  </a:lnTo>
                  <a:lnTo>
                    <a:pt x="80116" y="783478"/>
                  </a:lnTo>
                  <a:lnTo>
                    <a:pt x="79765" y="783837"/>
                  </a:lnTo>
                  <a:lnTo>
                    <a:pt x="79501" y="784017"/>
                  </a:lnTo>
                  <a:lnTo>
                    <a:pt x="76338" y="784106"/>
                  </a:lnTo>
                  <a:lnTo>
                    <a:pt x="75371" y="783657"/>
                  </a:lnTo>
                  <a:lnTo>
                    <a:pt x="75020" y="783657"/>
                  </a:lnTo>
                  <a:lnTo>
                    <a:pt x="74756" y="783567"/>
                  </a:lnTo>
                  <a:lnTo>
                    <a:pt x="74581" y="783567"/>
                  </a:lnTo>
                  <a:lnTo>
                    <a:pt x="74756" y="783298"/>
                  </a:lnTo>
                  <a:lnTo>
                    <a:pt x="74668" y="783118"/>
                  </a:lnTo>
                  <a:lnTo>
                    <a:pt x="74581" y="782849"/>
                  </a:lnTo>
                  <a:lnTo>
                    <a:pt x="74405" y="782669"/>
                  </a:lnTo>
                  <a:lnTo>
                    <a:pt x="74141" y="782399"/>
                  </a:lnTo>
                  <a:lnTo>
                    <a:pt x="73614" y="782849"/>
                  </a:lnTo>
                  <a:lnTo>
                    <a:pt x="73438" y="783028"/>
                  </a:lnTo>
                  <a:lnTo>
                    <a:pt x="72296" y="784106"/>
                  </a:lnTo>
                  <a:lnTo>
                    <a:pt x="71769" y="784556"/>
                  </a:lnTo>
                  <a:lnTo>
                    <a:pt x="71681" y="785005"/>
                  </a:lnTo>
                  <a:lnTo>
                    <a:pt x="70187" y="789318"/>
                  </a:lnTo>
                  <a:lnTo>
                    <a:pt x="69133" y="792462"/>
                  </a:lnTo>
                  <a:lnTo>
                    <a:pt x="68342" y="794888"/>
                  </a:lnTo>
                  <a:lnTo>
                    <a:pt x="67991" y="795787"/>
                  </a:lnTo>
                  <a:lnTo>
                    <a:pt x="67903" y="796326"/>
                  </a:lnTo>
                  <a:lnTo>
                    <a:pt x="67991" y="796955"/>
                  </a:lnTo>
                  <a:lnTo>
                    <a:pt x="68342" y="798213"/>
                  </a:lnTo>
                  <a:lnTo>
                    <a:pt x="67903" y="798213"/>
                  </a:lnTo>
                  <a:lnTo>
                    <a:pt x="65882" y="798752"/>
                  </a:lnTo>
                  <a:lnTo>
                    <a:pt x="65179" y="798931"/>
                  </a:lnTo>
                  <a:lnTo>
                    <a:pt x="62806" y="799560"/>
                  </a:lnTo>
                  <a:lnTo>
                    <a:pt x="54547" y="801896"/>
                  </a:lnTo>
                  <a:lnTo>
                    <a:pt x="54371" y="801896"/>
                  </a:lnTo>
                  <a:lnTo>
                    <a:pt x="54108" y="801807"/>
                  </a:lnTo>
                  <a:lnTo>
                    <a:pt x="51735" y="801088"/>
                  </a:lnTo>
                  <a:lnTo>
                    <a:pt x="48221" y="799920"/>
                  </a:lnTo>
                  <a:lnTo>
                    <a:pt x="47342" y="799650"/>
                  </a:lnTo>
                  <a:lnTo>
                    <a:pt x="47166" y="799560"/>
                  </a:lnTo>
                  <a:lnTo>
                    <a:pt x="46903" y="798213"/>
                  </a:lnTo>
                  <a:lnTo>
                    <a:pt x="46903" y="798033"/>
                  </a:lnTo>
                  <a:lnTo>
                    <a:pt x="46639" y="796506"/>
                  </a:lnTo>
                  <a:lnTo>
                    <a:pt x="45936" y="792912"/>
                  </a:lnTo>
                  <a:lnTo>
                    <a:pt x="45497" y="791115"/>
                  </a:lnTo>
                  <a:lnTo>
                    <a:pt x="43739" y="782310"/>
                  </a:lnTo>
                  <a:lnTo>
                    <a:pt x="43212" y="780063"/>
                  </a:lnTo>
                  <a:lnTo>
                    <a:pt x="41718" y="773325"/>
                  </a:lnTo>
                  <a:lnTo>
                    <a:pt x="40928" y="769910"/>
                  </a:lnTo>
                  <a:lnTo>
                    <a:pt x="40752" y="769012"/>
                  </a:lnTo>
                  <a:lnTo>
                    <a:pt x="39961" y="765328"/>
                  </a:lnTo>
                  <a:lnTo>
                    <a:pt x="37062" y="752210"/>
                  </a:lnTo>
                  <a:lnTo>
                    <a:pt x="33020" y="733612"/>
                  </a:lnTo>
                  <a:lnTo>
                    <a:pt x="26869" y="707106"/>
                  </a:lnTo>
                  <a:lnTo>
                    <a:pt x="23794" y="693899"/>
                  </a:lnTo>
                  <a:lnTo>
                    <a:pt x="23794" y="693629"/>
                  </a:lnTo>
                  <a:lnTo>
                    <a:pt x="23706" y="693360"/>
                  </a:lnTo>
                  <a:lnTo>
                    <a:pt x="23442" y="692461"/>
                  </a:lnTo>
                  <a:lnTo>
                    <a:pt x="18434" y="667573"/>
                  </a:lnTo>
                  <a:lnTo>
                    <a:pt x="18082" y="665147"/>
                  </a:lnTo>
                  <a:lnTo>
                    <a:pt x="17995" y="664518"/>
                  </a:lnTo>
                  <a:lnTo>
                    <a:pt x="18082" y="661643"/>
                  </a:lnTo>
                  <a:lnTo>
                    <a:pt x="16325" y="653197"/>
                  </a:lnTo>
                  <a:lnTo>
                    <a:pt x="8856" y="616270"/>
                  </a:lnTo>
                  <a:lnTo>
                    <a:pt x="8769" y="613664"/>
                  </a:lnTo>
                  <a:lnTo>
                    <a:pt x="8681" y="612496"/>
                  </a:lnTo>
                  <a:lnTo>
                    <a:pt x="8681" y="611867"/>
                  </a:lnTo>
                  <a:lnTo>
                    <a:pt x="8681" y="611508"/>
                  </a:lnTo>
                  <a:lnTo>
                    <a:pt x="8593" y="610699"/>
                  </a:lnTo>
                  <a:lnTo>
                    <a:pt x="4727" y="590663"/>
                  </a:lnTo>
                  <a:lnTo>
                    <a:pt x="3057" y="580959"/>
                  </a:lnTo>
                  <a:lnTo>
                    <a:pt x="0" y="581438"/>
                  </a:lnTo>
                  <a:lnTo>
                    <a:pt x="0" y="145720"/>
                  </a:lnTo>
                  <a:lnTo>
                    <a:pt x="2003" y="142050"/>
                  </a:lnTo>
                  <a:lnTo>
                    <a:pt x="3145" y="139804"/>
                  </a:lnTo>
                  <a:lnTo>
                    <a:pt x="4463" y="135940"/>
                  </a:lnTo>
                  <a:lnTo>
                    <a:pt x="6308" y="132526"/>
                  </a:lnTo>
                  <a:lnTo>
                    <a:pt x="7187" y="129471"/>
                  </a:lnTo>
                  <a:lnTo>
                    <a:pt x="8856" y="126057"/>
                  </a:lnTo>
                  <a:lnTo>
                    <a:pt x="10965" y="122193"/>
                  </a:lnTo>
                  <a:lnTo>
                    <a:pt x="14041" y="117881"/>
                  </a:lnTo>
                  <a:lnTo>
                    <a:pt x="16589" y="115994"/>
                  </a:lnTo>
                  <a:lnTo>
                    <a:pt x="20191" y="113837"/>
                  </a:lnTo>
                  <a:lnTo>
                    <a:pt x="22827" y="112400"/>
                  </a:lnTo>
                  <a:lnTo>
                    <a:pt x="25287" y="108896"/>
                  </a:lnTo>
                  <a:lnTo>
                    <a:pt x="28275" y="105212"/>
                  </a:lnTo>
                  <a:lnTo>
                    <a:pt x="29944" y="102427"/>
                  </a:lnTo>
                  <a:lnTo>
                    <a:pt x="30735" y="101708"/>
                  </a:lnTo>
                  <a:lnTo>
                    <a:pt x="31877" y="100809"/>
                  </a:lnTo>
                  <a:lnTo>
                    <a:pt x="35216" y="97305"/>
                  </a:lnTo>
                  <a:lnTo>
                    <a:pt x="38380" y="93532"/>
                  </a:lnTo>
                  <a:lnTo>
                    <a:pt x="41279" y="89938"/>
                  </a:lnTo>
                  <a:lnTo>
                    <a:pt x="44091" y="85445"/>
                  </a:lnTo>
                  <a:lnTo>
                    <a:pt x="47254" y="80414"/>
                  </a:lnTo>
                  <a:lnTo>
                    <a:pt x="50857" y="77988"/>
                  </a:lnTo>
                  <a:lnTo>
                    <a:pt x="53580" y="74484"/>
                  </a:lnTo>
                  <a:lnTo>
                    <a:pt x="57447" y="69991"/>
                  </a:lnTo>
                  <a:lnTo>
                    <a:pt x="63334" y="64870"/>
                  </a:lnTo>
                  <a:lnTo>
                    <a:pt x="68342" y="60018"/>
                  </a:lnTo>
                  <a:lnTo>
                    <a:pt x="71329" y="56784"/>
                  </a:lnTo>
                  <a:lnTo>
                    <a:pt x="75811" y="51033"/>
                  </a:lnTo>
                  <a:lnTo>
                    <a:pt x="79325" y="46541"/>
                  </a:lnTo>
                  <a:lnTo>
                    <a:pt x="83631" y="42588"/>
                  </a:lnTo>
                  <a:lnTo>
                    <a:pt x="86179" y="41240"/>
                  </a:lnTo>
                  <a:lnTo>
                    <a:pt x="89869" y="38634"/>
                  </a:lnTo>
                  <a:lnTo>
                    <a:pt x="90660" y="37107"/>
                  </a:lnTo>
                  <a:lnTo>
                    <a:pt x="90924" y="36388"/>
                  </a:lnTo>
                  <a:lnTo>
                    <a:pt x="91539" y="35310"/>
                  </a:lnTo>
                  <a:lnTo>
                    <a:pt x="92505" y="33243"/>
                  </a:lnTo>
                  <a:lnTo>
                    <a:pt x="93384" y="30997"/>
                  </a:lnTo>
                  <a:lnTo>
                    <a:pt x="93823" y="29200"/>
                  </a:lnTo>
                  <a:lnTo>
                    <a:pt x="94878" y="26954"/>
                  </a:lnTo>
                  <a:lnTo>
                    <a:pt x="96284" y="24798"/>
                  </a:lnTo>
                  <a:lnTo>
                    <a:pt x="98041" y="22282"/>
                  </a:lnTo>
                  <a:lnTo>
                    <a:pt x="98304" y="21833"/>
                  </a:lnTo>
                  <a:lnTo>
                    <a:pt x="100853" y="18508"/>
                  </a:lnTo>
                  <a:lnTo>
                    <a:pt x="100940" y="18329"/>
                  </a:lnTo>
                  <a:lnTo>
                    <a:pt x="105070" y="12578"/>
                  </a:lnTo>
                  <a:lnTo>
                    <a:pt x="109815" y="7547"/>
                  </a:lnTo>
                  <a:lnTo>
                    <a:pt x="114296" y="1168"/>
                  </a:lnTo>
                  <a:lnTo>
                    <a:pt x="117284" y="0"/>
                  </a:lnTo>
                  <a:lnTo>
                    <a:pt x="124752" y="43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235488" y="3300534"/>
              <a:ext cx="679822" cy="376374"/>
            </a:xfrm>
            <a:custGeom>
              <a:avLst/>
              <a:pathLst>
                <a:path w="679822" h="376374">
                  <a:moveTo>
                    <a:pt x="587738" y="988"/>
                  </a:moveTo>
                  <a:lnTo>
                    <a:pt x="597052" y="1437"/>
                  </a:lnTo>
                  <a:lnTo>
                    <a:pt x="601972" y="1796"/>
                  </a:lnTo>
                  <a:lnTo>
                    <a:pt x="607772" y="3144"/>
                  </a:lnTo>
                  <a:lnTo>
                    <a:pt x="611550" y="3683"/>
                  </a:lnTo>
                  <a:lnTo>
                    <a:pt x="615768" y="3953"/>
                  </a:lnTo>
                  <a:lnTo>
                    <a:pt x="623324" y="3683"/>
                  </a:lnTo>
                  <a:lnTo>
                    <a:pt x="623763" y="3683"/>
                  </a:lnTo>
                  <a:lnTo>
                    <a:pt x="626136" y="3234"/>
                  </a:lnTo>
                  <a:lnTo>
                    <a:pt x="630002" y="3144"/>
                  </a:lnTo>
                  <a:lnTo>
                    <a:pt x="632726" y="2964"/>
                  </a:lnTo>
                  <a:lnTo>
                    <a:pt x="637295" y="3234"/>
                  </a:lnTo>
                  <a:lnTo>
                    <a:pt x="637910" y="3234"/>
                  </a:lnTo>
                  <a:lnTo>
                    <a:pt x="639404" y="3593"/>
                  </a:lnTo>
                  <a:lnTo>
                    <a:pt x="639579" y="3593"/>
                  </a:lnTo>
                  <a:lnTo>
                    <a:pt x="643973" y="3593"/>
                  </a:lnTo>
                  <a:lnTo>
                    <a:pt x="650914" y="5750"/>
                  </a:lnTo>
                  <a:lnTo>
                    <a:pt x="657153" y="7457"/>
                  </a:lnTo>
                  <a:lnTo>
                    <a:pt x="658910" y="7726"/>
                  </a:lnTo>
                  <a:lnTo>
                    <a:pt x="662073" y="8266"/>
                  </a:lnTo>
                  <a:lnTo>
                    <a:pt x="663303" y="8266"/>
                  </a:lnTo>
                  <a:lnTo>
                    <a:pt x="676483" y="10512"/>
                  </a:lnTo>
                  <a:lnTo>
                    <a:pt x="679822" y="11141"/>
                  </a:lnTo>
                  <a:lnTo>
                    <a:pt x="676307" y="11859"/>
                  </a:lnTo>
                  <a:lnTo>
                    <a:pt x="673935" y="13207"/>
                  </a:lnTo>
                  <a:lnTo>
                    <a:pt x="673408" y="13387"/>
                  </a:lnTo>
                  <a:lnTo>
                    <a:pt x="672793" y="13926"/>
                  </a:lnTo>
                  <a:lnTo>
                    <a:pt x="671387" y="14735"/>
                  </a:lnTo>
                  <a:lnTo>
                    <a:pt x="670333" y="15004"/>
                  </a:lnTo>
                  <a:lnTo>
                    <a:pt x="669190" y="15004"/>
                  </a:lnTo>
                  <a:lnTo>
                    <a:pt x="667433" y="15004"/>
                  </a:lnTo>
                  <a:lnTo>
                    <a:pt x="666730" y="14914"/>
                  </a:lnTo>
                  <a:lnTo>
                    <a:pt x="666291" y="14645"/>
                  </a:lnTo>
                  <a:lnTo>
                    <a:pt x="665851" y="14375"/>
                  </a:lnTo>
                  <a:lnTo>
                    <a:pt x="665324" y="14106"/>
                  </a:lnTo>
                  <a:lnTo>
                    <a:pt x="664621" y="14016"/>
                  </a:lnTo>
                  <a:lnTo>
                    <a:pt x="663655" y="14016"/>
                  </a:lnTo>
                  <a:lnTo>
                    <a:pt x="660931" y="13926"/>
                  </a:lnTo>
                  <a:lnTo>
                    <a:pt x="659964" y="14016"/>
                  </a:lnTo>
                  <a:lnTo>
                    <a:pt x="659437" y="14106"/>
                  </a:lnTo>
                  <a:lnTo>
                    <a:pt x="658910" y="14106"/>
                  </a:lnTo>
                  <a:lnTo>
                    <a:pt x="657943" y="14016"/>
                  </a:lnTo>
                  <a:lnTo>
                    <a:pt x="657240" y="13926"/>
                  </a:lnTo>
                  <a:lnTo>
                    <a:pt x="655571" y="13926"/>
                  </a:lnTo>
                  <a:lnTo>
                    <a:pt x="654165" y="14016"/>
                  </a:lnTo>
                  <a:lnTo>
                    <a:pt x="652847" y="13836"/>
                  </a:lnTo>
                  <a:lnTo>
                    <a:pt x="651968" y="13567"/>
                  </a:lnTo>
                  <a:lnTo>
                    <a:pt x="650299" y="13297"/>
                  </a:lnTo>
                  <a:lnTo>
                    <a:pt x="649245" y="13028"/>
                  </a:lnTo>
                  <a:lnTo>
                    <a:pt x="648015" y="13028"/>
                  </a:lnTo>
                  <a:lnTo>
                    <a:pt x="646433" y="13297"/>
                  </a:lnTo>
                  <a:lnTo>
                    <a:pt x="645115" y="13567"/>
                  </a:lnTo>
                  <a:lnTo>
                    <a:pt x="642303" y="13117"/>
                  </a:lnTo>
                  <a:lnTo>
                    <a:pt x="640019" y="13387"/>
                  </a:lnTo>
                  <a:lnTo>
                    <a:pt x="638876" y="14196"/>
                  </a:lnTo>
                  <a:lnTo>
                    <a:pt x="638437" y="14465"/>
                  </a:lnTo>
                  <a:lnTo>
                    <a:pt x="637207" y="15004"/>
                  </a:lnTo>
                  <a:lnTo>
                    <a:pt x="636416" y="15004"/>
                  </a:lnTo>
                  <a:lnTo>
                    <a:pt x="635450" y="14914"/>
                  </a:lnTo>
                  <a:lnTo>
                    <a:pt x="634747" y="14465"/>
                  </a:lnTo>
                  <a:lnTo>
                    <a:pt x="633780" y="13926"/>
                  </a:lnTo>
                  <a:lnTo>
                    <a:pt x="632989" y="13567"/>
                  </a:lnTo>
                  <a:lnTo>
                    <a:pt x="632814" y="13567"/>
                  </a:lnTo>
                  <a:lnTo>
                    <a:pt x="632286" y="13656"/>
                  </a:lnTo>
                  <a:lnTo>
                    <a:pt x="630617" y="14285"/>
                  </a:lnTo>
                  <a:lnTo>
                    <a:pt x="629563" y="14824"/>
                  </a:lnTo>
                  <a:lnTo>
                    <a:pt x="627981" y="15094"/>
                  </a:lnTo>
                  <a:lnTo>
                    <a:pt x="627190" y="15094"/>
                  </a:lnTo>
                  <a:lnTo>
                    <a:pt x="626663" y="15004"/>
                  </a:lnTo>
                  <a:lnTo>
                    <a:pt x="625696" y="14735"/>
                  </a:lnTo>
                  <a:lnTo>
                    <a:pt x="623851" y="14016"/>
                  </a:lnTo>
                  <a:lnTo>
                    <a:pt x="622885" y="13836"/>
                  </a:lnTo>
                  <a:lnTo>
                    <a:pt x="617437" y="14106"/>
                  </a:lnTo>
                  <a:lnTo>
                    <a:pt x="616031" y="14375"/>
                  </a:lnTo>
                  <a:lnTo>
                    <a:pt x="615152" y="14824"/>
                  </a:lnTo>
                  <a:lnTo>
                    <a:pt x="614625" y="15184"/>
                  </a:lnTo>
                  <a:lnTo>
                    <a:pt x="613571" y="15633"/>
                  </a:lnTo>
                  <a:lnTo>
                    <a:pt x="612429" y="16082"/>
                  </a:lnTo>
                  <a:lnTo>
                    <a:pt x="611286" y="16172"/>
                  </a:lnTo>
                  <a:lnTo>
                    <a:pt x="610583" y="16172"/>
                  </a:lnTo>
                  <a:lnTo>
                    <a:pt x="608914" y="15903"/>
                  </a:lnTo>
                  <a:lnTo>
                    <a:pt x="607596" y="15543"/>
                  </a:lnTo>
                  <a:lnTo>
                    <a:pt x="605926" y="15633"/>
                  </a:lnTo>
                  <a:lnTo>
                    <a:pt x="604169" y="15993"/>
                  </a:lnTo>
                  <a:lnTo>
                    <a:pt x="603290" y="16082"/>
                  </a:lnTo>
                  <a:lnTo>
                    <a:pt x="602763" y="16082"/>
                  </a:lnTo>
                  <a:lnTo>
                    <a:pt x="601094" y="16621"/>
                  </a:lnTo>
                  <a:lnTo>
                    <a:pt x="599512" y="17340"/>
                  </a:lnTo>
                  <a:lnTo>
                    <a:pt x="594504" y="18778"/>
                  </a:lnTo>
                  <a:lnTo>
                    <a:pt x="592307" y="18868"/>
                  </a:lnTo>
                  <a:lnTo>
                    <a:pt x="590813" y="18868"/>
                  </a:lnTo>
                  <a:lnTo>
                    <a:pt x="589583" y="19047"/>
                  </a:lnTo>
                  <a:lnTo>
                    <a:pt x="588441" y="19137"/>
                  </a:lnTo>
                  <a:lnTo>
                    <a:pt x="587914" y="19317"/>
                  </a:lnTo>
                  <a:lnTo>
                    <a:pt x="587123" y="19407"/>
                  </a:lnTo>
                  <a:lnTo>
                    <a:pt x="586157" y="19586"/>
                  </a:lnTo>
                  <a:lnTo>
                    <a:pt x="584663" y="19946"/>
                  </a:lnTo>
                  <a:lnTo>
                    <a:pt x="584048" y="20036"/>
                  </a:lnTo>
                  <a:lnTo>
                    <a:pt x="583784" y="20126"/>
                  </a:lnTo>
                  <a:lnTo>
                    <a:pt x="583345" y="20305"/>
                  </a:lnTo>
                  <a:lnTo>
                    <a:pt x="582818" y="20485"/>
                  </a:lnTo>
                  <a:lnTo>
                    <a:pt x="581939" y="20665"/>
                  </a:lnTo>
                  <a:lnTo>
                    <a:pt x="581324" y="20665"/>
                  </a:lnTo>
                  <a:lnTo>
                    <a:pt x="580533" y="21024"/>
                  </a:lnTo>
                  <a:lnTo>
                    <a:pt x="579654" y="21473"/>
                  </a:lnTo>
                  <a:lnTo>
                    <a:pt x="579303" y="21653"/>
                  </a:lnTo>
                  <a:lnTo>
                    <a:pt x="578864" y="22012"/>
                  </a:lnTo>
                  <a:lnTo>
                    <a:pt x="577546" y="23091"/>
                  </a:lnTo>
                  <a:lnTo>
                    <a:pt x="577194" y="23270"/>
                  </a:lnTo>
                  <a:lnTo>
                    <a:pt x="576403" y="23630"/>
                  </a:lnTo>
                  <a:lnTo>
                    <a:pt x="575788" y="23899"/>
                  </a:lnTo>
                  <a:lnTo>
                    <a:pt x="574910" y="24438"/>
                  </a:lnTo>
                  <a:lnTo>
                    <a:pt x="572889" y="26056"/>
                  </a:lnTo>
                  <a:lnTo>
                    <a:pt x="571131" y="26595"/>
                  </a:lnTo>
                  <a:lnTo>
                    <a:pt x="567968" y="26325"/>
                  </a:lnTo>
                  <a:lnTo>
                    <a:pt x="565684" y="26325"/>
                  </a:lnTo>
                  <a:lnTo>
                    <a:pt x="563048" y="27044"/>
                  </a:lnTo>
                  <a:lnTo>
                    <a:pt x="561027" y="28571"/>
                  </a:lnTo>
                  <a:lnTo>
                    <a:pt x="558918" y="28841"/>
                  </a:lnTo>
                  <a:lnTo>
                    <a:pt x="557336" y="29380"/>
                  </a:lnTo>
                  <a:lnTo>
                    <a:pt x="555667" y="29470"/>
                  </a:lnTo>
                  <a:lnTo>
                    <a:pt x="554261" y="29560"/>
                  </a:lnTo>
                  <a:lnTo>
                    <a:pt x="553646" y="28931"/>
                  </a:lnTo>
                  <a:lnTo>
                    <a:pt x="552240" y="28212"/>
                  </a:lnTo>
                  <a:lnTo>
                    <a:pt x="550219" y="29110"/>
                  </a:lnTo>
                  <a:lnTo>
                    <a:pt x="548374" y="30099"/>
                  </a:lnTo>
                  <a:lnTo>
                    <a:pt x="546265" y="29739"/>
                  </a:lnTo>
                  <a:lnTo>
                    <a:pt x="545035" y="28931"/>
                  </a:lnTo>
                  <a:lnTo>
                    <a:pt x="543981" y="28392"/>
                  </a:lnTo>
                  <a:lnTo>
                    <a:pt x="541345" y="28481"/>
                  </a:lnTo>
                  <a:lnTo>
                    <a:pt x="538094" y="29380"/>
                  </a:lnTo>
                  <a:lnTo>
                    <a:pt x="536688" y="29739"/>
                  </a:lnTo>
                  <a:lnTo>
                    <a:pt x="533437" y="30278"/>
                  </a:lnTo>
                  <a:lnTo>
                    <a:pt x="532822" y="31896"/>
                  </a:lnTo>
                  <a:lnTo>
                    <a:pt x="531855" y="32255"/>
                  </a:lnTo>
                  <a:lnTo>
                    <a:pt x="531240" y="32345"/>
                  </a:lnTo>
                  <a:lnTo>
                    <a:pt x="530273" y="32345"/>
                  </a:lnTo>
                  <a:lnTo>
                    <a:pt x="529571" y="32345"/>
                  </a:lnTo>
                  <a:lnTo>
                    <a:pt x="529043" y="32255"/>
                  </a:lnTo>
                  <a:lnTo>
                    <a:pt x="527725" y="32525"/>
                  </a:lnTo>
                  <a:lnTo>
                    <a:pt x="526935" y="32794"/>
                  </a:lnTo>
                  <a:lnTo>
                    <a:pt x="526319" y="33064"/>
                  </a:lnTo>
                  <a:lnTo>
                    <a:pt x="525617" y="33333"/>
                  </a:lnTo>
                  <a:lnTo>
                    <a:pt x="525177" y="33962"/>
                  </a:lnTo>
                  <a:lnTo>
                    <a:pt x="524386" y="34591"/>
                  </a:lnTo>
                  <a:lnTo>
                    <a:pt x="523683" y="35220"/>
                  </a:lnTo>
                  <a:lnTo>
                    <a:pt x="522629" y="36119"/>
                  </a:lnTo>
                  <a:lnTo>
                    <a:pt x="522981" y="37466"/>
                  </a:lnTo>
                  <a:lnTo>
                    <a:pt x="523420" y="38275"/>
                  </a:lnTo>
                  <a:lnTo>
                    <a:pt x="523508" y="38904"/>
                  </a:lnTo>
                  <a:lnTo>
                    <a:pt x="523420" y="39533"/>
                  </a:lnTo>
                  <a:lnTo>
                    <a:pt x="523156" y="40521"/>
                  </a:lnTo>
                  <a:lnTo>
                    <a:pt x="522278" y="41150"/>
                  </a:lnTo>
                  <a:lnTo>
                    <a:pt x="521487" y="41779"/>
                  </a:lnTo>
                  <a:lnTo>
                    <a:pt x="520696" y="43576"/>
                  </a:lnTo>
                  <a:lnTo>
                    <a:pt x="520345" y="44385"/>
                  </a:lnTo>
                  <a:lnTo>
                    <a:pt x="519466" y="47979"/>
                  </a:lnTo>
                  <a:lnTo>
                    <a:pt x="518324" y="49236"/>
                  </a:lnTo>
                  <a:lnTo>
                    <a:pt x="516654" y="51393"/>
                  </a:lnTo>
                  <a:lnTo>
                    <a:pt x="515688" y="51842"/>
                  </a:lnTo>
                  <a:lnTo>
                    <a:pt x="514282" y="52561"/>
                  </a:lnTo>
                  <a:lnTo>
                    <a:pt x="512437" y="56065"/>
                  </a:lnTo>
                  <a:lnTo>
                    <a:pt x="511997" y="56874"/>
                  </a:lnTo>
                  <a:lnTo>
                    <a:pt x="511558" y="57413"/>
                  </a:lnTo>
                  <a:lnTo>
                    <a:pt x="510855" y="58221"/>
                  </a:lnTo>
                  <a:lnTo>
                    <a:pt x="510240" y="58940"/>
                  </a:lnTo>
                  <a:lnTo>
                    <a:pt x="509625" y="59389"/>
                  </a:lnTo>
                  <a:lnTo>
                    <a:pt x="507428" y="62085"/>
                  </a:lnTo>
                  <a:lnTo>
                    <a:pt x="506901" y="62714"/>
                  </a:lnTo>
                  <a:lnTo>
                    <a:pt x="504968" y="65499"/>
                  </a:lnTo>
                  <a:lnTo>
                    <a:pt x="504177" y="67206"/>
                  </a:lnTo>
                  <a:lnTo>
                    <a:pt x="503650" y="68015"/>
                  </a:lnTo>
                  <a:lnTo>
                    <a:pt x="502859" y="69452"/>
                  </a:lnTo>
                  <a:lnTo>
                    <a:pt x="502156" y="70710"/>
                  </a:lnTo>
                  <a:lnTo>
                    <a:pt x="501541" y="71968"/>
                  </a:lnTo>
                  <a:lnTo>
                    <a:pt x="500926" y="73495"/>
                  </a:lnTo>
                  <a:lnTo>
                    <a:pt x="500662" y="74124"/>
                  </a:lnTo>
                  <a:lnTo>
                    <a:pt x="500223" y="74933"/>
                  </a:lnTo>
                  <a:lnTo>
                    <a:pt x="494248" y="75921"/>
                  </a:lnTo>
                  <a:lnTo>
                    <a:pt x="467537" y="80234"/>
                  </a:lnTo>
                  <a:lnTo>
                    <a:pt x="462265" y="81043"/>
                  </a:lnTo>
                  <a:lnTo>
                    <a:pt x="449612" y="84367"/>
                  </a:lnTo>
                  <a:lnTo>
                    <a:pt x="449085" y="84547"/>
                  </a:lnTo>
                  <a:lnTo>
                    <a:pt x="441792" y="87512"/>
                  </a:lnTo>
                  <a:lnTo>
                    <a:pt x="434499" y="92094"/>
                  </a:lnTo>
                  <a:lnTo>
                    <a:pt x="432742" y="93172"/>
                  </a:lnTo>
                  <a:lnTo>
                    <a:pt x="430809" y="94520"/>
                  </a:lnTo>
                  <a:lnTo>
                    <a:pt x="428700" y="95958"/>
                  </a:lnTo>
                  <a:lnTo>
                    <a:pt x="428348" y="96227"/>
                  </a:lnTo>
                  <a:lnTo>
                    <a:pt x="427558" y="96766"/>
                  </a:lnTo>
                  <a:lnTo>
                    <a:pt x="427206" y="97036"/>
                  </a:lnTo>
                  <a:lnTo>
                    <a:pt x="425888" y="98024"/>
                  </a:lnTo>
                  <a:lnTo>
                    <a:pt x="423340" y="99911"/>
                  </a:lnTo>
                  <a:lnTo>
                    <a:pt x="420704" y="101798"/>
                  </a:lnTo>
                  <a:lnTo>
                    <a:pt x="417541" y="104224"/>
                  </a:lnTo>
                  <a:lnTo>
                    <a:pt x="417014" y="104673"/>
                  </a:lnTo>
                  <a:lnTo>
                    <a:pt x="415783" y="105751"/>
                  </a:lnTo>
                  <a:lnTo>
                    <a:pt x="411039" y="109884"/>
                  </a:lnTo>
                  <a:lnTo>
                    <a:pt x="407788" y="112490"/>
                  </a:lnTo>
                  <a:lnTo>
                    <a:pt x="393553" y="123631"/>
                  </a:lnTo>
                  <a:lnTo>
                    <a:pt x="388281" y="127854"/>
                  </a:lnTo>
                  <a:lnTo>
                    <a:pt x="387051" y="128752"/>
                  </a:lnTo>
                  <a:lnTo>
                    <a:pt x="383624" y="131448"/>
                  </a:lnTo>
                  <a:lnTo>
                    <a:pt x="383449" y="131538"/>
                  </a:lnTo>
                  <a:lnTo>
                    <a:pt x="367896" y="143757"/>
                  </a:lnTo>
                  <a:lnTo>
                    <a:pt x="361746" y="148609"/>
                  </a:lnTo>
                  <a:lnTo>
                    <a:pt x="356474" y="152742"/>
                  </a:lnTo>
                  <a:lnTo>
                    <a:pt x="351202" y="156875"/>
                  </a:lnTo>
                  <a:lnTo>
                    <a:pt x="350938" y="157055"/>
                  </a:lnTo>
                  <a:lnTo>
                    <a:pt x="345930" y="161008"/>
                  </a:lnTo>
                  <a:lnTo>
                    <a:pt x="344172" y="162356"/>
                  </a:lnTo>
                  <a:lnTo>
                    <a:pt x="339252" y="165500"/>
                  </a:lnTo>
                  <a:lnTo>
                    <a:pt x="337495" y="166668"/>
                  </a:lnTo>
                  <a:lnTo>
                    <a:pt x="335210" y="168016"/>
                  </a:lnTo>
                  <a:lnTo>
                    <a:pt x="333101" y="169094"/>
                  </a:lnTo>
                  <a:lnTo>
                    <a:pt x="329059" y="170711"/>
                  </a:lnTo>
                  <a:lnTo>
                    <a:pt x="326863" y="171520"/>
                  </a:lnTo>
                  <a:lnTo>
                    <a:pt x="324051" y="172239"/>
                  </a:lnTo>
                  <a:lnTo>
                    <a:pt x="320361" y="172958"/>
                  </a:lnTo>
                  <a:lnTo>
                    <a:pt x="316231" y="173317"/>
                  </a:lnTo>
                  <a:lnTo>
                    <a:pt x="312716" y="173317"/>
                  </a:lnTo>
                  <a:lnTo>
                    <a:pt x="309553" y="173407"/>
                  </a:lnTo>
                  <a:lnTo>
                    <a:pt x="305248" y="173317"/>
                  </a:lnTo>
                  <a:lnTo>
                    <a:pt x="292946" y="173407"/>
                  </a:lnTo>
                  <a:lnTo>
                    <a:pt x="292595" y="173407"/>
                  </a:lnTo>
                  <a:lnTo>
                    <a:pt x="273440" y="172958"/>
                  </a:lnTo>
                  <a:lnTo>
                    <a:pt x="270540" y="172778"/>
                  </a:lnTo>
                  <a:lnTo>
                    <a:pt x="267904" y="172419"/>
                  </a:lnTo>
                  <a:lnTo>
                    <a:pt x="267377" y="172329"/>
                  </a:lnTo>
                  <a:lnTo>
                    <a:pt x="265708" y="172059"/>
                  </a:lnTo>
                  <a:lnTo>
                    <a:pt x="261226" y="171340"/>
                  </a:lnTo>
                  <a:lnTo>
                    <a:pt x="257272" y="170352"/>
                  </a:lnTo>
                  <a:lnTo>
                    <a:pt x="253582" y="169094"/>
                  </a:lnTo>
                  <a:lnTo>
                    <a:pt x="250507" y="167836"/>
                  </a:lnTo>
                  <a:lnTo>
                    <a:pt x="249628" y="167477"/>
                  </a:lnTo>
                  <a:lnTo>
                    <a:pt x="244268" y="164422"/>
                  </a:lnTo>
                  <a:lnTo>
                    <a:pt x="239084" y="168196"/>
                  </a:lnTo>
                  <a:lnTo>
                    <a:pt x="237854" y="169094"/>
                  </a:lnTo>
                  <a:lnTo>
                    <a:pt x="232055" y="168016"/>
                  </a:lnTo>
                  <a:lnTo>
                    <a:pt x="228540" y="167387"/>
                  </a:lnTo>
                  <a:lnTo>
                    <a:pt x="225025" y="166938"/>
                  </a:lnTo>
                  <a:lnTo>
                    <a:pt x="219666" y="166399"/>
                  </a:lnTo>
                  <a:lnTo>
                    <a:pt x="215975" y="165949"/>
                  </a:lnTo>
                  <a:lnTo>
                    <a:pt x="215448" y="165860"/>
                  </a:lnTo>
                  <a:lnTo>
                    <a:pt x="212373" y="165680"/>
                  </a:lnTo>
                  <a:lnTo>
                    <a:pt x="214130" y="170622"/>
                  </a:lnTo>
                  <a:lnTo>
                    <a:pt x="215536" y="173587"/>
                  </a:lnTo>
                  <a:lnTo>
                    <a:pt x="215975" y="174665"/>
                  </a:lnTo>
                  <a:lnTo>
                    <a:pt x="217293" y="177001"/>
                  </a:lnTo>
                  <a:lnTo>
                    <a:pt x="220281" y="182571"/>
                  </a:lnTo>
                  <a:lnTo>
                    <a:pt x="224323" y="188232"/>
                  </a:lnTo>
                  <a:lnTo>
                    <a:pt x="227310" y="192275"/>
                  </a:lnTo>
                  <a:lnTo>
                    <a:pt x="227837" y="192994"/>
                  </a:lnTo>
                  <a:lnTo>
                    <a:pt x="231088" y="196139"/>
                  </a:lnTo>
                  <a:lnTo>
                    <a:pt x="233549" y="198654"/>
                  </a:lnTo>
                  <a:lnTo>
                    <a:pt x="233812" y="198834"/>
                  </a:lnTo>
                  <a:lnTo>
                    <a:pt x="234076" y="199104"/>
                  </a:lnTo>
                  <a:lnTo>
                    <a:pt x="236712" y="201709"/>
                  </a:lnTo>
                  <a:lnTo>
                    <a:pt x="239436" y="204315"/>
                  </a:lnTo>
                  <a:lnTo>
                    <a:pt x="240841" y="205662"/>
                  </a:lnTo>
                  <a:lnTo>
                    <a:pt x="241369" y="206112"/>
                  </a:lnTo>
                  <a:lnTo>
                    <a:pt x="241896" y="206561"/>
                  </a:lnTo>
                  <a:lnTo>
                    <a:pt x="243477" y="208088"/>
                  </a:lnTo>
                  <a:lnTo>
                    <a:pt x="242599" y="209885"/>
                  </a:lnTo>
                  <a:lnTo>
                    <a:pt x="241105" y="212850"/>
                  </a:lnTo>
                  <a:lnTo>
                    <a:pt x="240929" y="213300"/>
                  </a:lnTo>
                  <a:lnTo>
                    <a:pt x="238293" y="220218"/>
                  </a:lnTo>
                  <a:lnTo>
                    <a:pt x="237854" y="221206"/>
                  </a:lnTo>
                  <a:lnTo>
                    <a:pt x="237678" y="221835"/>
                  </a:lnTo>
                  <a:lnTo>
                    <a:pt x="236800" y="223992"/>
                  </a:lnTo>
                  <a:lnTo>
                    <a:pt x="236800" y="224171"/>
                  </a:lnTo>
                  <a:lnTo>
                    <a:pt x="236097" y="225878"/>
                  </a:lnTo>
                  <a:lnTo>
                    <a:pt x="234251" y="230461"/>
                  </a:lnTo>
                  <a:lnTo>
                    <a:pt x="232670" y="233965"/>
                  </a:lnTo>
                  <a:lnTo>
                    <a:pt x="232231" y="234953"/>
                  </a:lnTo>
                  <a:lnTo>
                    <a:pt x="231703" y="236031"/>
                  </a:lnTo>
                  <a:lnTo>
                    <a:pt x="229507" y="236391"/>
                  </a:lnTo>
                  <a:lnTo>
                    <a:pt x="228540" y="236391"/>
                  </a:lnTo>
                  <a:lnTo>
                    <a:pt x="227134" y="236750"/>
                  </a:lnTo>
                  <a:lnTo>
                    <a:pt x="226783" y="236660"/>
                  </a:lnTo>
                  <a:lnTo>
                    <a:pt x="226519" y="236660"/>
                  </a:lnTo>
                  <a:lnTo>
                    <a:pt x="226080" y="236930"/>
                  </a:lnTo>
                  <a:lnTo>
                    <a:pt x="225289" y="237020"/>
                  </a:lnTo>
                  <a:lnTo>
                    <a:pt x="223268" y="236391"/>
                  </a:lnTo>
                  <a:lnTo>
                    <a:pt x="223092" y="236391"/>
                  </a:lnTo>
                  <a:lnTo>
                    <a:pt x="223092" y="236750"/>
                  </a:lnTo>
                  <a:lnTo>
                    <a:pt x="222917" y="237379"/>
                  </a:lnTo>
                  <a:lnTo>
                    <a:pt x="222741" y="237649"/>
                  </a:lnTo>
                  <a:lnTo>
                    <a:pt x="222565" y="237828"/>
                  </a:lnTo>
                  <a:lnTo>
                    <a:pt x="222038" y="238188"/>
                  </a:lnTo>
                  <a:lnTo>
                    <a:pt x="221862" y="238457"/>
                  </a:lnTo>
                  <a:lnTo>
                    <a:pt x="221599" y="238817"/>
                  </a:lnTo>
                  <a:lnTo>
                    <a:pt x="221335" y="239086"/>
                  </a:lnTo>
                  <a:lnTo>
                    <a:pt x="220193" y="240524"/>
                  </a:lnTo>
                  <a:lnTo>
                    <a:pt x="219402" y="240524"/>
                  </a:lnTo>
                  <a:lnTo>
                    <a:pt x="218699" y="240524"/>
                  </a:lnTo>
                  <a:lnTo>
                    <a:pt x="214130" y="241871"/>
                  </a:lnTo>
                  <a:lnTo>
                    <a:pt x="207101" y="244028"/>
                  </a:lnTo>
                  <a:lnTo>
                    <a:pt x="204553" y="248161"/>
                  </a:lnTo>
                  <a:lnTo>
                    <a:pt x="198929" y="256337"/>
                  </a:lnTo>
                  <a:lnTo>
                    <a:pt x="197787" y="257775"/>
                  </a:lnTo>
                  <a:lnTo>
                    <a:pt x="195854" y="262716"/>
                  </a:lnTo>
                  <a:lnTo>
                    <a:pt x="193569" y="267298"/>
                  </a:lnTo>
                  <a:lnTo>
                    <a:pt x="191988" y="269545"/>
                  </a:lnTo>
                  <a:lnTo>
                    <a:pt x="189879" y="273678"/>
                  </a:lnTo>
                  <a:lnTo>
                    <a:pt x="189000" y="276373"/>
                  </a:lnTo>
                  <a:lnTo>
                    <a:pt x="189615" y="279338"/>
                  </a:lnTo>
                  <a:lnTo>
                    <a:pt x="191812" y="282034"/>
                  </a:lnTo>
                  <a:lnTo>
                    <a:pt x="195327" y="284100"/>
                  </a:lnTo>
                  <a:lnTo>
                    <a:pt x="196820" y="285628"/>
                  </a:lnTo>
                  <a:lnTo>
                    <a:pt x="198314" y="287964"/>
                  </a:lnTo>
                  <a:lnTo>
                    <a:pt x="202532" y="290749"/>
                  </a:lnTo>
                  <a:lnTo>
                    <a:pt x="204553" y="293265"/>
                  </a:lnTo>
                  <a:lnTo>
                    <a:pt x="205607" y="295691"/>
                  </a:lnTo>
                  <a:lnTo>
                    <a:pt x="207189" y="298296"/>
                  </a:lnTo>
                  <a:lnTo>
                    <a:pt x="211845" y="301171"/>
                  </a:lnTo>
                  <a:lnTo>
                    <a:pt x="215184" y="303058"/>
                  </a:lnTo>
                  <a:lnTo>
                    <a:pt x="216590" y="304855"/>
                  </a:lnTo>
                  <a:lnTo>
                    <a:pt x="217557" y="307820"/>
                  </a:lnTo>
                  <a:lnTo>
                    <a:pt x="220281" y="309527"/>
                  </a:lnTo>
                  <a:lnTo>
                    <a:pt x="222829" y="311055"/>
                  </a:lnTo>
                  <a:lnTo>
                    <a:pt x="224498" y="313481"/>
                  </a:lnTo>
                  <a:lnTo>
                    <a:pt x="226783" y="315008"/>
                  </a:lnTo>
                  <a:lnTo>
                    <a:pt x="230034" y="315996"/>
                  </a:lnTo>
                  <a:lnTo>
                    <a:pt x="238469" y="314020"/>
                  </a:lnTo>
                  <a:lnTo>
                    <a:pt x="249101" y="314199"/>
                  </a:lnTo>
                  <a:lnTo>
                    <a:pt x="255691" y="311773"/>
                  </a:lnTo>
                  <a:lnTo>
                    <a:pt x="260348" y="309437"/>
                  </a:lnTo>
                  <a:lnTo>
                    <a:pt x="262017" y="307371"/>
                  </a:lnTo>
                  <a:lnTo>
                    <a:pt x="276427" y="306472"/>
                  </a:lnTo>
                  <a:lnTo>
                    <a:pt x="301557" y="304945"/>
                  </a:lnTo>
                  <a:lnTo>
                    <a:pt x="320097" y="296679"/>
                  </a:lnTo>
                  <a:lnTo>
                    <a:pt x="325193" y="294433"/>
                  </a:lnTo>
                  <a:lnTo>
                    <a:pt x="330992" y="308269"/>
                  </a:lnTo>
                  <a:lnTo>
                    <a:pt x="338285" y="325251"/>
                  </a:lnTo>
                  <a:lnTo>
                    <a:pt x="341185" y="332079"/>
                  </a:lnTo>
                  <a:lnTo>
                    <a:pt x="342239" y="334685"/>
                  </a:lnTo>
                  <a:lnTo>
                    <a:pt x="342591" y="335404"/>
                  </a:lnTo>
                  <a:lnTo>
                    <a:pt x="320624" y="345736"/>
                  </a:lnTo>
                  <a:lnTo>
                    <a:pt x="298394" y="355619"/>
                  </a:lnTo>
                  <a:lnTo>
                    <a:pt x="283545" y="365772"/>
                  </a:lnTo>
                  <a:lnTo>
                    <a:pt x="271770" y="374128"/>
                  </a:lnTo>
                  <a:lnTo>
                    <a:pt x="270892" y="374667"/>
                  </a:lnTo>
                  <a:lnTo>
                    <a:pt x="268871" y="375925"/>
                  </a:lnTo>
                  <a:lnTo>
                    <a:pt x="268519" y="376105"/>
                  </a:lnTo>
                  <a:lnTo>
                    <a:pt x="267904" y="376374"/>
                  </a:lnTo>
                  <a:lnTo>
                    <a:pt x="267729" y="375925"/>
                  </a:lnTo>
                  <a:lnTo>
                    <a:pt x="267465" y="375656"/>
                  </a:lnTo>
                  <a:lnTo>
                    <a:pt x="267201" y="375206"/>
                  </a:lnTo>
                  <a:lnTo>
                    <a:pt x="266674" y="374757"/>
                  </a:lnTo>
                  <a:lnTo>
                    <a:pt x="266498" y="374577"/>
                  </a:lnTo>
                  <a:lnTo>
                    <a:pt x="266235" y="374308"/>
                  </a:lnTo>
                  <a:lnTo>
                    <a:pt x="266059" y="374308"/>
                  </a:lnTo>
                  <a:lnTo>
                    <a:pt x="265883" y="374218"/>
                  </a:lnTo>
                  <a:lnTo>
                    <a:pt x="265268" y="373769"/>
                  </a:lnTo>
                  <a:lnTo>
                    <a:pt x="265005" y="373409"/>
                  </a:lnTo>
                  <a:lnTo>
                    <a:pt x="264477" y="372960"/>
                  </a:lnTo>
                  <a:lnTo>
                    <a:pt x="263862" y="372421"/>
                  </a:lnTo>
                  <a:lnTo>
                    <a:pt x="262984" y="371612"/>
                  </a:lnTo>
                  <a:lnTo>
                    <a:pt x="262720" y="371163"/>
                  </a:lnTo>
                  <a:lnTo>
                    <a:pt x="262544" y="370984"/>
                  </a:lnTo>
                  <a:lnTo>
                    <a:pt x="262105" y="370714"/>
                  </a:lnTo>
                  <a:lnTo>
                    <a:pt x="261841" y="370534"/>
                  </a:lnTo>
                  <a:lnTo>
                    <a:pt x="261578" y="370265"/>
                  </a:lnTo>
                  <a:lnTo>
                    <a:pt x="261314" y="370175"/>
                  </a:lnTo>
                  <a:lnTo>
                    <a:pt x="261402" y="369726"/>
                  </a:lnTo>
                  <a:lnTo>
                    <a:pt x="261490" y="369276"/>
                  </a:lnTo>
                  <a:lnTo>
                    <a:pt x="261490" y="369007"/>
                  </a:lnTo>
                  <a:lnTo>
                    <a:pt x="261578" y="368558"/>
                  </a:lnTo>
                  <a:lnTo>
                    <a:pt x="261578" y="368198"/>
                  </a:lnTo>
                  <a:lnTo>
                    <a:pt x="261490" y="367659"/>
                  </a:lnTo>
                  <a:lnTo>
                    <a:pt x="261402" y="367030"/>
                  </a:lnTo>
                  <a:lnTo>
                    <a:pt x="261490" y="366132"/>
                  </a:lnTo>
                  <a:lnTo>
                    <a:pt x="261666" y="365413"/>
                  </a:lnTo>
                  <a:lnTo>
                    <a:pt x="261841" y="364784"/>
                  </a:lnTo>
                  <a:lnTo>
                    <a:pt x="261929" y="364425"/>
                  </a:lnTo>
                  <a:lnTo>
                    <a:pt x="261929" y="363706"/>
                  </a:lnTo>
                  <a:lnTo>
                    <a:pt x="262017" y="363346"/>
                  </a:lnTo>
                  <a:lnTo>
                    <a:pt x="262544" y="362628"/>
                  </a:lnTo>
                  <a:lnTo>
                    <a:pt x="262808" y="362089"/>
                  </a:lnTo>
                  <a:lnTo>
                    <a:pt x="262896" y="361819"/>
                  </a:lnTo>
                  <a:lnTo>
                    <a:pt x="262896" y="360471"/>
                  </a:lnTo>
                  <a:lnTo>
                    <a:pt x="262808" y="359393"/>
                  </a:lnTo>
                  <a:lnTo>
                    <a:pt x="262720" y="358674"/>
                  </a:lnTo>
                  <a:lnTo>
                    <a:pt x="262808" y="357956"/>
                  </a:lnTo>
                  <a:lnTo>
                    <a:pt x="262984" y="357416"/>
                  </a:lnTo>
                  <a:lnTo>
                    <a:pt x="262632" y="356248"/>
                  </a:lnTo>
                  <a:lnTo>
                    <a:pt x="262105" y="354182"/>
                  </a:lnTo>
                  <a:lnTo>
                    <a:pt x="262984" y="353822"/>
                  </a:lnTo>
                  <a:lnTo>
                    <a:pt x="263687" y="353463"/>
                  </a:lnTo>
                  <a:lnTo>
                    <a:pt x="263687" y="353283"/>
                  </a:lnTo>
                  <a:lnTo>
                    <a:pt x="263599" y="353104"/>
                  </a:lnTo>
                  <a:lnTo>
                    <a:pt x="263335" y="351397"/>
                  </a:lnTo>
                  <a:lnTo>
                    <a:pt x="263159" y="351127"/>
                  </a:lnTo>
                  <a:lnTo>
                    <a:pt x="262896" y="350678"/>
                  </a:lnTo>
                  <a:lnTo>
                    <a:pt x="261666" y="350318"/>
                  </a:lnTo>
                  <a:lnTo>
                    <a:pt x="261139" y="349779"/>
                  </a:lnTo>
                  <a:lnTo>
                    <a:pt x="258942" y="348521"/>
                  </a:lnTo>
                  <a:lnTo>
                    <a:pt x="254109" y="347443"/>
                  </a:lnTo>
                  <a:lnTo>
                    <a:pt x="242511" y="346814"/>
                  </a:lnTo>
                  <a:lnTo>
                    <a:pt x="230825" y="346814"/>
                  </a:lnTo>
                  <a:lnTo>
                    <a:pt x="221774" y="345646"/>
                  </a:lnTo>
                  <a:lnTo>
                    <a:pt x="215097" y="343041"/>
                  </a:lnTo>
                  <a:lnTo>
                    <a:pt x="206134" y="338099"/>
                  </a:lnTo>
                  <a:lnTo>
                    <a:pt x="193657" y="326059"/>
                  </a:lnTo>
                  <a:lnTo>
                    <a:pt x="183816" y="319680"/>
                  </a:lnTo>
                  <a:lnTo>
                    <a:pt x="173360" y="318063"/>
                  </a:lnTo>
                  <a:lnTo>
                    <a:pt x="165364" y="319231"/>
                  </a:lnTo>
                  <a:lnTo>
                    <a:pt x="161059" y="322286"/>
                  </a:lnTo>
                  <a:lnTo>
                    <a:pt x="160444" y="322645"/>
                  </a:lnTo>
                  <a:lnTo>
                    <a:pt x="157808" y="327048"/>
                  </a:lnTo>
                  <a:lnTo>
                    <a:pt x="157017" y="327766"/>
                  </a:lnTo>
                  <a:lnTo>
                    <a:pt x="155875" y="328036"/>
                  </a:lnTo>
                  <a:lnTo>
                    <a:pt x="154908" y="328395"/>
                  </a:lnTo>
                  <a:lnTo>
                    <a:pt x="154293" y="328934"/>
                  </a:lnTo>
                  <a:lnTo>
                    <a:pt x="154117" y="329114"/>
                  </a:lnTo>
                  <a:lnTo>
                    <a:pt x="153854" y="329563"/>
                  </a:lnTo>
                  <a:lnTo>
                    <a:pt x="153678" y="329743"/>
                  </a:lnTo>
                  <a:lnTo>
                    <a:pt x="153502" y="330462"/>
                  </a:lnTo>
                  <a:lnTo>
                    <a:pt x="153414" y="330642"/>
                  </a:lnTo>
                  <a:lnTo>
                    <a:pt x="153326" y="330821"/>
                  </a:lnTo>
                  <a:lnTo>
                    <a:pt x="153151" y="331720"/>
                  </a:lnTo>
                  <a:lnTo>
                    <a:pt x="153063" y="331989"/>
                  </a:lnTo>
                  <a:lnTo>
                    <a:pt x="152711" y="332618"/>
                  </a:lnTo>
                  <a:lnTo>
                    <a:pt x="152360" y="333157"/>
                  </a:lnTo>
                  <a:lnTo>
                    <a:pt x="152272" y="333517"/>
                  </a:lnTo>
                  <a:lnTo>
                    <a:pt x="151921" y="334325"/>
                  </a:lnTo>
                  <a:lnTo>
                    <a:pt x="151745" y="334864"/>
                  </a:lnTo>
                  <a:lnTo>
                    <a:pt x="151569" y="335314"/>
                  </a:lnTo>
                  <a:lnTo>
                    <a:pt x="151481" y="335673"/>
                  </a:lnTo>
                  <a:lnTo>
                    <a:pt x="151306" y="336661"/>
                  </a:lnTo>
                  <a:lnTo>
                    <a:pt x="150954" y="337919"/>
                  </a:lnTo>
                  <a:lnTo>
                    <a:pt x="150866" y="338189"/>
                  </a:lnTo>
                  <a:lnTo>
                    <a:pt x="150778" y="338369"/>
                  </a:lnTo>
                  <a:lnTo>
                    <a:pt x="150427" y="338638"/>
                  </a:lnTo>
                  <a:lnTo>
                    <a:pt x="150163" y="338998"/>
                  </a:lnTo>
                  <a:lnTo>
                    <a:pt x="148582" y="339626"/>
                  </a:lnTo>
                  <a:lnTo>
                    <a:pt x="148318" y="339716"/>
                  </a:lnTo>
                  <a:lnTo>
                    <a:pt x="145858" y="340345"/>
                  </a:lnTo>
                  <a:lnTo>
                    <a:pt x="144803" y="340525"/>
                  </a:lnTo>
                  <a:lnTo>
                    <a:pt x="143134" y="340705"/>
                  </a:lnTo>
                  <a:lnTo>
                    <a:pt x="142958" y="340884"/>
                  </a:lnTo>
                  <a:lnTo>
                    <a:pt x="141113" y="341963"/>
                  </a:lnTo>
                  <a:lnTo>
                    <a:pt x="139268" y="343670"/>
                  </a:lnTo>
                  <a:lnTo>
                    <a:pt x="138916" y="344029"/>
                  </a:lnTo>
                  <a:lnTo>
                    <a:pt x="138477" y="344478"/>
                  </a:lnTo>
                  <a:lnTo>
                    <a:pt x="136456" y="346545"/>
                  </a:lnTo>
                  <a:lnTo>
                    <a:pt x="135226" y="348072"/>
                  </a:lnTo>
                  <a:lnTo>
                    <a:pt x="134435" y="349600"/>
                  </a:lnTo>
                  <a:lnTo>
                    <a:pt x="134084" y="350139"/>
                  </a:lnTo>
                  <a:lnTo>
                    <a:pt x="133293" y="351756"/>
                  </a:lnTo>
                  <a:lnTo>
                    <a:pt x="132854" y="352744"/>
                  </a:lnTo>
                  <a:lnTo>
                    <a:pt x="132590" y="353553"/>
                  </a:lnTo>
                  <a:lnTo>
                    <a:pt x="132502" y="354362"/>
                  </a:lnTo>
                  <a:lnTo>
                    <a:pt x="132502" y="354721"/>
                  </a:lnTo>
                  <a:lnTo>
                    <a:pt x="132502" y="354901"/>
                  </a:lnTo>
                  <a:lnTo>
                    <a:pt x="132502" y="355170"/>
                  </a:lnTo>
                  <a:lnTo>
                    <a:pt x="132502" y="355709"/>
                  </a:lnTo>
                  <a:lnTo>
                    <a:pt x="132414" y="355889"/>
                  </a:lnTo>
                  <a:lnTo>
                    <a:pt x="132326" y="356248"/>
                  </a:lnTo>
                  <a:lnTo>
                    <a:pt x="131975" y="356698"/>
                  </a:lnTo>
                  <a:lnTo>
                    <a:pt x="131799" y="356877"/>
                  </a:lnTo>
                  <a:lnTo>
                    <a:pt x="131623" y="357057"/>
                  </a:lnTo>
                  <a:lnTo>
                    <a:pt x="130042" y="357327"/>
                  </a:lnTo>
                  <a:lnTo>
                    <a:pt x="128724" y="357147"/>
                  </a:lnTo>
                  <a:lnTo>
                    <a:pt x="128372" y="357057"/>
                  </a:lnTo>
                  <a:lnTo>
                    <a:pt x="127582" y="356967"/>
                  </a:lnTo>
                  <a:lnTo>
                    <a:pt x="125912" y="356069"/>
                  </a:lnTo>
                  <a:lnTo>
                    <a:pt x="123100" y="354451"/>
                  </a:lnTo>
                  <a:lnTo>
                    <a:pt x="122749" y="354451"/>
                  </a:lnTo>
                  <a:lnTo>
                    <a:pt x="121958" y="354182"/>
                  </a:lnTo>
                  <a:lnTo>
                    <a:pt x="121431" y="354092"/>
                  </a:lnTo>
                  <a:lnTo>
                    <a:pt x="119146" y="354002"/>
                  </a:lnTo>
                  <a:lnTo>
                    <a:pt x="117389" y="353912"/>
                  </a:lnTo>
                  <a:lnTo>
                    <a:pt x="116335" y="354002"/>
                  </a:lnTo>
                  <a:lnTo>
                    <a:pt x="113787" y="354272"/>
                  </a:lnTo>
                  <a:lnTo>
                    <a:pt x="110887" y="354541"/>
                  </a:lnTo>
                  <a:lnTo>
                    <a:pt x="109833" y="354631"/>
                  </a:lnTo>
                  <a:lnTo>
                    <a:pt x="109305" y="354541"/>
                  </a:lnTo>
                  <a:lnTo>
                    <a:pt x="109130" y="354901"/>
                  </a:lnTo>
                  <a:lnTo>
                    <a:pt x="108602" y="358674"/>
                  </a:lnTo>
                  <a:lnTo>
                    <a:pt x="108075" y="362717"/>
                  </a:lnTo>
                  <a:lnTo>
                    <a:pt x="102100" y="364155"/>
                  </a:lnTo>
                  <a:lnTo>
                    <a:pt x="98322" y="365054"/>
                  </a:lnTo>
                  <a:lnTo>
                    <a:pt x="97180" y="365054"/>
                  </a:lnTo>
                  <a:lnTo>
                    <a:pt x="94632" y="364874"/>
                  </a:lnTo>
                  <a:lnTo>
                    <a:pt x="93314" y="364604"/>
                  </a:lnTo>
                  <a:lnTo>
                    <a:pt x="92699" y="364514"/>
                  </a:lnTo>
                  <a:lnTo>
                    <a:pt x="92347" y="364425"/>
                  </a:lnTo>
                  <a:lnTo>
                    <a:pt x="91732" y="364335"/>
                  </a:lnTo>
                  <a:lnTo>
                    <a:pt x="90941" y="363975"/>
                  </a:lnTo>
                  <a:lnTo>
                    <a:pt x="90326" y="363346"/>
                  </a:lnTo>
                  <a:lnTo>
                    <a:pt x="89711" y="362807"/>
                  </a:lnTo>
                  <a:lnTo>
                    <a:pt x="89184" y="362178"/>
                  </a:lnTo>
                  <a:lnTo>
                    <a:pt x="88832" y="361819"/>
                  </a:lnTo>
                  <a:lnTo>
                    <a:pt x="88042" y="360921"/>
                  </a:lnTo>
                  <a:lnTo>
                    <a:pt x="85230" y="359393"/>
                  </a:lnTo>
                  <a:lnTo>
                    <a:pt x="85054" y="359303"/>
                  </a:lnTo>
                  <a:lnTo>
                    <a:pt x="84615" y="359034"/>
                  </a:lnTo>
                  <a:lnTo>
                    <a:pt x="83473" y="358405"/>
                  </a:lnTo>
                  <a:lnTo>
                    <a:pt x="80924" y="357147"/>
                  </a:lnTo>
                  <a:lnTo>
                    <a:pt x="80222" y="356787"/>
                  </a:lnTo>
                  <a:lnTo>
                    <a:pt x="79167" y="356248"/>
                  </a:lnTo>
                  <a:lnTo>
                    <a:pt x="78376" y="355979"/>
                  </a:lnTo>
                  <a:lnTo>
                    <a:pt x="77586" y="355619"/>
                  </a:lnTo>
                  <a:lnTo>
                    <a:pt x="76619" y="355170"/>
                  </a:lnTo>
                  <a:lnTo>
                    <a:pt x="74247" y="354541"/>
                  </a:lnTo>
                  <a:lnTo>
                    <a:pt x="73983" y="354541"/>
                  </a:lnTo>
                  <a:lnTo>
                    <a:pt x="73807" y="354541"/>
                  </a:lnTo>
                  <a:lnTo>
                    <a:pt x="73368" y="354541"/>
                  </a:lnTo>
                  <a:lnTo>
                    <a:pt x="72489" y="354541"/>
                  </a:lnTo>
                  <a:lnTo>
                    <a:pt x="72050" y="354541"/>
                  </a:lnTo>
                  <a:lnTo>
                    <a:pt x="71523" y="354631"/>
                  </a:lnTo>
                  <a:lnTo>
                    <a:pt x="70293" y="354721"/>
                  </a:lnTo>
                  <a:lnTo>
                    <a:pt x="69326" y="354811"/>
                  </a:lnTo>
                  <a:lnTo>
                    <a:pt x="67393" y="354721"/>
                  </a:lnTo>
                  <a:lnTo>
                    <a:pt x="65987" y="354451"/>
                  </a:lnTo>
                  <a:lnTo>
                    <a:pt x="65372" y="354362"/>
                  </a:lnTo>
                  <a:lnTo>
                    <a:pt x="64757" y="354362"/>
                  </a:lnTo>
                  <a:lnTo>
                    <a:pt x="63966" y="354362"/>
                  </a:lnTo>
                  <a:lnTo>
                    <a:pt x="63703" y="354362"/>
                  </a:lnTo>
                  <a:lnTo>
                    <a:pt x="63000" y="354362"/>
                  </a:lnTo>
                  <a:lnTo>
                    <a:pt x="62736" y="354362"/>
                  </a:lnTo>
                  <a:lnTo>
                    <a:pt x="61682" y="354451"/>
                  </a:lnTo>
                  <a:lnTo>
                    <a:pt x="61155" y="354631"/>
                  </a:lnTo>
                  <a:lnTo>
                    <a:pt x="58782" y="355080"/>
                  </a:lnTo>
                  <a:lnTo>
                    <a:pt x="57552" y="355350"/>
                  </a:lnTo>
                  <a:lnTo>
                    <a:pt x="57376" y="355440"/>
                  </a:lnTo>
                  <a:lnTo>
                    <a:pt x="56761" y="355440"/>
                  </a:lnTo>
                  <a:lnTo>
                    <a:pt x="55180" y="355350"/>
                  </a:lnTo>
                  <a:lnTo>
                    <a:pt x="54477" y="354901"/>
                  </a:lnTo>
                  <a:lnTo>
                    <a:pt x="53510" y="354182"/>
                  </a:lnTo>
                  <a:lnTo>
                    <a:pt x="52368" y="353373"/>
                  </a:lnTo>
                  <a:lnTo>
                    <a:pt x="51050" y="352295"/>
                  </a:lnTo>
                  <a:lnTo>
                    <a:pt x="49908" y="351217"/>
                  </a:lnTo>
                  <a:lnTo>
                    <a:pt x="48062" y="349420"/>
                  </a:lnTo>
                  <a:lnTo>
                    <a:pt x="46657" y="345646"/>
                  </a:lnTo>
                  <a:lnTo>
                    <a:pt x="44548" y="340255"/>
                  </a:lnTo>
                  <a:lnTo>
                    <a:pt x="44021" y="338818"/>
                  </a:lnTo>
                  <a:lnTo>
                    <a:pt x="43757" y="338099"/>
                  </a:lnTo>
                  <a:lnTo>
                    <a:pt x="42966" y="336841"/>
                  </a:lnTo>
                  <a:lnTo>
                    <a:pt x="41121" y="334864"/>
                  </a:lnTo>
                  <a:lnTo>
                    <a:pt x="36552" y="330731"/>
                  </a:lnTo>
                  <a:lnTo>
                    <a:pt x="35498" y="330013"/>
                  </a:lnTo>
                  <a:lnTo>
                    <a:pt x="34355" y="329294"/>
                  </a:lnTo>
                  <a:lnTo>
                    <a:pt x="33477" y="328755"/>
                  </a:lnTo>
                  <a:lnTo>
                    <a:pt x="31983" y="327766"/>
                  </a:lnTo>
                  <a:lnTo>
                    <a:pt x="31719" y="327587"/>
                  </a:lnTo>
                  <a:lnTo>
                    <a:pt x="24778" y="321836"/>
                  </a:lnTo>
                  <a:lnTo>
                    <a:pt x="24514" y="321567"/>
                  </a:lnTo>
                  <a:lnTo>
                    <a:pt x="23372" y="320399"/>
                  </a:lnTo>
                  <a:lnTo>
                    <a:pt x="17661" y="314649"/>
                  </a:lnTo>
                  <a:lnTo>
                    <a:pt x="15552" y="311773"/>
                  </a:lnTo>
                  <a:lnTo>
                    <a:pt x="10807" y="305125"/>
                  </a:lnTo>
                  <a:lnTo>
                    <a:pt x="7556" y="300632"/>
                  </a:lnTo>
                  <a:lnTo>
                    <a:pt x="6326" y="298835"/>
                  </a:lnTo>
                  <a:lnTo>
                    <a:pt x="3602" y="295780"/>
                  </a:lnTo>
                  <a:lnTo>
                    <a:pt x="2723" y="294792"/>
                  </a:lnTo>
                  <a:lnTo>
                    <a:pt x="0" y="292276"/>
                  </a:lnTo>
                  <a:lnTo>
                    <a:pt x="790" y="288413"/>
                  </a:lnTo>
                  <a:lnTo>
                    <a:pt x="1230" y="286796"/>
                  </a:lnTo>
                  <a:lnTo>
                    <a:pt x="2723" y="282123"/>
                  </a:lnTo>
                  <a:lnTo>
                    <a:pt x="3075" y="281045"/>
                  </a:lnTo>
                  <a:lnTo>
                    <a:pt x="3514" y="279967"/>
                  </a:lnTo>
                  <a:lnTo>
                    <a:pt x="4656" y="276912"/>
                  </a:lnTo>
                  <a:lnTo>
                    <a:pt x="5008" y="276014"/>
                  </a:lnTo>
                  <a:lnTo>
                    <a:pt x="5359" y="274936"/>
                  </a:lnTo>
                  <a:lnTo>
                    <a:pt x="5623" y="274037"/>
                  </a:lnTo>
                  <a:lnTo>
                    <a:pt x="5711" y="273768"/>
                  </a:lnTo>
                  <a:lnTo>
                    <a:pt x="5887" y="273408"/>
                  </a:lnTo>
                  <a:lnTo>
                    <a:pt x="7468" y="268377"/>
                  </a:lnTo>
                  <a:lnTo>
                    <a:pt x="7732" y="267568"/>
                  </a:lnTo>
                  <a:lnTo>
                    <a:pt x="8962" y="261908"/>
                  </a:lnTo>
                  <a:lnTo>
                    <a:pt x="9050" y="261548"/>
                  </a:lnTo>
                  <a:lnTo>
                    <a:pt x="9928" y="257685"/>
                  </a:lnTo>
                  <a:lnTo>
                    <a:pt x="10016" y="257146"/>
                  </a:lnTo>
                  <a:lnTo>
                    <a:pt x="10192" y="256696"/>
                  </a:lnTo>
                  <a:lnTo>
                    <a:pt x="10456" y="255259"/>
                  </a:lnTo>
                  <a:lnTo>
                    <a:pt x="10543" y="254450"/>
                  </a:lnTo>
                  <a:lnTo>
                    <a:pt x="10983" y="248969"/>
                  </a:lnTo>
                  <a:lnTo>
                    <a:pt x="10983" y="248610"/>
                  </a:lnTo>
                  <a:lnTo>
                    <a:pt x="11159" y="246633"/>
                  </a:lnTo>
                  <a:lnTo>
                    <a:pt x="11686" y="239535"/>
                  </a:lnTo>
                  <a:lnTo>
                    <a:pt x="11861" y="236391"/>
                  </a:lnTo>
                  <a:lnTo>
                    <a:pt x="11861" y="236211"/>
                  </a:lnTo>
                  <a:lnTo>
                    <a:pt x="11774" y="235312"/>
                  </a:lnTo>
                  <a:lnTo>
                    <a:pt x="11422" y="231898"/>
                  </a:lnTo>
                  <a:lnTo>
                    <a:pt x="11334" y="230910"/>
                  </a:lnTo>
                  <a:lnTo>
                    <a:pt x="11159" y="229472"/>
                  </a:lnTo>
                  <a:lnTo>
                    <a:pt x="11071" y="227585"/>
                  </a:lnTo>
                  <a:lnTo>
                    <a:pt x="11071" y="226417"/>
                  </a:lnTo>
                  <a:lnTo>
                    <a:pt x="11071" y="225609"/>
                  </a:lnTo>
                  <a:lnTo>
                    <a:pt x="11159" y="222644"/>
                  </a:lnTo>
                  <a:lnTo>
                    <a:pt x="11159" y="222195"/>
                  </a:lnTo>
                  <a:lnTo>
                    <a:pt x="12037" y="222195"/>
                  </a:lnTo>
                  <a:lnTo>
                    <a:pt x="12477" y="219140"/>
                  </a:lnTo>
                  <a:lnTo>
                    <a:pt x="13004" y="215276"/>
                  </a:lnTo>
                  <a:lnTo>
                    <a:pt x="13004" y="214737"/>
                  </a:lnTo>
                  <a:lnTo>
                    <a:pt x="13267" y="212850"/>
                  </a:lnTo>
                  <a:lnTo>
                    <a:pt x="13355" y="211862"/>
                  </a:lnTo>
                  <a:lnTo>
                    <a:pt x="13443" y="211233"/>
                  </a:lnTo>
                  <a:lnTo>
                    <a:pt x="13179" y="209436"/>
                  </a:lnTo>
                  <a:lnTo>
                    <a:pt x="12740" y="206561"/>
                  </a:lnTo>
                  <a:lnTo>
                    <a:pt x="12652" y="206022"/>
                  </a:lnTo>
                  <a:lnTo>
                    <a:pt x="12037" y="203326"/>
                  </a:lnTo>
                  <a:lnTo>
                    <a:pt x="12301" y="203237"/>
                  </a:lnTo>
                  <a:lnTo>
                    <a:pt x="19067" y="200811"/>
                  </a:lnTo>
                  <a:lnTo>
                    <a:pt x="20297" y="200361"/>
                  </a:lnTo>
                  <a:lnTo>
                    <a:pt x="21615" y="199912"/>
                  </a:lnTo>
                  <a:lnTo>
                    <a:pt x="24514" y="198924"/>
                  </a:lnTo>
                  <a:lnTo>
                    <a:pt x="32686" y="196139"/>
                  </a:lnTo>
                  <a:lnTo>
                    <a:pt x="44021" y="192275"/>
                  </a:lnTo>
                  <a:lnTo>
                    <a:pt x="44987" y="193533"/>
                  </a:lnTo>
                  <a:lnTo>
                    <a:pt x="47272" y="194971"/>
                  </a:lnTo>
                  <a:lnTo>
                    <a:pt x="44284" y="203506"/>
                  </a:lnTo>
                  <a:lnTo>
                    <a:pt x="43581" y="205483"/>
                  </a:lnTo>
                  <a:lnTo>
                    <a:pt x="37167" y="222464"/>
                  </a:lnTo>
                  <a:lnTo>
                    <a:pt x="33389" y="227945"/>
                  </a:lnTo>
                  <a:lnTo>
                    <a:pt x="33652" y="228484"/>
                  </a:lnTo>
                  <a:lnTo>
                    <a:pt x="33301" y="228933"/>
                  </a:lnTo>
                  <a:lnTo>
                    <a:pt x="33828" y="229652"/>
                  </a:lnTo>
                  <a:lnTo>
                    <a:pt x="34355" y="230281"/>
                  </a:lnTo>
                  <a:lnTo>
                    <a:pt x="34707" y="230820"/>
                  </a:lnTo>
                  <a:lnTo>
                    <a:pt x="35058" y="231359"/>
                  </a:lnTo>
                  <a:lnTo>
                    <a:pt x="35410" y="231988"/>
                  </a:lnTo>
                  <a:lnTo>
                    <a:pt x="35937" y="232976"/>
                  </a:lnTo>
                  <a:lnTo>
                    <a:pt x="36288" y="233515"/>
                  </a:lnTo>
                  <a:lnTo>
                    <a:pt x="36376" y="233695"/>
                  </a:lnTo>
                  <a:lnTo>
                    <a:pt x="36640" y="234324"/>
                  </a:lnTo>
                  <a:lnTo>
                    <a:pt x="36991" y="234863"/>
                  </a:lnTo>
                  <a:lnTo>
                    <a:pt x="36025" y="235852"/>
                  </a:lnTo>
                  <a:lnTo>
                    <a:pt x="35761" y="236211"/>
                  </a:lnTo>
                  <a:lnTo>
                    <a:pt x="35322" y="237020"/>
                  </a:lnTo>
                  <a:lnTo>
                    <a:pt x="34619" y="238098"/>
                  </a:lnTo>
                  <a:lnTo>
                    <a:pt x="34795" y="238277"/>
                  </a:lnTo>
                  <a:lnTo>
                    <a:pt x="35498" y="239445"/>
                  </a:lnTo>
                  <a:lnTo>
                    <a:pt x="36552" y="241332"/>
                  </a:lnTo>
                  <a:lnTo>
                    <a:pt x="36991" y="242231"/>
                  </a:lnTo>
                  <a:lnTo>
                    <a:pt x="37343" y="242860"/>
                  </a:lnTo>
                  <a:lnTo>
                    <a:pt x="37958" y="243848"/>
                  </a:lnTo>
                  <a:lnTo>
                    <a:pt x="39276" y="246094"/>
                  </a:lnTo>
                  <a:lnTo>
                    <a:pt x="39452" y="246274"/>
                  </a:lnTo>
                  <a:lnTo>
                    <a:pt x="39979" y="247172"/>
                  </a:lnTo>
                  <a:lnTo>
                    <a:pt x="40330" y="247532"/>
                  </a:lnTo>
                  <a:lnTo>
                    <a:pt x="40506" y="247801"/>
                  </a:lnTo>
                  <a:lnTo>
                    <a:pt x="40945" y="248340"/>
                  </a:lnTo>
                  <a:lnTo>
                    <a:pt x="41560" y="248969"/>
                  </a:lnTo>
                  <a:lnTo>
                    <a:pt x="42088" y="249598"/>
                  </a:lnTo>
                  <a:lnTo>
                    <a:pt x="42263" y="249778"/>
                  </a:lnTo>
                  <a:lnTo>
                    <a:pt x="42439" y="249868"/>
                  </a:lnTo>
                  <a:lnTo>
                    <a:pt x="43230" y="250407"/>
                  </a:lnTo>
                  <a:lnTo>
                    <a:pt x="43757" y="250677"/>
                  </a:lnTo>
                  <a:lnTo>
                    <a:pt x="44108" y="250946"/>
                  </a:lnTo>
                  <a:lnTo>
                    <a:pt x="44811" y="251755"/>
                  </a:lnTo>
                  <a:lnTo>
                    <a:pt x="44987" y="251934"/>
                  </a:lnTo>
                  <a:lnTo>
                    <a:pt x="45602" y="252474"/>
                  </a:lnTo>
                  <a:lnTo>
                    <a:pt x="47008" y="254181"/>
                  </a:lnTo>
                  <a:lnTo>
                    <a:pt x="47272" y="254450"/>
                  </a:lnTo>
                  <a:lnTo>
                    <a:pt x="48062" y="255439"/>
                  </a:lnTo>
                  <a:lnTo>
                    <a:pt x="48238" y="255618"/>
                  </a:lnTo>
                  <a:lnTo>
                    <a:pt x="48414" y="255528"/>
                  </a:lnTo>
                  <a:lnTo>
                    <a:pt x="48765" y="255708"/>
                  </a:lnTo>
                  <a:lnTo>
                    <a:pt x="51753" y="253372"/>
                  </a:lnTo>
                  <a:lnTo>
                    <a:pt x="52631" y="252743"/>
                  </a:lnTo>
                  <a:lnTo>
                    <a:pt x="53422" y="252204"/>
                  </a:lnTo>
                  <a:lnTo>
                    <a:pt x="54301" y="251485"/>
                  </a:lnTo>
                  <a:lnTo>
                    <a:pt x="54828" y="251216"/>
                  </a:lnTo>
                  <a:lnTo>
                    <a:pt x="55092" y="250946"/>
                  </a:lnTo>
                  <a:lnTo>
                    <a:pt x="56058" y="250227"/>
                  </a:lnTo>
                  <a:lnTo>
                    <a:pt x="56849" y="249598"/>
                  </a:lnTo>
                  <a:lnTo>
                    <a:pt x="57640" y="248969"/>
                  </a:lnTo>
                  <a:lnTo>
                    <a:pt x="58958" y="247891"/>
                  </a:lnTo>
                  <a:lnTo>
                    <a:pt x="59837" y="247172"/>
                  </a:lnTo>
                  <a:lnTo>
                    <a:pt x="60276" y="246633"/>
                  </a:lnTo>
                  <a:lnTo>
                    <a:pt x="60803" y="246184"/>
                  </a:lnTo>
                  <a:lnTo>
                    <a:pt x="62297" y="244747"/>
                  </a:lnTo>
                  <a:lnTo>
                    <a:pt x="63791" y="243309"/>
                  </a:lnTo>
                  <a:lnTo>
                    <a:pt x="64406" y="242680"/>
                  </a:lnTo>
                  <a:lnTo>
                    <a:pt x="64493" y="242500"/>
                  </a:lnTo>
                  <a:lnTo>
                    <a:pt x="64406" y="241961"/>
                  </a:lnTo>
                  <a:lnTo>
                    <a:pt x="64581" y="241512"/>
                  </a:lnTo>
                  <a:lnTo>
                    <a:pt x="64933" y="241153"/>
                  </a:lnTo>
                  <a:lnTo>
                    <a:pt x="65196" y="240883"/>
                  </a:lnTo>
                  <a:lnTo>
                    <a:pt x="66602" y="239985"/>
                  </a:lnTo>
                  <a:lnTo>
                    <a:pt x="68711" y="239086"/>
                  </a:lnTo>
                  <a:lnTo>
                    <a:pt x="69326" y="238637"/>
                  </a:lnTo>
                  <a:lnTo>
                    <a:pt x="69765" y="238367"/>
                  </a:lnTo>
                  <a:lnTo>
                    <a:pt x="71083" y="237559"/>
                  </a:lnTo>
                  <a:lnTo>
                    <a:pt x="71523" y="237199"/>
                  </a:lnTo>
                  <a:lnTo>
                    <a:pt x="72489" y="236480"/>
                  </a:lnTo>
                  <a:lnTo>
                    <a:pt x="73456" y="236031"/>
                  </a:lnTo>
                  <a:lnTo>
                    <a:pt x="74686" y="235402"/>
                  </a:lnTo>
                  <a:lnTo>
                    <a:pt x="74950" y="235312"/>
                  </a:lnTo>
                  <a:lnTo>
                    <a:pt x="76443" y="234953"/>
                  </a:lnTo>
                  <a:lnTo>
                    <a:pt x="77849" y="234414"/>
                  </a:lnTo>
                  <a:lnTo>
                    <a:pt x="79694" y="233336"/>
                  </a:lnTo>
                  <a:lnTo>
                    <a:pt x="80222" y="232887"/>
                  </a:lnTo>
                  <a:lnTo>
                    <a:pt x="80485" y="232707"/>
                  </a:lnTo>
                  <a:lnTo>
                    <a:pt x="81540" y="231808"/>
                  </a:lnTo>
                  <a:lnTo>
                    <a:pt x="81979" y="231449"/>
                  </a:lnTo>
                  <a:lnTo>
                    <a:pt x="82242" y="231179"/>
                  </a:lnTo>
                  <a:lnTo>
                    <a:pt x="81364" y="228664"/>
                  </a:lnTo>
                  <a:lnTo>
                    <a:pt x="79519" y="223363"/>
                  </a:lnTo>
                  <a:lnTo>
                    <a:pt x="77498" y="217433"/>
                  </a:lnTo>
                  <a:lnTo>
                    <a:pt x="77322" y="216983"/>
                  </a:lnTo>
                  <a:lnTo>
                    <a:pt x="76619" y="214917"/>
                  </a:lnTo>
                  <a:lnTo>
                    <a:pt x="76268" y="214018"/>
                  </a:lnTo>
                  <a:lnTo>
                    <a:pt x="66690" y="184908"/>
                  </a:lnTo>
                  <a:lnTo>
                    <a:pt x="66251" y="184997"/>
                  </a:lnTo>
                  <a:lnTo>
                    <a:pt x="65548" y="182661"/>
                  </a:lnTo>
                  <a:lnTo>
                    <a:pt x="63175" y="173946"/>
                  </a:lnTo>
                  <a:lnTo>
                    <a:pt x="60891" y="165410"/>
                  </a:lnTo>
                  <a:lnTo>
                    <a:pt x="60364" y="163613"/>
                  </a:lnTo>
                  <a:lnTo>
                    <a:pt x="59924" y="161816"/>
                  </a:lnTo>
                  <a:lnTo>
                    <a:pt x="59221" y="158762"/>
                  </a:lnTo>
                  <a:lnTo>
                    <a:pt x="59221" y="158582"/>
                  </a:lnTo>
                  <a:lnTo>
                    <a:pt x="59046" y="157683"/>
                  </a:lnTo>
                  <a:lnTo>
                    <a:pt x="58343" y="153820"/>
                  </a:lnTo>
                  <a:lnTo>
                    <a:pt x="58079" y="152293"/>
                  </a:lnTo>
                  <a:lnTo>
                    <a:pt x="57903" y="151933"/>
                  </a:lnTo>
                  <a:lnTo>
                    <a:pt x="57464" y="150675"/>
                  </a:lnTo>
                  <a:lnTo>
                    <a:pt x="57288" y="150226"/>
                  </a:lnTo>
                  <a:lnTo>
                    <a:pt x="55883" y="147980"/>
                  </a:lnTo>
                  <a:lnTo>
                    <a:pt x="55795" y="147800"/>
                  </a:lnTo>
                  <a:lnTo>
                    <a:pt x="50874" y="141960"/>
                  </a:lnTo>
                  <a:lnTo>
                    <a:pt x="46832" y="137198"/>
                  </a:lnTo>
                  <a:lnTo>
                    <a:pt x="46393" y="137647"/>
                  </a:lnTo>
                  <a:lnTo>
                    <a:pt x="36200" y="124889"/>
                  </a:lnTo>
                  <a:lnTo>
                    <a:pt x="33652" y="121924"/>
                  </a:lnTo>
                  <a:lnTo>
                    <a:pt x="31368" y="118869"/>
                  </a:lnTo>
                  <a:lnTo>
                    <a:pt x="31104" y="118330"/>
                  </a:lnTo>
                  <a:lnTo>
                    <a:pt x="30138" y="116443"/>
                  </a:lnTo>
                  <a:lnTo>
                    <a:pt x="38046" y="111052"/>
                  </a:lnTo>
                  <a:lnTo>
                    <a:pt x="30226" y="99102"/>
                  </a:lnTo>
                  <a:lnTo>
                    <a:pt x="28732" y="96676"/>
                  </a:lnTo>
                  <a:lnTo>
                    <a:pt x="27326" y="94430"/>
                  </a:lnTo>
                  <a:lnTo>
                    <a:pt x="22845" y="87332"/>
                  </a:lnTo>
                  <a:lnTo>
                    <a:pt x="21703" y="85625"/>
                  </a:lnTo>
                  <a:lnTo>
                    <a:pt x="23021" y="84996"/>
                  </a:lnTo>
                  <a:lnTo>
                    <a:pt x="30138" y="83019"/>
                  </a:lnTo>
                  <a:lnTo>
                    <a:pt x="39188" y="81222"/>
                  </a:lnTo>
                  <a:lnTo>
                    <a:pt x="42878" y="79875"/>
                  </a:lnTo>
                  <a:lnTo>
                    <a:pt x="51665" y="78347"/>
                  </a:lnTo>
                  <a:lnTo>
                    <a:pt x="53949" y="78257"/>
                  </a:lnTo>
                  <a:lnTo>
                    <a:pt x="55531" y="77988"/>
                  </a:lnTo>
                  <a:lnTo>
                    <a:pt x="63263" y="76730"/>
                  </a:lnTo>
                  <a:lnTo>
                    <a:pt x="71786" y="75472"/>
                  </a:lnTo>
                  <a:lnTo>
                    <a:pt x="76004" y="73495"/>
                  </a:lnTo>
                  <a:lnTo>
                    <a:pt x="81627" y="70980"/>
                  </a:lnTo>
                  <a:lnTo>
                    <a:pt x="88042" y="67476"/>
                  </a:lnTo>
                  <a:lnTo>
                    <a:pt x="89975" y="66218"/>
                  </a:lnTo>
                  <a:lnTo>
                    <a:pt x="98761" y="63432"/>
                  </a:lnTo>
                  <a:lnTo>
                    <a:pt x="109657" y="59928"/>
                  </a:lnTo>
                  <a:lnTo>
                    <a:pt x="112381" y="59749"/>
                  </a:lnTo>
                  <a:lnTo>
                    <a:pt x="116950" y="59479"/>
                  </a:lnTo>
                  <a:lnTo>
                    <a:pt x="120816" y="58671"/>
                  </a:lnTo>
                  <a:lnTo>
                    <a:pt x="127845" y="56245"/>
                  </a:lnTo>
                  <a:lnTo>
                    <a:pt x="130833" y="55706"/>
                  </a:lnTo>
                  <a:lnTo>
                    <a:pt x="134259" y="55166"/>
                  </a:lnTo>
                  <a:lnTo>
                    <a:pt x="137071" y="54627"/>
                  </a:lnTo>
                  <a:lnTo>
                    <a:pt x="143485" y="52830"/>
                  </a:lnTo>
                  <a:lnTo>
                    <a:pt x="143749" y="52830"/>
                  </a:lnTo>
                  <a:lnTo>
                    <a:pt x="148494" y="53369"/>
                  </a:lnTo>
                  <a:lnTo>
                    <a:pt x="150427" y="53280"/>
                  </a:lnTo>
                  <a:lnTo>
                    <a:pt x="151393" y="53280"/>
                  </a:lnTo>
                  <a:lnTo>
                    <a:pt x="156490" y="53729"/>
                  </a:lnTo>
                  <a:lnTo>
                    <a:pt x="160531" y="53639"/>
                  </a:lnTo>
                  <a:lnTo>
                    <a:pt x="167034" y="52920"/>
                  </a:lnTo>
                  <a:lnTo>
                    <a:pt x="175293" y="51213"/>
                  </a:lnTo>
                  <a:lnTo>
                    <a:pt x="178632" y="51123"/>
                  </a:lnTo>
                  <a:lnTo>
                    <a:pt x="182498" y="51752"/>
                  </a:lnTo>
                  <a:lnTo>
                    <a:pt x="184519" y="51842"/>
                  </a:lnTo>
                  <a:lnTo>
                    <a:pt x="204904" y="51752"/>
                  </a:lnTo>
                  <a:lnTo>
                    <a:pt x="213427" y="50045"/>
                  </a:lnTo>
                  <a:lnTo>
                    <a:pt x="226256" y="48158"/>
                  </a:lnTo>
                  <a:lnTo>
                    <a:pt x="227925" y="47350"/>
                  </a:lnTo>
                  <a:lnTo>
                    <a:pt x="236712" y="45642"/>
                  </a:lnTo>
                  <a:lnTo>
                    <a:pt x="249101" y="44564"/>
                  </a:lnTo>
                  <a:lnTo>
                    <a:pt x="255252" y="43127"/>
                  </a:lnTo>
                  <a:lnTo>
                    <a:pt x="259206" y="42677"/>
                  </a:lnTo>
                  <a:lnTo>
                    <a:pt x="265971" y="40611"/>
                  </a:lnTo>
                  <a:lnTo>
                    <a:pt x="273703" y="39263"/>
                  </a:lnTo>
                  <a:lnTo>
                    <a:pt x="278009" y="39263"/>
                  </a:lnTo>
                  <a:lnTo>
                    <a:pt x="280030" y="39443"/>
                  </a:lnTo>
                  <a:lnTo>
                    <a:pt x="281787" y="39712"/>
                  </a:lnTo>
                  <a:lnTo>
                    <a:pt x="282666" y="39982"/>
                  </a:lnTo>
                  <a:lnTo>
                    <a:pt x="286532" y="41420"/>
                  </a:lnTo>
                  <a:lnTo>
                    <a:pt x="289168" y="41779"/>
                  </a:lnTo>
                  <a:lnTo>
                    <a:pt x="295758" y="42498"/>
                  </a:lnTo>
                  <a:lnTo>
                    <a:pt x="297603" y="42767"/>
                  </a:lnTo>
                  <a:lnTo>
                    <a:pt x="305335" y="44205"/>
                  </a:lnTo>
                  <a:lnTo>
                    <a:pt x="308235" y="44744"/>
                  </a:lnTo>
                  <a:lnTo>
                    <a:pt x="313331" y="45553"/>
                  </a:lnTo>
                  <a:lnTo>
                    <a:pt x="323436" y="47350"/>
                  </a:lnTo>
                  <a:lnTo>
                    <a:pt x="325017" y="47170"/>
                  </a:lnTo>
                  <a:lnTo>
                    <a:pt x="328356" y="45283"/>
                  </a:lnTo>
                  <a:lnTo>
                    <a:pt x="329587" y="45193"/>
                  </a:lnTo>
                  <a:lnTo>
                    <a:pt x="333277" y="45103"/>
                  </a:lnTo>
                  <a:lnTo>
                    <a:pt x="336352" y="44744"/>
                  </a:lnTo>
                  <a:lnTo>
                    <a:pt x="341361" y="44834"/>
                  </a:lnTo>
                  <a:lnTo>
                    <a:pt x="344612" y="45553"/>
                  </a:lnTo>
                  <a:lnTo>
                    <a:pt x="348478" y="47529"/>
                  </a:lnTo>
                  <a:lnTo>
                    <a:pt x="354013" y="47350"/>
                  </a:lnTo>
                  <a:lnTo>
                    <a:pt x="357440" y="46361"/>
                  </a:lnTo>
                  <a:lnTo>
                    <a:pt x="362712" y="46182"/>
                  </a:lnTo>
                  <a:lnTo>
                    <a:pt x="370884" y="48248"/>
                  </a:lnTo>
                  <a:lnTo>
                    <a:pt x="383097" y="48967"/>
                  </a:lnTo>
                  <a:lnTo>
                    <a:pt x="386788" y="49596"/>
                  </a:lnTo>
                  <a:lnTo>
                    <a:pt x="407085" y="45642"/>
                  </a:lnTo>
                  <a:lnTo>
                    <a:pt x="409281" y="45193"/>
                  </a:lnTo>
                  <a:lnTo>
                    <a:pt x="428348" y="38095"/>
                  </a:lnTo>
                  <a:lnTo>
                    <a:pt x="468415" y="25516"/>
                  </a:lnTo>
                  <a:lnTo>
                    <a:pt x="475972" y="23091"/>
                  </a:lnTo>
                  <a:lnTo>
                    <a:pt x="509888" y="9523"/>
                  </a:lnTo>
                  <a:lnTo>
                    <a:pt x="516127" y="6918"/>
                  </a:lnTo>
                  <a:lnTo>
                    <a:pt x="526495" y="2785"/>
                  </a:lnTo>
                  <a:lnTo>
                    <a:pt x="562784" y="2156"/>
                  </a:lnTo>
                  <a:lnTo>
                    <a:pt x="565859" y="0"/>
                  </a:lnTo>
                  <a:lnTo>
                    <a:pt x="571307" y="0"/>
                  </a:lnTo>
                  <a:lnTo>
                    <a:pt x="579391" y="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767880" y="2757580"/>
              <a:ext cx="334753" cy="513124"/>
            </a:xfrm>
            <a:custGeom>
              <a:avLst/>
              <a:pathLst>
                <a:path w="334753" h="513124">
                  <a:moveTo>
                    <a:pt x="323506" y="16711"/>
                  </a:moveTo>
                  <a:lnTo>
                    <a:pt x="325000" y="29919"/>
                  </a:lnTo>
                  <a:lnTo>
                    <a:pt x="334753" y="48428"/>
                  </a:lnTo>
                  <a:lnTo>
                    <a:pt x="332820" y="53010"/>
                  </a:lnTo>
                  <a:lnTo>
                    <a:pt x="327284" y="64421"/>
                  </a:lnTo>
                  <a:lnTo>
                    <a:pt x="323594" y="68284"/>
                  </a:lnTo>
                  <a:lnTo>
                    <a:pt x="322803" y="70710"/>
                  </a:lnTo>
                  <a:lnTo>
                    <a:pt x="320870" y="74933"/>
                  </a:lnTo>
                  <a:lnTo>
                    <a:pt x="319728" y="77718"/>
                  </a:lnTo>
                  <a:lnTo>
                    <a:pt x="317883" y="80953"/>
                  </a:lnTo>
                  <a:lnTo>
                    <a:pt x="317004" y="91914"/>
                  </a:lnTo>
                  <a:lnTo>
                    <a:pt x="318937" y="95059"/>
                  </a:lnTo>
                  <a:lnTo>
                    <a:pt x="321046" y="97665"/>
                  </a:lnTo>
                  <a:lnTo>
                    <a:pt x="322364" y="99372"/>
                  </a:lnTo>
                  <a:lnTo>
                    <a:pt x="322627" y="102157"/>
                  </a:lnTo>
                  <a:lnTo>
                    <a:pt x="319113" y="107189"/>
                  </a:lnTo>
                  <a:lnTo>
                    <a:pt x="316477" y="110693"/>
                  </a:lnTo>
                  <a:lnTo>
                    <a:pt x="315159" y="114017"/>
                  </a:lnTo>
                  <a:lnTo>
                    <a:pt x="314017" y="120307"/>
                  </a:lnTo>
                  <a:lnTo>
                    <a:pt x="314895" y="131088"/>
                  </a:lnTo>
                  <a:lnTo>
                    <a:pt x="316038" y="135311"/>
                  </a:lnTo>
                  <a:lnTo>
                    <a:pt x="317180" y="138995"/>
                  </a:lnTo>
                  <a:lnTo>
                    <a:pt x="317004" y="145195"/>
                  </a:lnTo>
                  <a:lnTo>
                    <a:pt x="316213" y="152742"/>
                  </a:lnTo>
                  <a:lnTo>
                    <a:pt x="317883" y="156875"/>
                  </a:lnTo>
                  <a:lnTo>
                    <a:pt x="318849" y="159840"/>
                  </a:lnTo>
                  <a:lnTo>
                    <a:pt x="321749" y="161996"/>
                  </a:lnTo>
                  <a:lnTo>
                    <a:pt x="321485" y="166399"/>
                  </a:lnTo>
                  <a:lnTo>
                    <a:pt x="320607" y="170532"/>
                  </a:lnTo>
                  <a:lnTo>
                    <a:pt x="321749" y="173048"/>
                  </a:lnTo>
                  <a:lnTo>
                    <a:pt x="321046" y="175114"/>
                  </a:lnTo>
                  <a:lnTo>
                    <a:pt x="320079" y="178528"/>
                  </a:lnTo>
                  <a:lnTo>
                    <a:pt x="322188" y="183470"/>
                  </a:lnTo>
                  <a:lnTo>
                    <a:pt x="324297" y="188501"/>
                  </a:lnTo>
                  <a:lnTo>
                    <a:pt x="323858" y="190568"/>
                  </a:lnTo>
                  <a:lnTo>
                    <a:pt x="324648" y="195330"/>
                  </a:lnTo>
                  <a:lnTo>
                    <a:pt x="323594" y="197846"/>
                  </a:lnTo>
                  <a:lnTo>
                    <a:pt x="321661" y="202338"/>
                  </a:lnTo>
                  <a:lnTo>
                    <a:pt x="315422" y="209616"/>
                  </a:lnTo>
                  <a:lnTo>
                    <a:pt x="313050" y="213210"/>
                  </a:lnTo>
                  <a:lnTo>
                    <a:pt x="310502" y="218870"/>
                  </a:lnTo>
                  <a:lnTo>
                    <a:pt x="309887" y="220038"/>
                  </a:lnTo>
                  <a:lnTo>
                    <a:pt x="307602" y="224890"/>
                  </a:lnTo>
                  <a:lnTo>
                    <a:pt x="307075" y="229922"/>
                  </a:lnTo>
                  <a:lnTo>
                    <a:pt x="309799" y="236391"/>
                  </a:lnTo>
                  <a:lnTo>
                    <a:pt x="310941" y="239445"/>
                  </a:lnTo>
                  <a:lnTo>
                    <a:pt x="311820" y="241871"/>
                  </a:lnTo>
                  <a:lnTo>
                    <a:pt x="311820" y="243399"/>
                  </a:lnTo>
                  <a:lnTo>
                    <a:pt x="310590" y="247891"/>
                  </a:lnTo>
                  <a:lnTo>
                    <a:pt x="304791" y="261728"/>
                  </a:lnTo>
                  <a:lnTo>
                    <a:pt x="312084" y="284909"/>
                  </a:lnTo>
                  <a:lnTo>
                    <a:pt x="309623" y="294972"/>
                  </a:lnTo>
                  <a:lnTo>
                    <a:pt x="307339" y="305394"/>
                  </a:lnTo>
                  <a:lnTo>
                    <a:pt x="306548" y="320848"/>
                  </a:lnTo>
                  <a:lnTo>
                    <a:pt x="304088" y="324532"/>
                  </a:lnTo>
                  <a:lnTo>
                    <a:pt x="302155" y="327587"/>
                  </a:lnTo>
                  <a:lnTo>
                    <a:pt x="295037" y="341963"/>
                  </a:lnTo>
                  <a:lnTo>
                    <a:pt x="288535" y="352924"/>
                  </a:lnTo>
                  <a:lnTo>
                    <a:pt x="281857" y="361639"/>
                  </a:lnTo>
                  <a:lnTo>
                    <a:pt x="279837" y="364245"/>
                  </a:lnTo>
                  <a:lnTo>
                    <a:pt x="241263" y="392278"/>
                  </a:lnTo>
                  <a:lnTo>
                    <a:pt x="235552" y="395692"/>
                  </a:lnTo>
                  <a:lnTo>
                    <a:pt x="234058" y="398118"/>
                  </a:lnTo>
                  <a:lnTo>
                    <a:pt x="233795" y="401262"/>
                  </a:lnTo>
                  <a:lnTo>
                    <a:pt x="225974" y="409529"/>
                  </a:lnTo>
                  <a:lnTo>
                    <a:pt x="223251" y="412404"/>
                  </a:lnTo>
                  <a:lnTo>
                    <a:pt x="219912" y="415818"/>
                  </a:lnTo>
                  <a:lnTo>
                    <a:pt x="208753" y="426330"/>
                  </a:lnTo>
                  <a:lnTo>
                    <a:pt x="205326" y="434866"/>
                  </a:lnTo>
                  <a:lnTo>
                    <a:pt x="200054" y="441425"/>
                  </a:lnTo>
                  <a:lnTo>
                    <a:pt x="188192" y="447804"/>
                  </a:lnTo>
                  <a:lnTo>
                    <a:pt x="180811" y="459484"/>
                  </a:lnTo>
                  <a:lnTo>
                    <a:pt x="180020" y="469817"/>
                  </a:lnTo>
                  <a:lnTo>
                    <a:pt x="177824" y="476915"/>
                  </a:lnTo>
                  <a:lnTo>
                    <a:pt x="174133" y="481677"/>
                  </a:lnTo>
                  <a:lnTo>
                    <a:pt x="172815" y="484193"/>
                  </a:lnTo>
                  <a:lnTo>
                    <a:pt x="173430" y="486978"/>
                  </a:lnTo>
                  <a:lnTo>
                    <a:pt x="174133" y="489943"/>
                  </a:lnTo>
                  <a:lnTo>
                    <a:pt x="175539" y="492908"/>
                  </a:lnTo>
                  <a:lnTo>
                    <a:pt x="175363" y="497400"/>
                  </a:lnTo>
                  <a:lnTo>
                    <a:pt x="175100" y="499736"/>
                  </a:lnTo>
                  <a:lnTo>
                    <a:pt x="176945" y="503151"/>
                  </a:lnTo>
                  <a:lnTo>
                    <a:pt x="177384" y="505037"/>
                  </a:lnTo>
                  <a:lnTo>
                    <a:pt x="176945" y="507284"/>
                  </a:lnTo>
                  <a:lnTo>
                    <a:pt x="175100" y="509350"/>
                  </a:lnTo>
                  <a:lnTo>
                    <a:pt x="173957" y="510428"/>
                  </a:lnTo>
                  <a:lnTo>
                    <a:pt x="173430" y="511327"/>
                  </a:lnTo>
                  <a:lnTo>
                    <a:pt x="170091" y="512046"/>
                  </a:lnTo>
                  <a:lnTo>
                    <a:pt x="169828" y="512495"/>
                  </a:lnTo>
                  <a:lnTo>
                    <a:pt x="169213" y="512585"/>
                  </a:lnTo>
                  <a:lnTo>
                    <a:pt x="168685" y="512674"/>
                  </a:lnTo>
                  <a:lnTo>
                    <a:pt x="168334" y="512674"/>
                  </a:lnTo>
                  <a:lnTo>
                    <a:pt x="167719" y="512764"/>
                  </a:lnTo>
                  <a:lnTo>
                    <a:pt x="167543" y="512854"/>
                  </a:lnTo>
                  <a:lnTo>
                    <a:pt x="166928" y="512944"/>
                  </a:lnTo>
                  <a:lnTo>
                    <a:pt x="166752" y="512944"/>
                  </a:lnTo>
                  <a:lnTo>
                    <a:pt x="166577" y="512944"/>
                  </a:lnTo>
                  <a:lnTo>
                    <a:pt x="165259" y="512944"/>
                  </a:lnTo>
                  <a:lnTo>
                    <a:pt x="163941" y="513034"/>
                  </a:lnTo>
                  <a:lnTo>
                    <a:pt x="163589" y="513034"/>
                  </a:lnTo>
                  <a:lnTo>
                    <a:pt x="162886" y="513034"/>
                  </a:lnTo>
                  <a:lnTo>
                    <a:pt x="162623" y="513034"/>
                  </a:lnTo>
                  <a:lnTo>
                    <a:pt x="161920" y="513034"/>
                  </a:lnTo>
                  <a:lnTo>
                    <a:pt x="161217" y="513124"/>
                  </a:lnTo>
                  <a:lnTo>
                    <a:pt x="160953" y="513124"/>
                  </a:lnTo>
                  <a:lnTo>
                    <a:pt x="160690" y="513124"/>
                  </a:lnTo>
                  <a:lnTo>
                    <a:pt x="160250" y="513124"/>
                  </a:lnTo>
                  <a:lnTo>
                    <a:pt x="159987" y="513124"/>
                  </a:lnTo>
                  <a:lnTo>
                    <a:pt x="159372" y="513124"/>
                  </a:lnTo>
                  <a:lnTo>
                    <a:pt x="158932" y="513124"/>
                  </a:lnTo>
                  <a:lnTo>
                    <a:pt x="158757" y="513124"/>
                  </a:lnTo>
                  <a:lnTo>
                    <a:pt x="157087" y="513124"/>
                  </a:lnTo>
                  <a:lnTo>
                    <a:pt x="156472" y="512135"/>
                  </a:lnTo>
                  <a:lnTo>
                    <a:pt x="156384" y="511596"/>
                  </a:lnTo>
                  <a:lnTo>
                    <a:pt x="156296" y="511417"/>
                  </a:lnTo>
                  <a:lnTo>
                    <a:pt x="156296" y="511237"/>
                  </a:lnTo>
                  <a:lnTo>
                    <a:pt x="156208" y="510428"/>
                  </a:lnTo>
                  <a:lnTo>
                    <a:pt x="155945" y="509799"/>
                  </a:lnTo>
                  <a:lnTo>
                    <a:pt x="155066" y="508272"/>
                  </a:lnTo>
                  <a:lnTo>
                    <a:pt x="154978" y="508002"/>
                  </a:lnTo>
                  <a:lnTo>
                    <a:pt x="154715" y="507733"/>
                  </a:lnTo>
                  <a:lnTo>
                    <a:pt x="154275" y="507194"/>
                  </a:lnTo>
                  <a:lnTo>
                    <a:pt x="154188" y="507014"/>
                  </a:lnTo>
                  <a:lnTo>
                    <a:pt x="154100" y="506834"/>
                  </a:lnTo>
                  <a:lnTo>
                    <a:pt x="153748" y="505846"/>
                  </a:lnTo>
                  <a:lnTo>
                    <a:pt x="153485" y="505127"/>
                  </a:lnTo>
                  <a:lnTo>
                    <a:pt x="153397" y="504858"/>
                  </a:lnTo>
                  <a:lnTo>
                    <a:pt x="153309" y="504588"/>
                  </a:lnTo>
                  <a:lnTo>
                    <a:pt x="153133" y="503869"/>
                  </a:lnTo>
                  <a:lnTo>
                    <a:pt x="153045" y="503330"/>
                  </a:lnTo>
                  <a:lnTo>
                    <a:pt x="153045" y="503061"/>
                  </a:lnTo>
                  <a:lnTo>
                    <a:pt x="152957" y="502611"/>
                  </a:lnTo>
                  <a:lnTo>
                    <a:pt x="152870" y="502252"/>
                  </a:lnTo>
                  <a:lnTo>
                    <a:pt x="152870" y="501893"/>
                  </a:lnTo>
                  <a:lnTo>
                    <a:pt x="152870" y="501623"/>
                  </a:lnTo>
                  <a:lnTo>
                    <a:pt x="152870" y="500814"/>
                  </a:lnTo>
                  <a:lnTo>
                    <a:pt x="152870" y="500545"/>
                  </a:lnTo>
                  <a:lnTo>
                    <a:pt x="152782" y="500275"/>
                  </a:lnTo>
                  <a:lnTo>
                    <a:pt x="152782" y="500096"/>
                  </a:lnTo>
                  <a:lnTo>
                    <a:pt x="152782" y="498838"/>
                  </a:lnTo>
                  <a:lnTo>
                    <a:pt x="152694" y="498119"/>
                  </a:lnTo>
                  <a:lnTo>
                    <a:pt x="152694" y="497760"/>
                  </a:lnTo>
                  <a:lnTo>
                    <a:pt x="152694" y="497580"/>
                  </a:lnTo>
                  <a:lnTo>
                    <a:pt x="152430" y="496502"/>
                  </a:lnTo>
                  <a:lnTo>
                    <a:pt x="152254" y="495963"/>
                  </a:lnTo>
                  <a:lnTo>
                    <a:pt x="151376" y="494795"/>
                  </a:lnTo>
                  <a:lnTo>
                    <a:pt x="151200" y="494345"/>
                  </a:lnTo>
                  <a:lnTo>
                    <a:pt x="150497" y="492638"/>
                  </a:lnTo>
                  <a:lnTo>
                    <a:pt x="148037" y="489853"/>
                  </a:lnTo>
                  <a:lnTo>
                    <a:pt x="146895" y="488415"/>
                  </a:lnTo>
                  <a:lnTo>
                    <a:pt x="146895" y="488146"/>
                  </a:lnTo>
                  <a:lnTo>
                    <a:pt x="146982" y="487247"/>
                  </a:lnTo>
                  <a:lnTo>
                    <a:pt x="147070" y="486618"/>
                  </a:lnTo>
                  <a:lnTo>
                    <a:pt x="147422" y="485540"/>
                  </a:lnTo>
                  <a:lnTo>
                    <a:pt x="147598" y="485181"/>
                  </a:lnTo>
                  <a:lnTo>
                    <a:pt x="148037" y="484372"/>
                  </a:lnTo>
                  <a:lnTo>
                    <a:pt x="148037" y="484103"/>
                  </a:lnTo>
                  <a:lnTo>
                    <a:pt x="148213" y="483474"/>
                  </a:lnTo>
                  <a:lnTo>
                    <a:pt x="147949" y="482126"/>
                  </a:lnTo>
                  <a:lnTo>
                    <a:pt x="146807" y="481946"/>
                  </a:lnTo>
                  <a:lnTo>
                    <a:pt x="146367" y="481856"/>
                  </a:lnTo>
                  <a:lnTo>
                    <a:pt x="145137" y="478532"/>
                  </a:lnTo>
                  <a:lnTo>
                    <a:pt x="145049" y="478173"/>
                  </a:lnTo>
                  <a:lnTo>
                    <a:pt x="144874" y="477723"/>
                  </a:lnTo>
                  <a:lnTo>
                    <a:pt x="145049" y="476466"/>
                  </a:lnTo>
                  <a:lnTo>
                    <a:pt x="145752" y="472422"/>
                  </a:lnTo>
                  <a:lnTo>
                    <a:pt x="146543" y="469188"/>
                  </a:lnTo>
                  <a:lnTo>
                    <a:pt x="146631" y="468649"/>
                  </a:lnTo>
                  <a:lnTo>
                    <a:pt x="146631" y="467840"/>
                  </a:lnTo>
                  <a:lnTo>
                    <a:pt x="146543" y="467391"/>
                  </a:lnTo>
                  <a:lnTo>
                    <a:pt x="146280" y="466942"/>
                  </a:lnTo>
                  <a:lnTo>
                    <a:pt x="146016" y="466672"/>
                  </a:lnTo>
                  <a:lnTo>
                    <a:pt x="145489" y="466403"/>
                  </a:lnTo>
                  <a:lnTo>
                    <a:pt x="143556" y="465594"/>
                  </a:lnTo>
                  <a:lnTo>
                    <a:pt x="142765" y="465145"/>
                  </a:lnTo>
                  <a:lnTo>
                    <a:pt x="142413" y="464606"/>
                  </a:lnTo>
                  <a:lnTo>
                    <a:pt x="142326" y="464336"/>
                  </a:lnTo>
                  <a:lnTo>
                    <a:pt x="142326" y="463258"/>
                  </a:lnTo>
                  <a:lnTo>
                    <a:pt x="142326" y="462988"/>
                  </a:lnTo>
                  <a:lnTo>
                    <a:pt x="142326" y="462629"/>
                  </a:lnTo>
                  <a:lnTo>
                    <a:pt x="142501" y="460742"/>
                  </a:lnTo>
                  <a:lnTo>
                    <a:pt x="142589" y="459933"/>
                  </a:lnTo>
                  <a:lnTo>
                    <a:pt x="142501" y="459754"/>
                  </a:lnTo>
                  <a:lnTo>
                    <a:pt x="142413" y="458765"/>
                  </a:lnTo>
                  <a:lnTo>
                    <a:pt x="142238" y="458496"/>
                  </a:lnTo>
                  <a:lnTo>
                    <a:pt x="141798" y="457148"/>
                  </a:lnTo>
                  <a:lnTo>
                    <a:pt x="141710" y="456968"/>
                  </a:lnTo>
                  <a:lnTo>
                    <a:pt x="141535" y="456429"/>
                  </a:lnTo>
                  <a:lnTo>
                    <a:pt x="141271" y="455800"/>
                  </a:lnTo>
                  <a:lnTo>
                    <a:pt x="140656" y="454273"/>
                  </a:lnTo>
                  <a:lnTo>
                    <a:pt x="139865" y="452296"/>
                  </a:lnTo>
                  <a:lnTo>
                    <a:pt x="139514" y="451578"/>
                  </a:lnTo>
                  <a:lnTo>
                    <a:pt x="138899" y="450589"/>
                  </a:lnTo>
                  <a:lnTo>
                    <a:pt x="138020" y="450140"/>
                  </a:lnTo>
                  <a:lnTo>
                    <a:pt x="134945" y="448702"/>
                  </a:lnTo>
                  <a:lnTo>
                    <a:pt x="133803" y="448253"/>
                  </a:lnTo>
                  <a:lnTo>
                    <a:pt x="133012" y="447894"/>
                  </a:lnTo>
                  <a:lnTo>
                    <a:pt x="121238" y="449870"/>
                  </a:lnTo>
                  <a:lnTo>
                    <a:pt x="112363" y="451667"/>
                  </a:lnTo>
                  <a:lnTo>
                    <a:pt x="110342" y="452027"/>
                  </a:lnTo>
                  <a:lnTo>
                    <a:pt x="110079" y="452117"/>
                  </a:lnTo>
                  <a:lnTo>
                    <a:pt x="109991" y="451488"/>
                  </a:lnTo>
                  <a:lnTo>
                    <a:pt x="109815" y="450679"/>
                  </a:lnTo>
                  <a:lnTo>
                    <a:pt x="108673" y="445558"/>
                  </a:lnTo>
                  <a:lnTo>
                    <a:pt x="104455" y="425881"/>
                  </a:lnTo>
                  <a:lnTo>
                    <a:pt x="103137" y="419861"/>
                  </a:lnTo>
                  <a:lnTo>
                    <a:pt x="96020" y="420939"/>
                  </a:lnTo>
                  <a:lnTo>
                    <a:pt x="89957" y="421748"/>
                  </a:lnTo>
                  <a:lnTo>
                    <a:pt x="74317" y="424084"/>
                  </a:lnTo>
                  <a:lnTo>
                    <a:pt x="72120" y="424353"/>
                  </a:lnTo>
                  <a:lnTo>
                    <a:pt x="67991" y="424982"/>
                  </a:lnTo>
                  <a:lnTo>
                    <a:pt x="60083" y="426150"/>
                  </a:lnTo>
                  <a:lnTo>
                    <a:pt x="54108" y="426959"/>
                  </a:lnTo>
                  <a:lnTo>
                    <a:pt x="37149" y="429475"/>
                  </a:lnTo>
                  <a:lnTo>
                    <a:pt x="36974" y="428397"/>
                  </a:lnTo>
                  <a:lnTo>
                    <a:pt x="36622" y="426420"/>
                  </a:lnTo>
                  <a:lnTo>
                    <a:pt x="36534" y="426150"/>
                  </a:lnTo>
                  <a:lnTo>
                    <a:pt x="36446" y="425252"/>
                  </a:lnTo>
                  <a:lnTo>
                    <a:pt x="34338" y="412224"/>
                  </a:lnTo>
                  <a:lnTo>
                    <a:pt x="33898" y="409618"/>
                  </a:lnTo>
                  <a:lnTo>
                    <a:pt x="31526" y="394704"/>
                  </a:lnTo>
                  <a:lnTo>
                    <a:pt x="31262" y="393356"/>
                  </a:lnTo>
                  <a:lnTo>
                    <a:pt x="31175" y="392727"/>
                  </a:lnTo>
                  <a:lnTo>
                    <a:pt x="30735" y="389672"/>
                  </a:lnTo>
                  <a:lnTo>
                    <a:pt x="30208" y="385809"/>
                  </a:lnTo>
                  <a:lnTo>
                    <a:pt x="30120" y="384551"/>
                  </a:lnTo>
                  <a:lnTo>
                    <a:pt x="30120" y="383113"/>
                  </a:lnTo>
                  <a:lnTo>
                    <a:pt x="30032" y="382664"/>
                  </a:lnTo>
                  <a:lnTo>
                    <a:pt x="30032" y="381676"/>
                  </a:lnTo>
                  <a:lnTo>
                    <a:pt x="30032" y="381496"/>
                  </a:lnTo>
                  <a:lnTo>
                    <a:pt x="30032" y="380597"/>
                  </a:lnTo>
                  <a:lnTo>
                    <a:pt x="30032" y="379339"/>
                  </a:lnTo>
                  <a:lnTo>
                    <a:pt x="29944" y="377992"/>
                  </a:lnTo>
                  <a:lnTo>
                    <a:pt x="29769" y="376464"/>
                  </a:lnTo>
                  <a:lnTo>
                    <a:pt x="29417" y="374218"/>
                  </a:lnTo>
                  <a:lnTo>
                    <a:pt x="28275" y="366761"/>
                  </a:lnTo>
                  <a:lnTo>
                    <a:pt x="27133" y="359303"/>
                  </a:lnTo>
                  <a:lnTo>
                    <a:pt x="25200" y="346814"/>
                  </a:lnTo>
                  <a:lnTo>
                    <a:pt x="25024" y="345197"/>
                  </a:lnTo>
                  <a:lnTo>
                    <a:pt x="24145" y="339896"/>
                  </a:lnTo>
                  <a:lnTo>
                    <a:pt x="23354" y="334595"/>
                  </a:lnTo>
                  <a:lnTo>
                    <a:pt x="23179" y="333607"/>
                  </a:lnTo>
                  <a:lnTo>
                    <a:pt x="22915" y="331450"/>
                  </a:lnTo>
                  <a:lnTo>
                    <a:pt x="22476" y="328665"/>
                  </a:lnTo>
                  <a:lnTo>
                    <a:pt x="21861" y="324801"/>
                  </a:lnTo>
                  <a:lnTo>
                    <a:pt x="21246" y="320848"/>
                  </a:lnTo>
                  <a:lnTo>
                    <a:pt x="20894" y="318063"/>
                  </a:lnTo>
                  <a:lnTo>
                    <a:pt x="19488" y="308898"/>
                  </a:lnTo>
                  <a:lnTo>
                    <a:pt x="18522" y="302878"/>
                  </a:lnTo>
                  <a:lnTo>
                    <a:pt x="18258" y="301171"/>
                  </a:lnTo>
                  <a:lnTo>
                    <a:pt x="18170" y="300273"/>
                  </a:lnTo>
                  <a:lnTo>
                    <a:pt x="17379" y="295151"/>
                  </a:lnTo>
                  <a:lnTo>
                    <a:pt x="17028" y="293175"/>
                  </a:lnTo>
                  <a:lnTo>
                    <a:pt x="16149" y="287155"/>
                  </a:lnTo>
                  <a:lnTo>
                    <a:pt x="15534" y="282932"/>
                  </a:lnTo>
                  <a:lnTo>
                    <a:pt x="14656" y="277362"/>
                  </a:lnTo>
                  <a:lnTo>
                    <a:pt x="14480" y="276373"/>
                  </a:lnTo>
                  <a:lnTo>
                    <a:pt x="14480" y="276104"/>
                  </a:lnTo>
                  <a:lnTo>
                    <a:pt x="14304" y="275295"/>
                  </a:lnTo>
                  <a:lnTo>
                    <a:pt x="13865" y="272330"/>
                  </a:lnTo>
                  <a:lnTo>
                    <a:pt x="12898" y="266130"/>
                  </a:lnTo>
                  <a:lnTo>
                    <a:pt x="12635" y="264513"/>
                  </a:lnTo>
                  <a:lnTo>
                    <a:pt x="12547" y="263884"/>
                  </a:lnTo>
                  <a:lnTo>
                    <a:pt x="12547" y="263705"/>
                  </a:lnTo>
                  <a:lnTo>
                    <a:pt x="12107" y="261009"/>
                  </a:lnTo>
                  <a:lnTo>
                    <a:pt x="9911" y="246633"/>
                  </a:lnTo>
                  <a:lnTo>
                    <a:pt x="9823" y="245555"/>
                  </a:lnTo>
                  <a:lnTo>
                    <a:pt x="4024" y="207100"/>
                  </a:lnTo>
                  <a:lnTo>
                    <a:pt x="0" y="180278"/>
                  </a:lnTo>
                  <a:lnTo>
                    <a:pt x="0" y="150389"/>
                  </a:lnTo>
                  <a:lnTo>
                    <a:pt x="8944" y="149238"/>
                  </a:lnTo>
                  <a:lnTo>
                    <a:pt x="46200" y="143308"/>
                  </a:lnTo>
                  <a:lnTo>
                    <a:pt x="46903" y="143218"/>
                  </a:lnTo>
                  <a:lnTo>
                    <a:pt x="47166" y="144566"/>
                  </a:lnTo>
                  <a:lnTo>
                    <a:pt x="47342" y="144655"/>
                  </a:lnTo>
                  <a:lnTo>
                    <a:pt x="48221" y="144925"/>
                  </a:lnTo>
                  <a:lnTo>
                    <a:pt x="51735" y="146093"/>
                  </a:lnTo>
                  <a:lnTo>
                    <a:pt x="54108" y="146812"/>
                  </a:lnTo>
                  <a:lnTo>
                    <a:pt x="54371" y="146902"/>
                  </a:lnTo>
                  <a:lnTo>
                    <a:pt x="54547" y="146902"/>
                  </a:lnTo>
                  <a:lnTo>
                    <a:pt x="62806" y="144566"/>
                  </a:lnTo>
                  <a:lnTo>
                    <a:pt x="65355" y="143847"/>
                  </a:lnTo>
                  <a:lnTo>
                    <a:pt x="65882" y="143757"/>
                  </a:lnTo>
                  <a:lnTo>
                    <a:pt x="67903" y="143218"/>
                  </a:lnTo>
                  <a:lnTo>
                    <a:pt x="68342" y="143218"/>
                  </a:lnTo>
                  <a:lnTo>
                    <a:pt x="67991" y="141960"/>
                  </a:lnTo>
                  <a:lnTo>
                    <a:pt x="67903" y="141331"/>
                  </a:lnTo>
                  <a:lnTo>
                    <a:pt x="67991" y="140792"/>
                  </a:lnTo>
                  <a:lnTo>
                    <a:pt x="68342" y="139893"/>
                  </a:lnTo>
                  <a:lnTo>
                    <a:pt x="69133" y="137468"/>
                  </a:lnTo>
                  <a:lnTo>
                    <a:pt x="70187" y="134323"/>
                  </a:lnTo>
                  <a:lnTo>
                    <a:pt x="71681" y="130010"/>
                  </a:lnTo>
                  <a:lnTo>
                    <a:pt x="71769" y="129561"/>
                  </a:lnTo>
                  <a:lnTo>
                    <a:pt x="72296" y="129112"/>
                  </a:lnTo>
                  <a:lnTo>
                    <a:pt x="73438" y="128033"/>
                  </a:lnTo>
                  <a:lnTo>
                    <a:pt x="73614" y="127854"/>
                  </a:lnTo>
                  <a:lnTo>
                    <a:pt x="74141" y="127405"/>
                  </a:lnTo>
                  <a:lnTo>
                    <a:pt x="74405" y="127674"/>
                  </a:lnTo>
                  <a:lnTo>
                    <a:pt x="74581" y="127854"/>
                  </a:lnTo>
                  <a:lnTo>
                    <a:pt x="74668" y="128123"/>
                  </a:lnTo>
                  <a:lnTo>
                    <a:pt x="74756" y="128303"/>
                  </a:lnTo>
                  <a:lnTo>
                    <a:pt x="74581" y="128573"/>
                  </a:lnTo>
                  <a:lnTo>
                    <a:pt x="74756" y="128573"/>
                  </a:lnTo>
                  <a:lnTo>
                    <a:pt x="75020" y="128662"/>
                  </a:lnTo>
                  <a:lnTo>
                    <a:pt x="75371" y="128662"/>
                  </a:lnTo>
                  <a:lnTo>
                    <a:pt x="76338" y="129112"/>
                  </a:lnTo>
                  <a:lnTo>
                    <a:pt x="79501" y="129022"/>
                  </a:lnTo>
                  <a:lnTo>
                    <a:pt x="79765" y="128752"/>
                  </a:lnTo>
                  <a:lnTo>
                    <a:pt x="80204" y="128393"/>
                  </a:lnTo>
                  <a:lnTo>
                    <a:pt x="81083" y="125967"/>
                  </a:lnTo>
                  <a:lnTo>
                    <a:pt x="81786" y="126057"/>
                  </a:lnTo>
                  <a:lnTo>
                    <a:pt x="81961" y="125697"/>
                  </a:lnTo>
                  <a:lnTo>
                    <a:pt x="81961" y="125518"/>
                  </a:lnTo>
                  <a:lnTo>
                    <a:pt x="81961" y="125068"/>
                  </a:lnTo>
                  <a:lnTo>
                    <a:pt x="81873" y="124709"/>
                  </a:lnTo>
                  <a:lnTo>
                    <a:pt x="81873" y="124440"/>
                  </a:lnTo>
                  <a:lnTo>
                    <a:pt x="81961" y="123721"/>
                  </a:lnTo>
                  <a:lnTo>
                    <a:pt x="82225" y="123272"/>
                  </a:lnTo>
                  <a:lnTo>
                    <a:pt x="82752" y="122553"/>
                  </a:lnTo>
                  <a:lnTo>
                    <a:pt x="82928" y="122193"/>
                  </a:lnTo>
                  <a:lnTo>
                    <a:pt x="83279" y="121834"/>
                  </a:lnTo>
                  <a:lnTo>
                    <a:pt x="84158" y="121115"/>
                  </a:lnTo>
                  <a:lnTo>
                    <a:pt x="85740" y="119857"/>
                  </a:lnTo>
                  <a:lnTo>
                    <a:pt x="87409" y="118240"/>
                  </a:lnTo>
                  <a:lnTo>
                    <a:pt x="88376" y="117611"/>
                  </a:lnTo>
                  <a:lnTo>
                    <a:pt x="89166" y="116982"/>
                  </a:lnTo>
                  <a:lnTo>
                    <a:pt x="89694" y="115634"/>
                  </a:lnTo>
                  <a:lnTo>
                    <a:pt x="91539" y="114466"/>
                  </a:lnTo>
                  <a:lnTo>
                    <a:pt x="92066" y="114197"/>
                  </a:lnTo>
                  <a:lnTo>
                    <a:pt x="93560" y="113568"/>
                  </a:lnTo>
                  <a:lnTo>
                    <a:pt x="93999" y="113388"/>
                  </a:lnTo>
                  <a:lnTo>
                    <a:pt x="95405" y="113029"/>
                  </a:lnTo>
                  <a:lnTo>
                    <a:pt x="97338" y="112040"/>
                  </a:lnTo>
                  <a:lnTo>
                    <a:pt x="99095" y="111142"/>
                  </a:lnTo>
                  <a:lnTo>
                    <a:pt x="99535" y="110872"/>
                  </a:lnTo>
                  <a:lnTo>
                    <a:pt x="100150" y="110603"/>
                  </a:lnTo>
                  <a:lnTo>
                    <a:pt x="101204" y="110154"/>
                  </a:lnTo>
                  <a:lnTo>
                    <a:pt x="105158" y="107728"/>
                  </a:lnTo>
                  <a:lnTo>
                    <a:pt x="105422" y="107458"/>
                  </a:lnTo>
                  <a:lnTo>
                    <a:pt x="105773" y="107099"/>
                  </a:lnTo>
                  <a:lnTo>
                    <a:pt x="107530" y="105392"/>
                  </a:lnTo>
                  <a:lnTo>
                    <a:pt x="110079" y="102427"/>
                  </a:lnTo>
                  <a:lnTo>
                    <a:pt x="112100" y="98833"/>
                  </a:lnTo>
                  <a:lnTo>
                    <a:pt x="113154" y="96587"/>
                  </a:lnTo>
                  <a:lnTo>
                    <a:pt x="115087" y="95239"/>
                  </a:lnTo>
                  <a:lnTo>
                    <a:pt x="116932" y="92723"/>
                  </a:lnTo>
                  <a:lnTo>
                    <a:pt x="118250" y="87871"/>
                  </a:lnTo>
                  <a:lnTo>
                    <a:pt x="119129" y="81312"/>
                  </a:lnTo>
                  <a:lnTo>
                    <a:pt x="120623" y="79875"/>
                  </a:lnTo>
                  <a:lnTo>
                    <a:pt x="125104" y="78707"/>
                  </a:lnTo>
                  <a:lnTo>
                    <a:pt x="127213" y="77898"/>
                  </a:lnTo>
                  <a:lnTo>
                    <a:pt x="129936" y="76011"/>
                  </a:lnTo>
                  <a:lnTo>
                    <a:pt x="133539" y="74933"/>
                  </a:lnTo>
                  <a:lnTo>
                    <a:pt x="140568" y="71159"/>
                  </a:lnTo>
                  <a:lnTo>
                    <a:pt x="147949" y="66128"/>
                  </a:lnTo>
                  <a:lnTo>
                    <a:pt x="153221" y="61546"/>
                  </a:lnTo>
                  <a:lnTo>
                    <a:pt x="155769" y="57592"/>
                  </a:lnTo>
                  <a:lnTo>
                    <a:pt x="159460" y="51393"/>
                  </a:lnTo>
                  <a:lnTo>
                    <a:pt x="169564" y="46541"/>
                  </a:lnTo>
                  <a:lnTo>
                    <a:pt x="171234" y="45642"/>
                  </a:lnTo>
                  <a:lnTo>
                    <a:pt x="177911" y="44834"/>
                  </a:lnTo>
                  <a:lnTo>
                    <a:pt x="185380" y="43846"/>
                  </a:lnTo>
                  <a:lnTo>
                    <a:pt x="190389" y="42857"/>
                  </a:lnTo>
                  <a:lnTo>
                    <a:pt x="193288" y="43037"/>
                  </a:lnTo>
                  <a:lnTo>
                    <a:pt x="199351" y="41150"/>
                  </a:lnTo>
                  <a:lnTo>
                    <a:pt x="203481" y="40701"/>
                  </a:lnTo>
                  <a:lnTo>
                    <a:pt x="210071" y="41150"/>
                  </a:lnTo>
                  <a:lnTo>
                    <a:pt x="219297" y="42588"/>
                  </a:lnTo>
                  <a:lnTo>
                    <a:pt x="223251" y="39173"/>
                  </a:lnTo>
                  <a:lnTo>
                    <a:pt x="228083" y="36927"/>
                  </a:lnTo>
                  <a:lnTo>
                    <a:pt x="232828" y="35579"/>
                  </a:lnTo>
                  <a:lnTo>
                    <a:pt x="242933" y="33962"/>
                  </a:lnTo>
                  <a:lnTo>
                    <a:pt x="245129" y="32345"/>
                  </a:lnTo>
                  <a:lnTo>
                    <a:pt x="248556" y="31087"/>
                  </a:lnTo>
                  <a:lnTo>
                    <a:pt x="254531" y="29739"/>
                  </a:lnTo>
                  <a:lnTo>
                    <a:pt x="260154" y="25966"/>
                  </a:lnTo>
                  <a:lnTo>
                    <a:pt x="268238" y="20844"/>
                  </a:lnTo>
                  <a:lnTo>
                    <a:pt x="270874" y="18598"/>
                  </a:lnTo>
                  <a:lnTo>
                    <a:pt x="273422" y="17250"/>
                  </a:lnTo>
                  <a:lnTo>
                    <a:pt x="277640" y="13387"/>
                  </a:lnTo>
                  <a:lnTo>
                    <a:pt x="283703" y="12309"/>
                  </a:lnTo>
                  <a:lnTo>
                    <a:pt x="295389" y="12848"/>
                  </a:lnTo>
                  <a:lnTo>
                    <a:pt x="304615" y="13117"/>
                  </a:lnTo>
                  <a:lnTo>
                    <a:pt x="309008" y="12758"/>
                  </a:lnTo>
                  <a:lnTo>
                    <a:pt x="317004" y="1796"/>
                  </a:lnTo>
                  <a:lnTo>
                    <a:pt x="327372" y="0"/>
                  </a:lnTo>
                  <a:lnTo>
                    <a:pt x="323506" y="165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1788863" y="3687781"/>
              <a:ext cx="235745" cy="259032"/>
            </a:xfrm>
            <a:custGeom>
              <a:avLst/>
              <a:pathLst>
                <a:path w="235745" h="259032">
                  <a:moveTo>
                    <a:pt x="222741" y="11500"/>
                  </a:moveTo>
                  <a:lnTo>
                    <a:pt x="222214" y="14375"/>
                  </a:lnTo>
                  <a:lnTo>
                    <a:pt x="222126" y="14824"/>
                  </a:lnTo>
                  <a:lnTo>
                    <a:pt x="221335" y="20126"/>
                  </a:lnTo>
                  <a:lnTo>
                    <a:pt x="219490" y="31267"/>
                  </a:lnTo>
                  <a:lnTo>
                    <a:pt x="219841" y="33333"/>
                  </a:lnTo>
                  <a:lnTo>
                    <a:pt x="219841" y="33693"/>
                  </a:lnTo>
                  <a:lnTo>
                    <a:pt x="220281" y="36298"/>
                  </a:lnTo>
                  <a:lnTo>
                    <a:pt x="220369" y="36927"/>
                  </a:lnTo>
                  <a:lnTo>
                    <a:pt x="220544" y="38275"/>
                  </a:lnTo>
                  <a:lnTo>
                    <a:pt x="220632" y="38814"/>
                  </a:lnTo>
                  <a:lnTo>
                    <a:pt x="220720" y="39084"/>
                  </a:lnTo>
                  <a:lnTo>
                    <a:pt x="220720" y="39533"/>
                  </a:lnTo>
                  <a:lnTo>
                    <a:pt x="220896" y="40611"/>
                  </a:lnTo>
                  <a:lnTo>
                    <a:pt x="220984" y="40881"/>
                  </a:lnTo>
                  <a:lnTo>
                    <a:pt x="222917" y="53639"/>
                  </a:lnTo>
                  <a:lnTo>
                    <a:pt x="223180" y="55706"/>
                  </a:lnTo>
                  <a:lnTo>
                    <a:pt x="223268" y="55975"/>
                  </a:lnTo>
                  <a:lnTo>
                    <a:pt x="224674" y="65769"/>
                  </a:lnTo>
                  <a:lnTo>
                    <a:pt x="226168" y="75382"/>
                  </a:lnTo>
                  <a:lnTo>
                    <a:pt x="227134" y="81582"/>
                  </a:lnTo>
                  <a:lnTo>
                    <a:pt x="227310" y="82930"/>
                  </a:lnTo>
                  <a:lnTo>
                    <a:pt x="227486" y="84187"/>
                  </a:lnTo>
                  <a:lnTo>
                    <a:pt x="227574" y="84457"/>
                  </a:lnTo>
                  <a:lnTo>
                    <a:pt x="227661" y="85266"/>
                  </a:lnTo>
                  <a:lnTo>
                    <a:pt x="227749" y="85895"/>
                  </a:lnTo>
                  <a:lnTo>
                    <a:pt x="228101" y="88320"/>
                  </a:lnTo>
                  <a:lnTo>
                    <a:pt x="228540" y="91285"/>
                  </a:lnTo>
                  <a:lnTo>
                    <a:pt x="228716" y="92004"/>
                  </a:lnTo>
                  <a:lnTo>
                    <a:pt x="228804" y="92903"/>
                  </a:lnTo>
                  <a:lnTo>
                    <a:pt x="228892" y="93622"/>
                  </a:lnTo>
                  <a:lnTo>
                    <a:pt x="228979" y="94071"/>
                  </a:lnTo>
                  <a:lnTo>
                    <a:pt x="228979" y="94250"/>
                  </a:lnTo>
                  <a:lnTo>
                    <a:pt x="229155" y="94969"/>
                  </a:lnTo>
                  <a:lnTo>
                    <a:pt x="229682" y="98923"/>
                  </a:lnTo>
                  <a:lnTo>
                    <a:pt x="230034" y="100809"/>
                  </a:lnTo>
                  <a:lnTo>
                    <a:pt x="230210" y="101888"/>
                  </a:lnTo>
                  <a:lnTo>
                    <a:pt x="230473" y="103774"/>
                  </a:lnTo>
                  <a:lnTo>
                    <a:pt x="230737" y="105931"/>
                  </a:lnTo>
                  <a:lnTo>
                    <a:pt x="231791" y="112849"/>
                  </a:lnTo>
                  <a:lnTo>
                    <a:pt x="231879" y="113298"/>
                  </a:lnTo>
                  <a:lnTo>
                    <a:pt x="234164" y="129471"/>
                  </a:lnTo>
                  <a:lnTo>
                    <a:pt x="235569" y="139175"/>
                  </a:lnTo>
                  <a:lnTo>
                    <a:pt x="235745" y="140522"/>
                  </a:lnTo>
                  <a:lnTo>
                    <a:pt x="235042" y="140702"/>
                  </a:lnTo>
                  <a:lnTo>
                    <a:pt x="234164" y="140792"/>
                  </a:lnTo>
                  <a:lnTo>
                    <a:pt x="224674" y="142230"/>
                  </a:lnTo>
                  <a:lnTo>
                    <a:pt x="222917" y="142499"/>
                  </a:lnTo>
                  <a:lnTo>
                    <a:pt x="217293" y="143308"/>
                  </a:lnTo>
                  <a:lnTo>
                    <a:pt x="216151" y="143487"/>
                  </a:lnTo>
                  <a:lnTo>
                    <a:pt x="215799" y="143577"/>
                  </a:lnTo>
                  <a:lnTo>
                    <a:pt x="205519" y="145105"/>
                  </a:lnTo>
                  <a:lnTo>
                    <a:pt x="200247" y="145823"/>
                  </a:lnTo>
                  <a:lnTo>
                    <a:pt x="192866" y="146812"/>
                  </a:lnTo>
                  <a:lnTo>
                    <a:pt x="188034" y="147351"/>
                  </a:lnTo>
                  <a:lnTo>
                    <a:pt x="187243" y="157144"/>
                  </a:lnTo>
                  <a:lnTo>
                    <a:pt x="186452" y="167926"/>
                  </a:lnTo>
                  <a:lnTo>
                    <a:pt x="173624" y="169903"/>
                  </a:lnTo>
                  <a:lnTo>
                    <a:pt x="170812" y="170262"/>
                  </a:lnTo>
                  <a:lnTo>
                    <a:pt x="161234" y="169723"/>
                  </a:lnTo>
                  <a:lnTo>
                    <a:pt x="153854" y="169454"/>
                  </a:lnTo>
                  <a:lnTo>
                    <a:pt x="152799" y="169364"/>
                  </a:lnTo>
                  <a:lnTo>
                    <a:pt x="148230" y="169184"/>
                  </a:lnTo>
                  <a:lnTo>
                    <a:pt x="146385" y="170891"/>
                  </a:lnTo>
                  <a:lnTo>
                    <a:pt x="141025" y="175563"/>
                  </a:lnTo>
                  <a:lnTo>
                    <a:pt x="136280" y="179786"/>
                  </a:lnTo>
                  <a:lnTo>
                    <a:pt x="133029" y="182661"/>
                  </a:lnTo>
                  <a:lnTo>
                    <a:pt x="132854" y="182841"/>
                  </a:lnTo>
                  <a:lnTo>
                    <a:pt x="129778" y="185626"/>
                  </a:lnTo>
                  <a:lnTo>
                    <a:pt x="127933" y="187154"/>
                  </a:lnTo>
                  <a:lnTo>
                    <a:pt x="127669" y="187423"/>
                  </a:lnTo>
                  <a:lnTo>
                    <a:pt x="127318" y="187783"/>
                  </a:lnTo>
                  <a:lnTo>
                    <a:pt x="126439" y="188681"/>
                  </a:lnTo>
                  <a:lnTo>
                    <a:pt x="124858" y="190029"/>
                  </a:lnTo>
                  <a:lnTo>
                    <a:pt x="121167" y="194252"/>
                  </a:lnTo>
                  <a:lnTo>
                    <a:pt x="119322" y="196498"/>
                  </a:lnTo>
                  <a:lnTo>
                    <a:pt x="118971" y="196947"/>
                  </a:lnTo>
                  <a:lnTo>
                    <a:pt x="116247" y="201350"/>
                  </a:lnTo>
                  <a:lnTo>
                    <a:pt x="114753" y="204315"/>
                  </a:lnTo>
                  <a:lnTo>
                    <a:pt x="112556" y="208538"/>
                  </a:lnTo>
                  <a:lnTo>
                    <a:pt x="112293" y="208987"/>
                  </a:lnTo>
                  <a:lnTo>
                    <a:pt x="110272" y="213030"/>
                  </a:lnTo>
                  <a:lnTo>
                    <a:pt x="105176" y="223003"/>
                  </a:lnTo>
                  <a:lnTo>
                    <a:pt x="103506" y="226328"/>
                  </a:lnTo>
                  <a:lnTo>
                    <a:pt x="96038" y="241332"/>
                  </a:lnTo>
                  <a:lnTo>
                    <a:pt x="94017" y="245555"/>
                  </a:lnTo>
                  <a:lnTo>
                    <a:pt x="86899" y="259032"/>
                  </a:lnTo>
                  <a:lnTo>
                    <a:pt x="80661" y="254810"/>
                  </a:lnTo>
                  <a:lnTo>
                    <a:pt x="76883" y="252204"/>
                  </a:lnTo>
                  <a:lnTo>
                    <a:pt x="76619" y="252024"/>
                  </a:lnTo>
                  <a:lnTo>
                    <a:pt x="75213" y="251036"/>
                  </a:lnTo>
                  <a:lnTo>
                    <a:pt x="74335" y="250407"/>
                  </a:lnTo>
                  <a:lnTo>
                    <a:pt x="72929" y="249509"/>
                  </a:lnTo>
                  <a:lnTo>
                    <a:pt x="72050" y="248880"/>
                  </a:lnTo>
                  <a:lnTo>
                    <a:pt x="71786" y="248700"/>
                  </a:lnTo>
                  <a:lnTo>
                    <a:pt x="71435" y="248430"/>
                  </a:lnTo>
                  <a:lnTo>
                    <a:pt x="69238" y="246993"/>
                  </a:lnTo>
                  <a:lnTo>
                    <a:pt x="66866" y="245286"/>
                  </a:lnTo>
                  <a:lnTo>
                    <a:pt x="64406" y="243668"/>
                  </a:lnTo>
                  <a:lnTo>
                    <a:pt x="61155" y="241332"/>
                  </a:lnTo>
                  <a:lnTo>
                    <a:pt x="60100" y="240703"/>
                  </a:lnTo>
                  <a:lnTo>
                    <a:pt x="59749" y="240434"/>
                  </a:lnTo>
                  <a:lnTo>
                    <a:pt x="57201" y="238727"/>
                  </a:lnTo>
                  <a:lnTo>
                    <a:pt x="55355" y="237469"/>
                  </a:lnTo>
                  <a:lnTo>
                    <a:pt x="51665" y="234953"/>
                  </a:lnTo>
                  <a:lnTo>
                    <a:pt x="47799" y="232258"/>
                  </a:lnTo>
                  <a:lnTo>
                    <a:pt x="47096" y="231898"/>
                  </a:lnTo>
                  <a:lnTo>
                    <a:pt x="39276" y="226507"/>
                  </a:lnTo>
                  <a:lnTo>
                    <a:pt x="25041" y="217073"/>
                  </a:lnTo>
                  <a:lnTo>
                    <a:pt x="13443" y="209526"/>
                  </a:lnTo>
                  <a:lnTo>
                    <a:pt x="351" y="200361"/>
                  </a:lnTo>
                  <a:lnTo>
                    <a:pt x="0" y="200092"/>
                  </a:lnTo>
                  <a:lnTo>
                    <a:pt x="3514" y="195869"/>
                  </a:lnTo>
                  <a:lnTo>
                    <a:pt x="7468" y="190927"/>
                  </a:lnTo>
                  <a:lnTo>
                    <a:pt x="13795" y="183200"/>
                  </a:lnTo>
                  <a:lnTo>
                    <a:pt x="14585" y="182122"/>
                  </a:lnTo>
                  <a:lnTo>
                    <a:pt x="22054" y="172958"/>
                  </a:lnTo>
                  <a:lnTo>
                    <a:pt x="28380" y="165141"/>
                  </a:lnTo>
                  <a:lnTo>
                    <a:pt x="28468" y="164961"/>
                  </a:lnTo>
                  <a:lnTo>
                    <a:pt x="35498" y="156336"/>
                  </a:lnTo>
                  <a:lnTo>
                    <a:pt x="36376" y="155258"/>
                  </a:lnTo>
                  <a:lnTo>
                    <a:pt x="42088" y="147531"/>
                  </a:lnTo>
                  <a:lnTo>
                    <a:pt x="48502" y="140253"/>
                  </a:lnTo>
                  <a:lnTo>
                    <a:pt x="48590" y="140073"/>
                  </a:lnTo>
                  <a:lnTo>
                    <a:pt x="53422" y="134053"/>
                  </a:lnTo>
                  <a:lnTo>
                    <a:pt x="54125" y="133245"/>
                  </a:lnTo>
                  <a:lnTo>
                    <a:pt x="57552" y="128932"/>
                  </a:lnTo>
                  <a:lnTo>
                    <a:pt x="61155" y="124440"/>
                  </a:lnTo>
                  <a:lnTo>
                    <a:pt x="68272" y="115545"/>
                  </a:lnTo>
                  <a:lnTo>
                    <a:pt x="75389" y="106650"/>
                  </a:lnTo>
                  <a:lnTo>
                    <a:pt x="79079" y="102067"/>
                  </a:lnTo>
                  <a:lnTo>
                    <a:pt x="82067" y="98383"/>
                  </a:lnTo>
                  <a:lnTo>
                    <a:pt x="82506" y="97755"/>
                  </a:lnTo>
                  <a:lnTo>
                    <a:pt x="89535" y="89129"/>
                  </a:lnTo>
                  <a:lnTo>
                    <a:pt x="93138" y="84547"/>
                  </a:lnTo>
                  <a:lnTo>
                    <a:pt x="96477" y="80414"/>
                  </a:lnTo>
                  <a:lnTo>
                    <a:pt x="96565" y="80234"/>
                  </a:lnTo>
                  <a:lnTo>
                    <a:pt x="103770" y="71339"/>
                  </a:lnTo>
                  <a:lnTo>
                    <a:pt x="110799" y="62624"/>
                  </a:lnTo>
                  <a:lnTo>
                    <a:pt x="110975" y="62354"/>
                  </a:lnTo>
                  <a:lnTo>
                    <a:pt x="117828" y="53729"/>
                  </a:lnTo>
                  <a:lnTo>
                    <a:pt x="124858" y="45103"/>
                  </a:lnTo>
                  <a:lnTo>
                    <a:pt x="125209" y="44654"/>
                  </a:lnTo>
                  <a:lnTo>
                    <a:pt x="132151" y="36208"/>
                  </a:lnTo>
                  <a:lnTo>
                    <a:pt x="139444" y="27134"/>
                  </a:lnTo>
                  <a:lnTo>
                    <a:pt x="146824" y="18149"/>
                  </a:lnTo>
                  <a:lnTo>
                    <a:pt x="153590" y="9344"/>
                  </a:lnTo>
                  <a:lnTo>
                    <a:pt x="154205" y="9793"/>
                  </a:lnTo>
                  <a:lnTo>
                    <a:pt x="170636" y="7547"/>
                  </a:lnTo>
                  <a:lnTo>
                    <a:pt x="172306" y="7277"/>
                  </a:lnTo>
                  <a:lnTo>
                    <a:pt x="173624" y="7098"/>
                  </a:lnTo>
                  <a:lnTo>
                    <a:pt x="186013" y="5301"/>
                  </a:lnTo>
                  <a:lnTo>
                    <a:pt x="186540" y="5211"/>
                  </a:lnTo>
                  <a:lnTo>
                    <a:pt x="187243" y="5121"/>
                  </a:lnTo>
                  <a:lnTo>
                    <a:pt x="189527" y="4851"/>
                  </a:lnTo>
                  <a:lnTo>
                    <a:pt x="199808" y="3414"/>
                  </a:lnTo>
                  <a:lnTo>
                    <a:pt x="208858" y="2156"/>
                  </a:lnTo>
                  <a:lnTo>
                    <a:pt x="215975" y="1168"/>
                  </a:lnTo>
                  <a:lnTo>
                    <a:pt x="216151" y="1168"/>
                  </a:lnTo>
                  <a:lnTo>
                    <a:pt x="217293" y="988"/>
                  </a:lnTo>
                  <a:lnTo>
                    <a:pt x="224762" y="0"/>
                  </a:lnTo>
                  <a:lnTo>
                    <a:pt x="224323" y="2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553828" y="3621203"/>
              <a:ext cx="811973" cy="599378"/>
            </a:xfrm>
            <a:custGeom>
              <a:avLst/>
              <a:pathLst>
                <a:path w="811973" h="599378">
                  <a:moveTo>
                    <a:pt x="281084" y="6289"/>
                  </a:moveTo>
                  <a:lnTo>
                    <a:pt x="281436" y="6918"/>
                  </a:lnTo>
                  <a:lnTo>
                    <a:pt x="282402" y="8535"/>
                  </a:lnTo>
                  <a:lnTo>
                    <a:pt x="283720" y="10781"/>
                  </a:lnTo>
                  <a:lnTo>
                    <a:pt x="289432" y="20575"/>
                  </a:lnTo>
                  <a:lnTo>
                    <a:pt x="290310" y="22192"/>
                  </a:lnTo>
                  <a:lnTo>
                    <a:pt x="291013" y="23360"/>
                  </a:lnTo>
                  <a:lnTo>
                    <a:pt x="297340" y="34322"/>
                  </a:lnTo>
                  <a:lnTo>
                    <a:pt x="298042" y="35400"/>
                  </a:lnTo>
                  <a:lnTo>
                    <a:pt x="301645" y="41779"/>
                  </a:lnTo>
                  <a:lnTo>
                    <a:pt x="305335" y="48158"/>
                  </a:lnTo>
                  <a:lnTo>
                    <a:pt x="305511" y="48518"/>
                  </a:lnTo>
                  <a:lnTo>
                    <a:pt x="305950" y="49236"/>
                  </a:lnTo>
                  <a:lnTo>
                    <a:pt x="307884" y="53010"/>
                  </a:lnTo>
                  <a:lnTo>
                    <a:pt x="308674" y="54537"/>
                  </a:lnTo>
                  <a:lnTo>
                    <a:pt x="315089" y="65948"/>
                  </a:lnTo>
                  <a:lnTo>
                    <a:pt x="315967" y="69093"/>
                  </a:lnTo>
                  <a:lnTo>
                    <a:pt x="316494" y="70441"/>
                  </a:lnTo>
                  <a:lnTo>
                    <a:pt x="322206" y="73046"/>
                  </a:lnTo>
                  <a:lnTo>
                    <a:pt x="348829" y="65499"/>
                  </a:lnTo>
                  <a:lnTo>
                    <a:pt x="351202" y="64780"/>
                  </a:lnTo>
                  <a:lnTo>
                    <a:pt x="352695" y="64870"/>
                  </a:lnTo>
                  <a:lnTo>
                    <a:pt x="353310" y="64870"/>
                  </a:lnTo>
                  <a:lnTo>
                    <a:pt x="355595" y="64511"/>
                  </a:lnTo>
                  <a:lnTo>
                    <a:pt x="356825" y="64421"/>
                  </a:lnTo>
                  <a:lnTo>
                    <a:pt x="357880" y="65050"/>
                  </a:lnTo>
                  <a:lnTo>
                    <a:pt x="359285" y="64780"/>
                  </a:lnTo>
                  <a:lnTo>
                    <a:pt x="361218" y="63972"/>
                  </a:lnTo>
                  <a:lnTo>
                    <a:pt x="363767" y="63163"/>
                  </a:lnTo>
                  <a:lnTo>
                    <a:pt x="365963" y="63253"/>
                  </a:lnTo>
                  <a:lnTo>
                    <a:pt x="367281" y="63522"/>
                  </a:lnTo>
                  <a:lnTo>
                    <a:pt x="369126" y="63702"/>
                  </a:lnTo>
                  <a:lnTo>
                    <a:pt x="374926" y="60018"/>
                  </a:lnTo>
                  <a:lnTo>
                    <a:pt x="384855" y="57413"/>
                  </a:lnTo>
                  <a:lnTo>
                    <a:pt x="397332" y="58221"/>
                  </a:lnTo>
                  <a:lnTo>
                    <a:pt x="410336" y="64690"/>
                  </a:lnTo>
                  <a:lnTo>
                    <a:pt x="414553" y="67745"/>
                  </a:lnTo>
                  <a:lnTo>
                    <a:pt x="417189" y="69632"/>
                  </a:lnTo>
                  <a:lnTo>
                    <a:pt x="427206" y="76191"/>
                  </a:lnTo>
                  <a:lnTo>
                    <a:pt x="432302" y="77539"/>
                  </a:lnTo>
                  <a:lnTo>
                    <a:pt x="435202" y="78257"/>
                  </a:lnTo>
                  <a:lnTo>
                    <a:pt x="438541" y="79066"/>
                  </a:lnTo>
                  <a:lnTo>
                    <a:pt x="447503" y="76460"/>
                  </a:lnTo>
                  <a:lnTo>
                    <a:pt x="453654" y="76730"/>
                  </a:lnTo>
                  <a:lnTo>
                    <a:pt x="455938" y="78617"/>
                  </a:lnTo>
                  <a:lnTo>
                    <a:pt x="460156" y="81222"/>
                  </a:lnTo>
                  <a:lnTo>
                    <a:pt x="467976" y="82840"/>
                  </a:lnTo>
                  <a:lnTo>
                    <a:pt x="476411" y="83379"/>
                  </a:lnTo>
                  <a:lnTo>
                    <a:pt x="479662" y="83648"/>
                  </a:lnTo>
                  <a:lnTo>
                    <a:pt x="481771" y="84098"/>
                  </a:lnTo>
                  <a:lnTo>
                    <a:pt x="483616" y="82211"/>
                  </a:lnTo>
                  <a:lnTo>
                    <a:pt x="485286" y="77808"/>
                  </a:lnTo>
                  <a:lnTo>
                    <a:pt x="486692" y="73585"/>
                  </a:lnTo>
                  <a:lnTo>
                    <a:pt x="488888" y="71788"/>
                  </a:lnTo>
                  <a:lnTo>
                    <a:pt x="495303" y="67925"/>
                  </a:lnTo>
                  <a:lnTo>
                    <a:pt x="498026" y="65319"/>
                  </a:lnTo>
                  <a:lnTo>
                    <a:pt x="501629" y="60198"/>
                  </a:lnTo>
                  <a:lnTo>
                    <a:pt x="502771" y="56604"/>
                  </a:lnTo>
                  <a:lnTo>
                    <a:pt x="503386" y="53909"/>
                  </a:lnTo>
                  <a:lnTo>
                    <a:pt x="504177" y="50854"/>
                  </a:lnTo>
                  <a:lnTo>
                    <a:pt x="507428" y="46721"/>
                  </a:lnTo>
                  <a:lnTo>
                    <a:pt x="510679" y="44564"/>
                  </a:lnTo>
                  <a:lnTo>
                    <a:pt x="514897" y="41509"/>
                  </a:lnTo>
                  <a:lnTo>
                    <a:pt x="517533" y="38814"/>
                  </a:lnTo>
                  <a:lnTo>
                    <a:pt x="520696" y="36837"/>
                  </a:lnTo>
                  <a:lnTo>
                    <a:pt x="524386" y="34501"/>
                  </a:lnTo>
                  <a:lnTo>
                    <a:pt x="526232" y="31986"/>
                  </a:lnTo>
                  <a:lnTo>
                    <a:pt x="528955" y="29649"/>
                  </a:lnTo>
                  <a:lnTo>
                    <a:pt x="538533" y="28212"/>
                  </a:lnTo>
                  <a:lnTo>
                    <a:pt x="544332" y="25966"/>
                  </a:lnTo>
                  <a:lnTo>
                    <a:pt x="547847" y="25427"/>
                  </a:lnTo>
                  <a:lnTo>
                    <a:pt x="551801" y="25427"/>
                  </a:lnTo>
                  <a:lnTo>
                    <a:pt x="554964" y="25516"/>
                  </a:lnTo>
                  <a:lnTo>
                    <a:pt x="558303" y="25516"/>
                  </a:lnTo>
                  <a:lnTo>
                    <a:pt x="561290" y="25337"/>
                  </a:lnTo>
                  <a:lnTo>
                    <a:pt x="565332" y="26774"/>
                  </a:lnTo>
                  <a:lnTo>
                    <a:pt x="569550" y="27224"/>
                  </a:lnTo>
                  <a:lnTo>
                    <a:pt x="571219" y="27493"/>
                  </a:lnTo>
                  <a:lnTo>
                    <a:pt x="577809" y="27673"/>
                  </a:lnTo>
                  <a:lnTo>
                    <a:pt x="581500" y="28032"/>
                  </a:lnTo>
                  <a:lnTo>
                    <a:pt x="585190" y="26684"/>
                  </a:lnTo>
                  <a:lnTo>
                    <a:pt x="589935" y="24977"/>
                  </a:lnTo>
                  <a:lnTo>
                    <a:pt x="592483" y="24528"/>
                  </a:lnTo>
                  <a:lnTo>
                    <a:pt x="598546" y="24618"/>
                  </a:lnTo>
                  <a:lnTo>
                    <a:pt x="605487" y="25427"/>
                  </a:lnTo>
                  <a:lnTo>
                    <a:pt x="608826" y="24528"/>
                  </a:lnTo>
                  <a:lnTo>
                    <a:pt x="611638" y="24798"/>
                  </a:lnTo>
                  <a:lnTo>
                    <a:pt x="616734" y="25966"/>
                  </a:lnTo>
                  <a:lnTo>
                    <a:pt x="619546" y="25696"/>
                  </a:lnTo>
                  <a:lnTo>
                    <a:pt x="622182" y="25427"/>
                  </a:lnTo>
                  <a:lnTo>
                    <a:pt x="626575" y="24708"/>
                  </a:lnTo>
                  <a:lnTo>
                    <a:pt x="630881" y="23180"/>
                  </a:lnTo>
                  <a:lnTo>
                    <a:pt x="637383" y="23630"/>
                  </a:lnTo>
                  <a:lnTo>
                    <a:pt x="640634" y="25157"/>
                  </a:lnTo>
                  <a:lnTo>
                    <a:pt x="642215" y="27763"/>
                  </a:lnTo>
                  <a:lnTo>
                    <a:pt x="643973" y="29649"/>
                  </a:lnTo>
                  <a:lnTo>
                    <a:pt x="646345" y="30458"/>
                  </a:lnTo>
                  <a:lnTo>
                    <a:pt x="649157" y="32255"/>
                  </a:lnTo>
                  <a:lnTo>
                    <a:pt x="649684" y="32435"/>
                  </a:lnTo>
                  <a:lnTo>
                    <a:pt x="653023" y="33782"/>
                  </a:lnTo>
                  <a:lnTo>
                    <a:pt x="655307" y="33513"/>
                  </a:lnTo>
                  <a:lnTo>
                    <a:pt x="658822" y="31626"/>
                  </a:lnTo>
                  <a:lnTo>
                    <a:pt x="661634" y="29380"/>
                  </a:lnTo>
                  <a:lnTo>
                    <a:pt x="662864" y="28931"/>
                  </a:lnTo>
                  <a:lnTo>
                    <a:pt x="666115" y="27673"/>
                  </a:lnTo>
                  <a:lnTo>
                    <a:pt x="668487" y="26145"/>
                  </a:lnTo>
                  <a:lnTo>
                    <a:pt x="671914" y="24528"/>
                  </a:lnTo>
                  <a:lnTo>
                    <a:pt x="676307" y="23001"/>
                  </a:lnTo>
                  <a:lnTo>
                    <a:pt x="679734" y="22012"/>
                  </a:lnTo>
                  <a:lnTo>
                    <a:pt x="682634" y="21653"/>
                  </a:lnTo>
                  <a:lnTo>
                    <a:pt x="685709" y="21204"/>
                  </a:lnTo>
                  <a:lnTo>
                    <a:pt x="688257" y="21204"/>
                  </a:lnTo>
                  <a:lnTo>
                    <a:pt x="690542" y="21653"/>
                  </a:lnTo>
                  <a:lnTo>
                    <a:pt x="700471" y="18868"/>
                  </a:lnTo>
                  <a:lnTo>
                    <a:pt x="739747" y="18958"/>
                  </a:lnTo>
                  <a:lnTo>
                    <a:pt x="764086" y="23001"/>
                  </a:lnTo>
                  <a:lnTo>
                    <a:pt x="759605" y="41959"/>
                  </a:lnTo>
                  <a:lnTo>
                    <a:pt x="757057" y="56514"/>
                  </a:lnTo>
                  <a:lnTo>
                    <a:pt x="755651" y="60108"/>
                  </a:lnTo>
                  <a:lnTo>
                    <a:pt x="748007" y="79965"/>
                  </a:lnTo>
                  <a:lnTo>
                    <a:pt x="746601" y="93532"/>
                  </a:lnTo>
                  <a:lnTo>
                    <a:pt x="751345" y="114556"/>
                  </a:lnTo>
                  <a:lnTo>
                    <a:pt x="752488" y="126326"/>
                  </a:lnTo>
                  <a:lnTo>
                    <a:pt x="753015" y="131987"/>
                  </a:lnTo>
                  <a:lnTo>
                    <a:pt x="757408" y="158582"/>
                  </a:lnTo>
                  <a:lnTo>
                    <a:pt x="760308" y="167567"/>
                  </a:lnTo>
                  <a:lnTo>
                    <a:pt x="762944" y="179337"/>
                  </a:lnTo>
                  <a:lnTo>
                    <a:pt x="771379" y="179786"/>
                  </a:lnTo>
                  <a:lnTo>
                    <a:pt x="779902" y="179067"/>
                  </a:lnTo>
                  <a:lnTo>
                    <a:pt x="788249" y="175204"/>
                  </a:lnTo>
                  <a:lnTo>
                    <a:pt x="790797" y="174844"/>
                  </a:lnTo>
                  <a:lnTo>
                    <a:pt x="795103" y="175743"/>
                  </a:lnTo>
                  <a:lnTo>
                    <a:pt x="797036" y="186704"/>
                  </a:lnTo>
                  <a:lnTo>
                    <a:pt x="796597" y="209346"/>
                  </a:lnTo>
                  <a:lnTo>
                    <a:pt x="796860" y="239985"/>
                  </a:lnTo>
                  <a:lnTo>
                    <a:pt x="795982" y="247083"/>
                  </a:lnTo>
                  <a:lnTo>
                    <a:pt x="793258" y="252024"/>
                  </a:lnTo>
                  <a:lnTo>
                    <a:pt x="791149" y="253821"/>
                  </a:lnTo>
                  <a:lnTo>
                    <a:pt x="789655" y="254989"/>
                  </a:lnTo>
                  <a:lnTo>
                    <a:pt x="786492" y="256337"/>
                  </a:lnTo>
                  <a:lnTo>
                    <a:pt x="787722" y="258403"/>
                  </a:lnTo>
                  <a:lnTo>
                    <a:pt x="787722" y="260829"/>
                  </a:lnTo>
                  <a:lnTo>
                    <a:pt x="789128" y="264513"/>
                  </a:lnTo>
                  <a:lnTo>
                    <a:pt x="792818" y="269365"/>
                  </a:lnTo>
                  <a:lnTo>
                    <a:pt x="798793" y="274307"/>
                  </a:lnTo>
                  <a:lnTo>
                    <a:pt x="800814" y="277901"/>
                  </a:lnTo>
                  <a:lnTo>
                    <a:pt x="806701" y="282303"/>
                  </a:lnTo>
                  <a:lnTo>
                    <a:pt x="811622" y="288503"/>
                  </a:lnTo>
                  <a:lnTo>
                    <a:pt x="811973" y="294253"/>
                  </a:lnTo>
                  <a:lnTo>
                    <a:pt x="810128" y="297308"/>
                  </a:lnTo>
                  <a:lnTo>
                    <a:pt x="807053" y="301351"/>
                  </a:lnTo>
                  <a:lnTo>
                    <a:pt x="804417" y="305125"/>
                  </a:lnTo>
                  <a:lnTo>
                    <a:pt x="801341" y="308359"/>
                  </a:lnTo>
                  <a:lnTo>
                    <a:pt x="798266" y="313840"/>
                  </a:lnTo>
                  <a:lnTo>
                    <a:pt x="794312" y="317344"/>
                  </a:lnTo>
                  <a:lnTo>
                    <a:pt x="790182" y="316176"/>
                  </a:lnTo>
                  <a:lnTo>
                    <a:pt x="781044" y="316625"/>
                  </a:lnTo>
                  <a:lnTo>
                    <a:pt x="775245" y="319051"/>
                  </a:lnTo>
                  <a:lnTo>
                    <a:pt x="772170" y="322286"/>
                  </a:lnTo>
                  <a:lnTo>
                    <a:pt x="768216" y="322465"/>
                  </a:lnTo>
                  <a:lnTo>
                    <a:pt x="764086" y="322735"/>
                  </a:lnTo>
                  <a:lnTo>
                    <a:pt x="757408" y="322735"/>
                  </a:lnTo>
                  <a:lnTo>
                    <a:pt x="753718" y="324173"/>
                  </a:lnTo>
                  <a:lnTo>
                    <a:pt x="745283" y="324083"/>
                  </a:lnTo>
                  <a:lnTo>
                    <a:pt x="740889" y="327766"/>
                  </a:lnTo>
                  <a:lnTo>
                    <a:pt x="737990" y="330013"/>
                  </a:lnTo>
                  <a:lnTo>
                    <a:pt x="737023" y="334505"/>
                  </a:lnTo>
                  <a:lnTo>
                    <a:pt x="738517" y="341693"/>
                  </a:lnTo>
                  <a:lnTo>
                    <a:pt x="740977" y="346006"/>
                  </a:lnTo>
                  <a:lnTo>
                    <a:pt x="741592" y="349600"/>
                  </a:lnTo>
                  <a:lnTo>
                    <a:pt x="744931" y="353733"/>
                  </a:lnTo>
                  <a:lnTo>
                    <a:pt x="752488" y="369007"/>
                  </a:lnTo>
                  <a:lnTo>
                    <a:pt x="753894" y="375476"/>
                  </a:lnTo>
                  <a:lnTo>
                    <a:pt x="755124" y="384730"/>
                  </a:lnTo>
                  <a:lnTo>
                    <a:pt x="753015" y="392727"/>
                  </a:lnTo>
                  <a:lnTo>
                    <a:pt x="747216" y="402970"/>
                  </a:lnTo>
                  <a:lnTo>
                    <a:pt x="738781" y="415369"/>
                  </a:lnTo>
                  <a:lnTo>
                    <a:pt x="731312" y="425072"/>
                  </a:lnTo>
                  <a:lnTo>
                    <a:pt x="716902" y="440436"/>
                  </a:lnTo>
                  <a:lnTo>
                    <a:pt x="706885" y="462000"/>
                  </a:lnTo>
                  <a:lnTo>
                    <a:pt x="703195" y="479970"/>
                  </a:lnTo>
                  <a:lnTo>
                    <a:pt x="701701" y="495963"/>
                  </a:lnTo>
                  <a:lnTo>
                    <a:pt x="701437" y="498928"/>
                  </a:lnTo>
                  <a:lnTo>
                    <a:pt x="698450" y="502252"/>
                  </a:lnTo>
                  <a:lnTo>
                    <a:pt x="690805" y="510698"/>
                  </a:lnTo>
                  <a:lnTo>
                    <a:pt x="687203" y="514112"/>
                  </a:lnTo>
                  <a:lnTo>
                    <a:pt x="683425" y="516897"/>
                  </a:lnTo>
                  <a:lnTo>
                    <a:pt x="659174" y="510518"/>
                  </a:lnTo>
                  <a:lnTo>
                    <a:pt x="644763" y="507014"/>
                  </a:lnTo>
                  <a:lnTo>
                    <a:pt x="640985" y="507733"/>
                  </a:lnTo>
                  <a:lnTo>
                    <a:pt x="634571" y="514561"/>
                  </a:lnTo>
                  <a:lnTo>
                    <a:pt x="632199" y="515550"/>
                  </a:lnTo>
                  <a:lnTo>
                    <a:pt x="630705" y="517347"/>
                  </a:lnTo>
                  <a:lnTo>
                    <a:pt x="628069" y="519952"/>
                  </a:lnTo>
                  <a:lnTo>
                    <a:pt x="627805" y="520312"/>
                  </a:lnTo>
                  <a:lnTo>
                    <a:pt x="619458" y="525163"/>
                  </a:lnTo>
                  <a:lnTo>
                    <a:pt x="616031" y="527320"/>
                  </a:lnTo>
                  <a:lnTo>
                    <a:pt x="614362" y="528308"/>
                  </a:lnTo>
                  <a:lnTo>
                    <a:pt x="611814" y="532082"/>
                  </a:lnTo>
                  <a:lnTo>
                    <a:pt x="612253" y="535855"/>
                  </a:lnTo>
                  <a:lnTo>
                    <a:pt x="610671" y="541246"/>
                  </a:lnTo>
                  <a:lnTo>
                    <a:pt x="607860" y="548973"/>
                  </a:lnTo>
                  <a:lnTo>
                    <a:pt x="606981" y="550950"/>
                  </a:lnTo>
                  <a:lnTo>
                    <a:pt x="603466" y="559306"/>
                  </a:lnTo>
                  <a:lnTo>
                    <a:pt x="598458" y="561732"/>
                  </a:lnTo>
                  <a:lnTo>
                    <a:pt x="593010" y="564876"/>
                  </a:lnTo>
                  <a:lnTo>
                    <a:pt x="585014" y="568021"/>
                  </a:lnTo>
                  <a:lnTo>
                    <a:pt x="579303" y="572154"/>
                  </a:lnTo>
                  <a:lnTo>
                    <a:pt x="575788" y="583745"/>
                  </a:lnTo>
                  <a:lnTo>
                    <a:pt x="574558" y="587878"/>
                  </a:lnTo>
                  <a:lnTo>
                    <a:pt x="573855" y="588776"/>
                  </a:lnTo>
                  <a:lnTo>
                    <a:pt x="566562" y="583655"/>
                  </a:lnTo>
                  <a:lnTo>
                    <a:pt x="564981" y="582846"/>
                  </a:lnTo>
                  <a:lnTo>
                    <a:pt x="557248" y="578893"/>
                  </a:lnTo>
                  <a:lnTo>
                    <a:pt x="553470" y="577635"/>
                  </a:lnTo>
                  <a:lnTo>
                    <a:pt x="547759" y="577186"/>
                  </a:lnTo>
                  <a:lnTo>
                    <a:pt x="546353" y="577725"/>
                  </a:lnTo>
                  <a:lnTo>
                    <a:pt x="544420" y="578354"/>
                  </a:lnTo>
                  <a:lnTo>
                    <a:pt x="540993" y="578443"/>
                  </a:lnTo>
                  <a:lnTo>
                    <a:pt x="538357" y="577275"/>
                  </a:lnTo>
                  <a:lnTo>
                    <a:pt x="535282" y="573053"/>
                  </a:lnTo>
                  <a:lnTo>
                    <a:pt x="531943" y="570627"/>
                  </a:lnTo>
                  <a:lnTo>
                    <a:pt x="526144" y="569728"/>
                  </a:lnTo>
                  <a:lnTo>
                    <a:pt x="515512" y="559126"/>
                  </a:lnTo>
                  <a:lnTo>
                    <a:pt x="509888" y="558138"/>
                  </a:lnTo>
                  <a:lnTo>
                    <a:pt x="505232" y="558857"/>
                  </a:lnTo>
                  <a:lnTo>
                    <a:pt x="503211" y="559036"/>
                  </a:lnTo>
                  <a:lnTo>
                    <a:pt x="498817" y="560923"/>
                  </a:lnTo>
                  <a:lnTo>
                    <a:pt x="493018" y="560204"/>
                  </a:lnTo>
                  <a:lnTo>
                    <a:pt x="488537" y="558857"/>
                  </a:lnTo>
                  <a:lnTo>
                    <a:pt x="487483" y="558587"/>
                  </a:lnTo>
                  <a:lnTo>
                    <a:pt x="486867" y="559216"/>
                  </a:lnTo>
                  <a:lnTo>
                    <a:pt x="484671" y="561282"/>
                  </a:lnTo>
                  <a:lnTo>
                    <a:pt x="481595" y="566584"/>
                  </a:lnTo>
                  <a:lnTo>
                    <a:pt x="476763" y="570357"/>
                  </a:lnTo>
                  <a:lnTo>
                    <a:pt x="469646" y="571256"/>
                  </a:lnTo>
                  <a:lnTo>
                    <a:pt x="466570" y="571256"/>
                  </a:lnTo>
                  <a:lnTo>
                    <a:pt x="463495" y="571345"/>
                  </a:lnTo>
                  <a:lnTo>
                    <a:pt x="458574" y="573322"/>
                  </a:lnTo>
                  <a:lnTo>
                    <a:pt x="458223" y="573502"/>
                  </a:lnTo>
                  <a:lnTo>
                    <a:pt x="450227" y="575479"/>
                  </a:lnTo>
                  <a:lnTo>
                    <a:pt x="439595" y="581498"/>
                  </a:lnTo>
                  <a:lnTo>
                    <a:pt x="437311" y="582756"/>
                  </a:lnTo>
                  <a:lnTo>
                    <a:pt x="432742" y="584463"/>
                  </a:lnTo>
                  <a:lnTo>
                    <a:pt x="425009" y="585272"/>
                  </a:lnTo>
                  <a:lnTo>
                    <a:pt x="424834" y="585362"/>
                  </a:lnTo>
                  <a:lnTo>
                    <a:pt x="418419" y="587249"/>
                  </a:lnTo>
                  <a:lnTo>
                    <a:pt x="418244" y="587338"/>
                  </a:lnTo>
                  <a:lnTo>
                    <a:pt x="415608" y="588866"/>
                  </a:lnTo>
                  <a:lnTo>
                    <a:pt x="406997" y="594167"/>
                  </a:lnTo>
                  <a:lnTo>
                    <a:pt x="398650" y="596773"/>
                  </a:lnTo>
                  <a:lnTo>
                    <a:pt x="390742" y="597132"/>
                  </a:lnTo>
                  <a:lnTo>
                    <a:pt x="375892" y="596773"/>
                  </a:lnTo>
                  <a:lnTo>
                    <a:pt x="363679" y="599378"/>
                  </a:lnTo>
                  <a:lnTo>
                    <a:pt x="360779" y="598839"/>
                  </a:lnTo>
                  <a:lnTo>
                    <a:pt x="351290" y="593089"/>
                  </a:lnTo>
                  <a:lnTo>
                    <a:pt x="346808" y="591651"/>
                  </a:lnTo>
                  <a:lnTo>
                    <a:pt x="342415" y="591651"/>
                  </a:lnTo>
                  <a:lnTo>
                    <a:pt x="339076" y="590573"/>
                  </a:lnTo>
                  <a:lnTo>
                    <a:pt x="336001" y="590034"/>
                  </a:lnTo>
                  <a:lnTo>
                    <a:pt x="323436" y="588057"/>
                  </a:lnTo>
                  <a:lnTo>
                    <a:pt x="316846" y="587069"/>
                  </a:lnTo>
                  <a:lnTo>
                    <a:pt x="310168" y="587249"/>
                  </a:lnTo>
                  <a:lnTo>
                    <a:pt x="309817" y="584373"/>
                  </a:lnTo>
                  <a:lnTo>
                    <a:pt x="307620" y="580690"/>
                  </a:lnTo>
                  <a:lnTo>
                    <a:pt x="306038" y="577904"/>
                  </a:lnTo>
                  <a:lnTo>
                    <a:pt x="303666" y="576018"/>
                  </a:lnTo>
                  <a:lnTo>
                    <a:pt x="303314" y="575658"/>
                  </a:lnTo>
                  <a:lnTo>
                    <a:pt x="296812" y="576107"/>
                  </a:lnTo>
                  <a:lnTo>
                    <a:pt x="290574" y="573502"/>
                  </a:lnTo>
                  <a:lnTo>
                    <a:pt x="286532" y="571974"/>
                  </a:lnTo>
                  <a:lnTo>
                    <a:pt x="283545" y="569279"/>
                  </a:lnTo>
                  <a:lnTo>
                    <a:pt x="279151" y="563169"/>
                  </a:lnTo>
                  <a:lnTo>
                    <a:pt x="273703" y="559306"/>
                  </a:lnTo>
                  <a:lnTo>
                    <a:pt x="268695" y="556520"/>
                  </a:lnTo>
                  <a:lnTo>
                    <a:pt x="263862" y="556610"/>
                  </a:lnTo>
                  <a:lnTo>
                    <a:pt x="259645" y="556071"/>
                  </a:lnTo>
                  <a:lnTo>
                    <a:pt x="252791" y="551489"/>
                  </a:lnTo>
                  <a:lnTo>
                    <a:pt x="250331" y="549602"/>
                  </a:lnTo>
                  <a:lnTo>
                    <a:pt x="249013" y="545739"/>
                  </a:lnTo>
                  <a:lnTo>
                    <a:pt x="253494" y="540527"/>
                  </a:lnTo>
                  <a:lnTo>
                    <a:pt x="253582" y="539090"/>
                  </a:lnTo>
                  <a:lnTo>
                    <a:pt x="252352" y="536844"/>
                  </a:lnTo>
                  <a:lnTo>
                    <a:pt x="249189" y="531183"/>
                  </a:lnTo>
                  <a:lnTo>
                    <a:pt x="249189" y="527320"/>
                  </a:lnTo>
                  <a:lnTo>
                    <a:pt x="248398" y="523816"/>
                  </a:lnTo>
                  <a:lnTo>
                    <a:pt x="244795" y="518335"/>
                  </a:lnTo>
                  <a:lnTo>
                    <a:pt x="243477" y="509709"/>
                  </a:lnTo>
                  <a:lnTo>
                    <a:pt x="241105" y="504408"/>
                  </a:lnTo>
                  <a:lnTo>
                    <a:pt x="240402" y="496412"/>
                  </a:lnTo>
                  <a:lnTo>
                    <a:pt x="241017" y="486708"/>
                  </a:lnTo>
                  <a:lnTo>
                    <a:pt x="241808" y="478173"/>
                  </a:lnTo>
                  <a:lnTo>
                    <a:pt x="231967" y="471883"/>
                  </a:lnTo>
                  <a:lnTo>
                    <a:pt x="228716" y="466133"/>
                  </a:lnTo>
                  <a:lnTo>
                    <a:pt x="224938" y="458047"/>
                  </a:lnTo>
                  <a:lnTo>
                    <a:pt x="222653" y="447624"/>
                  </a:lnTo>
                  <a:lnTo>
                    <a:pt x="222653" y="440526"/>
                  </a:lnTo>
                  <a:lnTo>
                    <a:pt x="221159" y="434866"/>
                  </a:lnTo>
                  <a:lnTo>
                    <a:pt x="220544" y="427947"/>
                  </a:lnTo>
                  <a:lnTo>
                    <a:pt x="214745" y="425522"/>
                  </a:lnTo>
                  <a:lnTo>
                    <a:pt x="212724" y="422287"/>
                  </a:lnTo>
                  <a:lnTo>
                    <a:pt x="209034" y="417974"/>
                  </a:lnTo>
                  <a:lnTo>
                    <a:pt x="205431" y="411775"/>
                  </a:lnTo>
                  <a:lnTo>
                    <a:pt x="200335" y="406474"/>
                  </a:lnTo>
                  <a:lnTo>
                    <a:pt x="193833" y="397040"/>
                  </a:lnTo>
                  <a:lnTo>
                    <a:pt x="190406" y="393446"/>
                  </a:lnTo>
                  <a:lnTo>
                    <a:pt x="175205" y="380687"/>
                  </a:lnTo>
                  <a:lnTo>
                    <a:pt x="169582" y="377183"/>
                  </a:lnTo>
                  <a:lnTo>
                    <a:pt x="161147" y="365593"/>
                  </a:lnTo>
                  <a:lnTo>
                    <a:pt x="161586" y="358764"/>
                  </a:lnTo>
                  <a:lnTo>
                    <a:pt x="156929" y="348971"/>
                  </a:lnTo>
                  <a:lnTo>
                    <a:pt x="156841" y="348701"/>
                  </a:lnTo>
                  <a:lnTo>
                    <a:pt x="152008" y="341154"/>
                  </a:lnTo>
                  <a:lnTo>
                    <a:pt x="149724" y="337740"/>
                  </a:lnTo>
                  <a:lnTo>
                    <a:pt x="145682" y="332079"/>
                  </a:lnTo>
                  <a:lnTo>
                    <a:pt x="143222" y="329204"/>
                  </a:lnTo>
                  <a:lnTo>
                    <a:pt x="139356" y="325790"/>
                  </a:lnTo>
                  <a:lnTo>
                    <a:pt x="139004" y="325520"/>
                  </a:lnTo>
                  <a:lnTo>
                    <a:pt x="138741" y="325071"/>
                  </a:lnTo>
                  <a:lnTo>
                    <a:pt x="138389" y="324352"/>
                  </a:lnTo>
                  <a:lnTo>
                    <a:pt x="138301" y="324173"/>
                  </a:lnTo>
                  <a:lnTo>
                    <a:pt x="137862" y="323454"/>
                  </a:lnTo>
                  <a:lnTo>
                    <a:pt x="136808" y="321477"/>
                  </a:lnTo>
                  <a:lnTo>
                    <a:pt x="136192" y="320309"/>
                  </a:lnTo>
                  <a:lnTo>
                    <a:pt x="136017" y="319950"/>
                  </a:lnTo>
                  <a:lnTo>
                    <a:pt x="133029" y="313301"/>
                  </a:lnTo>
                  <a:lnTo>
                    <a:pt x="130745" y="305843"/>
                  </a:lnTo>
                  <a:lnTo>
                    <a:pt x="129427" y="296948"/>
                  </a:lnTo>
                  <a:lnTo>
                    <a:pt x="129251" y="287874"/>
                  </a:lnTo>
                  <a:lnTo>
                    <a:pt x="130481" y="281674"/>
                  </a:lnTo>
                  <a:lnTo>
                    <a:pt x="132502" y="273588"/>
                  </a:lnTo>
                  <a:lnTo>
                    <a:pt x="134347" y="270443"/>
                  </a:lnTo>
                  <a:lnTo>
                    <a:pt x="134347" y="270174"/>
                  </a:lnTo>
                  <a:lnTo>
                    <a:pt x="136456" y="266849"/>
                  </a:lnTo>
                  <a:lnTo>
                    <a:pt x="139619" y="261458"/>
                  </a:lnTo>
                  <a:lnTo>
                    <a:pt x="140674" y="256876"/>
                  </a:lnTo>
                  <a:lnTo>
                    <a:pt x="138916" y="246633"/>
                  </a:lnTo>
                  <a:lnTo>
                    <a:pt x="138301" y="242590"/>
                  </a:lnTo>
                  <a:lnTo>
                    <a:pt x="138389" y="242410"/>
                  </a:lnTo>
                  <a:lnTo>
                    <a:pt x="140234" y="241871"/>
                  </a:lnTo>
                  <a:lnTo>
                    <a:pt x="143046" y="237918"/>
                  </a:lnTo>
                  <a:lnTo>
                    <a:pt x="145155" y="233875"/>
                  </a:lnTo>
                  <a:lnTo>
                    <a:pt x="147703" y="229922"/>
                  </a:lnTo>
                  <a:lnTo>
                    <a:pt x="151745" y="222464"/>
                  </a:lnTo>
                  <a:lnTo>
                    <a:pt x="155611" y="217073"/>
                  </a:lnTo>
                  <a:lnTo>
                    <a:pt x="160180" y="211772"/>
                  </a:lnTo>
                  <a:lnTo>
                    <a:pt x="162816" y="209706"/>
                  </a:lnTo>
                  <a:lnTo>
                    <a:pt x="161322" y="207819"/>
                  </a:lnTo>
                  <a:lnTo>
                    <a:pt x="154820" y="203776"/>
                  </a:lnTo>
                  <a:lnTo>
                    <a:pt x="156050" y="201799"/>
                  </a:lnTo>
                  <a:lnTo>
                    <a:pt x="146824" y="193533"/>
                  </a:lnTo>
                  <a:lnTo>
                    <a:pt x="148582" y="191287"/>
                  </a:lnTo>
                  <a:lnTo>
                    <a:pt x="151042" y="189041"/>
                  </a:lnTo>
                  <a:lnTo>
                    <a:pt x="153239" y="187333"/>
                  </a:lnTo>
                  <a:lnTo>
                    <a:pt x="156050" y="185716"/>
                  </a:lnTo>
                  <a:lnTo>
                    <a:pt x="157983" y="184818"/>
                  </a:lnTo>
                  <a:lnTo>
                    <a:pt x="159916" y="184009"/>
                  </a:lnTo>
                  <a:lnTo>
                    <a:pt x="160971" y="183111"/>
                  </a:lnTo>
                  <a:lnTo>
                    <a:pt x="162377" y="180415"/>
                  </a:lnTo>
                  <a:lnTo>
                    <a:pt x="162465" y="177270"/>
                  </a:lnTo>
                  <a:lnTo>
                    <a:pt x="162025" y="175833"/>
                  </a:lnTo>
                  <a:lnTo>
                    <a:pt x="161498" y="175114"/>
                  </a:lnTo>
                  <a:lnTo>
                    <a:pt x="159741" y="173856"/>
                  </a:lnTo>
                  <a:lnTo>
                    <a:pt x="158686" y="173317"/>
                  </a:lnTo>
                  <a:lnTo>
                    <a:pt x="157193" y="172598"/>
                  </a:lnTo>
                  <a:lnTo>
                    <a:pt x="155084" y="172059"/>
                  </a:lnTo>
                  <a:lnTo>
                    <a:pt x="154996" y="171879"/>
                  </a:lnTo>
                  <a:lnTo>
                    <a:pt x="154381" y="171879"/>
                  </a:lnTo>
                  <a:lnTo>
                    <a:pt x="153063" y="171520"/>
                  </a:lnTo>
                  <a:lnTo>
                    <a:pt x="151042" y="171161"/>
                  </a:lnTo>
                  <a:lnTo>
                    <a:pt x="148933" y="170801"/>
                  </a:lnTo>
                  <a:lnTo>
                    <a:pt x="146824" y="170442"/>
                  </a:lnTo>
                  <a:lnTo>
                    <a:pt x="144803" y="170262"/>
                  </a:lnTo>
                  <a:lnTo>
                    <a:pt x="142695" y="170083"/>
                  </a:lnTo>
                  <a:lnTo>
                    <a:pt x="140849" y="170172"/>
                  </a:lnTo>
                  <a:lnTo>
                    <a:pt x="139004" y="170262"/>
                  </a:lnTo>
                  <a:lnTo>
                    <a:pt x="137159" y="170442"/>
                  </a:lnTo>
                  <a:lnTo>
                    <a:pt x="135314" y="170622"/>
                  </a:lnTo>
                  <a:lnTo>
                    <a:pt x="133469" y="170981"/>
                  </a:lnTo>
                  <a:lnTo>
                    <a:pt x="132590" y="171071"/>
                  </a:lnTo>
                  <a:lnTo>
                    <a:pt x="127757" y="172239"/>
                  </a:lnTo>
                  <a:lnTo>
                    <a:pt x="126264" y="172688"/>
                  </a:lnTo>
                  <a:lnTo>
                    <a:pt x="124506" y="173227"/>
                  </a:lnTo>
                  <a:lnTo>
                    <a:pt x="122749" y="173856"/>
                  </a:lnTo>
                  <a:lnTo>
                    <a:pt x="122134" y="174126"/>
                  </a:lnTo>
                  <a:lnTo>
                    <a:pt x="120904" y="174665"/>
                  </a:lnTo>
                  <a:lnTo>
                    <a:pt x="117213" y="176282"/>
                  </a:lnTo>
                  <a:lnTo>
                    <a:pt x="115983" y="176911"/>
                  </a:lnTo>
                  <a:lnTo>
                    <a:pt x="113962" y="178169"/>
                  </a:lnTo>
                  <a:lnTo>
                    <a:pt x="112029" y="179517"/>
                  </a:lnTo>
                  <a:lnTo>
                    <a:pt x="111063" y="180235"/>
                  </a:lnTo>
                  <a:lnTo>
                    <a:pt x="110096" y="180954"/>
                  </a:lnTo>
                  <a:lnTo>
                    <a:pt x="108163" y="182392"/>
                  </a:lnTo>
                  <a:lnTo>
                    <a:pt x="106318" y="183919"/>
                  </a:lnTo>
                  <a:lnTo>
                    <a:pt x="104473" y="185447"/>
                  </a:lnTo>
                  <a:lnTo>
                    <a:pt x="102715" y="187064"/>
                  </a:lnTo>
                  <a:lnTo>
                    <a:pt x="100958" y="188771"/>
                  </a:lnTo>
                  <a:lnTo>
                    <a:pt x="99289" y="190478"/>
                  </a:lnTo>
                  <a:lnTo>
                    <a:pt x="97619" y="192185"/>
                  </a:lnTo>
                  <a:lnTo>
                    <a:pt x="96038" y="193982"/>
                  </a:lnTo>
                  <a:lnTo>
                    <a:pt x="94456" y="195779"/>
                  </a:lnTo>
                  <a:lnTo>
                    <a:pt x="92962" y="197666"/>
                  </a:lnTo>
                  <a:lnTo>
                    <a:pt x="92171" y="198744"/>
                  </a:lnTo>
                  <a:lnTo>
                    <a:pt x="90414" y="201260"/>
                  </a:lnTo>
                  <a:lnTo>
                    <a:pt x="89887" y="202069"/>
                  </a:lnTo>
                  <a:lnTo>
                    <a:pt x="89096" y="203237"/>
                  </a:lnTo>
                  <a:lnTo>
                    <a:pt x="88657" y="203955"/>
                  </a:lnTo>
                  <a:lnTo>
                    <a:pt x="88305" y="204494"/>
                  </a:lnTo>
                  <a:lnTo>
                    <a:pt x="88042" y="204944"/>
                  </a:lnTo>
                  <a:lnTo>
                    <a:pt x="87690" y="205483"/>
                  </a:lnTo>
                  <a:lnTo>
                    <a:pt x="85669" y="208807"/>
                  </a:lnTo>
                  <a:lnTo>
                    <a:pt x="83912" y="211682"/>
                  </a:lnTo>
                  <a:lnTo>
                    <a:pt x="81891" y="214917"/>
                  </a:lnTo>
                  <a:lnTo>
                    <a:pt x="81540" y="215546"/>
                  </a:lnTo>
                  <a:lnTo>
                    <a:pt x="81012" y="216175"/>
                  </a:lnTo>
                  <a:lnTo>
                    <a:pt x="79431" y="218511"/>
                  </a:lnTo>
                  <a:lnTo>
                    <a:pt x="77586" y="220398"/>
                  </a:lnTo>
                  <a:lnTo>
                    <a:pt x="77498" y="220577"/>
                  </a:lnTo>
                  <a:lnTo>
                    <a:pt x="77322" y="220667"/>
                  </a:lnTo>
                  <a:lnTo>
                    <a:pt x="76004" y="222015"/>
                  </a:lnTo>
                  <a:lnTo>
                    <a:pt x="75037" y="222913"/>
                  </a:lnTo>
                  <a:lnTo>
                    <a:pt x="73719" y="223902"/>
                  </a:lnTo>
                  <a:lnTo>
                    <a:pt x="73368" y="224261"/>
                  </a:lnTo>
                  <a:lnTo>
                    <a:pt x="73192" y="224441"/>
                  </a:lnTo>
                  <a:lnTo>
                    <a:pt x="72314" y="224980"/>
                  </a:lnTo>
                  <a:lnTo>
                    <a:pt x="70644" y="226148"/>
                  </a:lnTo>
                  <a:lnTo>
                    <a:pt x="66163" y="229293"/>
                  </a:lnTo>
                  <a:lnTo>
                    <a:pt x="59837" y="233515"/>
                  </a:lnTo>
                  <a:lnTo>
                    <a:pt x="58870" y="234144"/>
                  </a:lnTo>
                  <a:lnTo>
                    <a:pt x="58519" y="235223"/>
                  </a:lnTo>
                  <a:lnTo>
                    <a:pt x="57816" y="237109"/>
                  </a:lnTo>
                  <a:lnTo>
                    <a:pt x="57640" y="237559"/>
                  </a:lnTo>
                  <a:lnTo>
                    <a:pt x="57552" y="237738"/>
                  </a:lnTo>
                  <a:lnTo>
                    <a:pt x="57201" y="238547"/>
                  </a:lnTo>
                  <a:lnTo>
                    <a:pt x="57113" y="238996"/>
                  </a:lnTo>
                  <a:lnTo>
                    <a:pt x="57025" y="239356"/>
                  </a:lnTo>
                  <a:lnTo>
                    <a:pt x="56849" y="239715"/>
                  </a:lnTo>
                  <a:lnTo>
                    <a:pt x="56585" y="240074"/>
                  </a:lnTo>
                  <a:lnTo>
                    <a:pt x="56234" y="240524"/>
                  </a:lnTo>
                  <a:lnTo>
                    <a:pt x="55883" y="240883"/>
                  </a:lnTo>
                  <a:lnTo>
                    <a:pt x="55443" y="241153"/>
                  </a:lnTo>
                  <a:lnTo>
                    <a:pt x="55004" y="241512"/>
                  </a:lnTo>
                  <a:lnTo>
                    <a:pt x="54565" y="241602"/>
                  </a:lnTo>
                  <a:lnTo>
                    <a:pt x="54125" y="241782"/>
                  </a:lnTo>
                  <a:lnTo>
                    <a:pt x="53686" y="241871"/>
                  </a:lnTo>
                  <a:lnTo>
                    <a:pt x="53159" y="241871"/>
                  </a:lnTo>
                  <a:lnTo>
                    <a:pt x="52719" y="241871"/>
                  </a:lnTo>
                  <a:lnTo>
                    <a:pt x="52280" y="241782"/>
                  </a:lnTo>
                  <a:lnTo>
                    <a:pt x="51753" y="241602"/>
                  </a:lnTo>
                  <a:lnTo>
                    <a:pt x="51401" y="241422"/>
                  </a:lnTo>
                  <a:lnTo>
                    <a:pt x="50962" y="241242"/>
                  </a:lnTo>
                  <a:lnTo>
                    <a:pt x="50611" y="240973"/>
                  </a:lnTo>
                  <a:lnTo>
                    <a:pt x="50259" y="240614"/>
                  </a:lnTo>
                  <a:lnTo>
                    <a:pt x="49908" y="240254"/>
                  </a:lnTo>
                  <a:lnTo>
                    <a:pt x="49556" y="239895"/>
                  </a:lnTo>
                  <a:lnTo>
                    <a:pt x="49293" y="239895"/>
                  </a:lnTo>
                  <a:lnTo>
                    <a:pt x="48853" y="239895"/>
                  </a:lnTo>
                  <a:lnTo>
                    <a:pt x="48414" y="239895"/>
                  </a:lnTo>
                  <a:lnTo>
                    <a:pt x="47799" y="239985"/>
                  </a:lnTo>
                  <a:lnTo>
                    <a:pt x="47535" y="239985"/>
                  </a:lnTo>
                  <a:lnTo>
                    <a:pt x="44108" y="240344"/>
                  </a:lnTo>
                  <a:lnTo>
                    <a:pt x="43230" y="240434"/>
                  </a:lnTo>
                  <a:lnTo>
                    <a:pt x="42878" y="240524"/>
                  </a:lnTo>
                  <a:lnTo>
                    <a:pt x="42263" y="240614"/>
                  </a:lnTo>
                  <a:lnTo>
                    <a:pt x="42000" y="240703"/>
                  </a:lnTo>
                  <a:lnTo>
                    <a:pt x="36200" y="241422"/>
                  </a:lnTo>
                  <a:lnTo>
                    <a:pt x="36025" y="241512"/>
                  </a:lnTo>
                  <a:lnTo>
                    <a:pt x="33916" y="241782"/>
                  </a:lnTo>
                  <a:lnTo>
                    <a:pt x="32598" y="242051"/>
                  </a:lnTo>
                  <a:lnTo>
                    <a:pt x="30313" y="242410"/>
                  </a:lnTo>
                  <a:lnTo>
                    <a:pt x="30050" y="242410"/>
                  </a:lnTo>
                  <a:lnTo>
                    <a:pt x="29786" y="242500"/>
                  </a:lnTo>
                  <a:lnTo>
                    <a:pt x="29083" y="242590"/>
                  </a:lnTo>
                  <a:lnTo>
                    <a:pt x="28468" y="242680"/>
                  </a:lnTo>
                  <a:lnTo>
                    <a:pt x="27853" y="242770"/>
                  </a:lnTo>
                  <a:lnTo>
                    <a:pt x="27590" y="242770"/>
                  </a:lnTo>
                  <a:lnTo>
                    <a:pt x="27062" y="239805"/>
                  </a:lnTo>
                  <a:lnTo>
                    <a:pt x="26887" y="238637"/>
                  </a:lnTo>
                  <a:lnTo>
                    <a:pt x="26447" y="237828"/>
                  </a:lnTo>
                  <a:lnTo>
                    <a:pt x="25832" y="236750"/>
                  </a:lnTo>
                  <a:lnTo>
                    <a:pt x="24778" y="235133"/>
                  </a:lnTo>
                  <a:lnTo>
                    <a:pt x="23987" y="233965"/>
                  </a:lnTo>
                  <a:lnTo>
                    <a:pt x="23284" y="232887"/>
                  </a:lnTo>
                  <a:lnTo>
                    <a:pt x="22493" y="231539"/>
                  </a:lnTo>
                  <a:lnTo>
                    <a:pt x="21703" y="230281"/>
                  </a:lnTo>
                  <a:lnTo>
                    <a:pt x="21351" y="229293"/>
                  </a:lnTo>
                  <a:lnTo>
                    <a:pt x="20560" y="227585"/>
                  </a:lnTo>
                  <a:lnTo>
                    <a:pt x="20209" y="226597"/>
                  </a:lnTo>
                  <a:lnTo>
                    <a:pt x="19857" y="226328"/>
                  </a:lnTo>
                  <a:lnTo>
                    <a:pt x="19769" y="226058"/>
                  </a:lnTo>
                  <a:lnTo>
                    <a:pt x="19682" y="225878"/>
                  </a:lnTo>
                  <a:lnTo>
                    <a:pt x="19506" y="224441"/>
                  </a:lnTo>
                  <a:lnTo>
                    <a:pt x="19330" y="222554"/>
                  </a:lnTo>
                  <a:lnTo>
                    <a:pt x="19418" y="219948"/>
                  </a:lnTo>
                  <a:lnTo>
                    <a:pt x="19594" y="216444"/>
                  </a:lnTo>
                  <a:lnTo>
                    <a:pt x="19857" y="208807"/>
                  </a:lnTo>
                  <a:lnTo>
                    <a:pt x="20209" y="204674"/>
                  </a:lnTo>
                  <a:lnTo>
                    <a:pt x="20209" y="204494"/>
                  </a:lnTo>
                  <a:lnTo>
                    <a:pt x="19857" y="201709"/>
                  </a:lnTo>
                  <a:lnTo>
                    <a:pt x="19857" y="201350"/>
                  </a:lnTo>
                  <a:lnTo>
                    <a:pt x="19594" y="199822"/>
                  </a:lnTo>
                  <a:lnTo>
                    <a:pt x="19506" y="199643"/>
                  </a:lnTo>
                  <a:lnTo>
                    <a:pt x="18188" y="194881"/>
                  </a:lnTo>
                  <a:lnTo>
                    <a:pt x="17836" y="193353"/>
                  </a:lnTo>
                  <a:lnTo>
                    <a:pt x="15025" y="184818"/>
                  </a:lnTo>
                  <a:lnTo>
                    <a:pt x="13795" y="185986"/>
                  </a:lnTo>
                  <a:lnTo>
                    <a:pt x="12916" y="186704"/>
                  </a:lnTo>
                  <a:lnTo>
                    <a:pt x="11861" y="188232"/>
                  </a:lnTo>
                  <a:lnTo>
                    <a:pt x="10983" y="190927"/>
                  </a:lnTo>
                  <a:lnTo>
                    <a:pt x="10631" y="192724"/>
                  </a:lnTo>
                  <a:lnTo>
                    <a:pt x="10543" y="195060"/>
                  </a:lnTo>
                  <a:lnTo>
                    <a:pt x="11159" y="197576"/>
                  </a:lnTo>
                  <a:lnTo>
                    <a:pt x="10280" y="197217"/>
                  </a:lnTo>
                  <a:lnTo>
                    <a:pt x="8083" y="196498"/>
                  </a:lnTo>
                  <a:lnTo>
                    <a:pt x="0" y="193084"/>
                  </a:lnTo>
                  <a:lnTo>
                    <a:pt x="175" y="192455"/>
                  </a:lnTo>
                  <a:lnTo>
                    <a:pt x="1581" y="189220"/>
                  </a:lnTo>
                  <a:lnTo>
                    <a:pt x="6941" y="176372"/>
                  </a:lnTo>
                  <a:lnTo>
                    <a:pt x="8171" y="173227"/>
                  </a:lnTo>
                  <a:lnTo>
                    <a:pt x="11510" y="165141"/>
                  </a:lnTo>
                  <a:lnTo>
                    <a:pt x="12213" y="163254"/>
                  </a:lnTo>
                  <a:lnTo>
                    <a:pt x="17749" y="149687"/>
                  </a:lnTo>
                  <a:lnTo>
                    <a:pt x="20033" y="144026"/>
                  </a:lnTo>
                  <a:lnTo>
                    <a:pt x="20209" y="143667"/>
                  </a:lnTo>
                  <a:lnTo>
                    <a:pt x="21615" y="140163"/>
                  </a:lnTo>
                  <a:lnTo>
                    <a:pt x="23899" y="134772"/>
                  </a:lnTo>
                  <a:lnTo>
                    <a:pt x="29171" y="121834"/>
                  </a:lnTo>
                  <a:lnTo>
                    <a:pt x="31719" y="115814"/>
                  </a:lnTo>
                  <a:lnTo>
                    <a:pt x="31807" y="115455"/>
                  </a:lnTo>
                  <a:lnTo>
                    <a:pt x="32334" y="114197"/>
                  </a:lnTo>
                  <a:lnTo>
                    <a:pt x="34882" y="108087"/>
                  </a:lnTo>
                  <a:lnTo>
                    <a:pt x="37782" y="99372"/>
                  </a:lnTo>
                  <a:lnTo>
                    <a:pt x="37958" y="99012"/>
                  </a:lnTo>
                  <a:lnTo>
                    <a:pt x="40067" y="90477"/>
                  </a:lnTo>
                  <a:lnTo>
                    <a:pt x="42790" y="91016"/>
                  </a:lnTo>
                  <a:lnTo>
                    <a:pt x="45602" y="91914"/>
                  </a:lnTo>
                  <a:lnTo>
                    <a:pt x="47711" y="92364"/>
                  </a:lnTo>
                  <a:lnTo>
                    <a:pt x="50698" y="92813"/>
                  </a:lnTo>
                  <a:lnTo>
                    <a:pt x="53949" y="91375"/>
                  </a:lnTo>
                  <a:lnTo>
                    <a:pt x="59046" y="88590"/>
                  </a:lnTo>
                  <a:lnTo>
                    <a:pt x="69678" y="80144"/>
                  </a:lnTo>
                  <a:lnTo>
                    <a:pt x="72226" y="78168"/>
                  </a:lnTo>
                  <a:lnTo>
                    <a:pt x="77322" y="76191"/>
                  </a:lnTo>
                  <a:lnTo>
                    <a:pt x="92786" y="70171"/>
                  </a:lnTo>
                  <a:lnTo>
                    <a:pt x="97619" y="68284"/>
                  </a:lnTo>
                  <a:lnTo>
                    <a:pt x="104209" y="65679"/>
                  </a:lnTo>
                  <a:lnTo>
                    <a:pt x="104824" y="65409"/>
                  </a:lnTo>
                  <a:lnTo>
                    <a:pt x="107460" y="64241"/>
                  </a:lnTo>
                  <a:lnTo>
                    <a:pt x="130218" y="54358"/>
                  </a:lnTo>
                  <a:lnTo>
                    <a:pt x="130393" y="54268"/>
                  </a:lnTo>
                  <a:lnTo>
                    <a:pt x="133732" y="52830"/>
                  </a:lnTo>
                  <a:lnTo>
                    <a:pt x="145155" y="48697"/>
                  </a:lnTo>
                  <a:lnTo>
                    <a:pt x="149636" y="47080"/>
                  </a:lnTo>
                  <a:lnTo>
                    <a:pt x="152008" y="46271"/>
                  </a:lnTo>
                  <a:lnTo>
                    <a:pt x="153766" y="45642"/>
                  </a:lnTo>
                  <a:lnTo>
                    <a:pt x="168527" y="44025"/>
                  </a:lnTo>
                  <a:lnTo>
                    <a:pt x="170636" y="43756"/>
                  </a:lnTo>
                  <a:lnTo>
                    <a:pt x="185310" y="42228"/>
                  </a:lnTo>
                  <a:lnTo>
                    <a:pt x="194975" y="41150"/>
                  </a:lnTo>
                  <a:lnTo>
                    <a:pt x="200423" y="38634"/>
                  </a:lnTo>
                  <a:lnTo>
                    <a:pt x="205256" y="36478"/>
                  </a:lnTo>
                  <a:lnTo>
                    <a:pt x="209385" y="34681"/>
                  </a:lnTo>
                  <a:lnTo>
                    <a:pt x="214569" y="32345"/>
                  </a:lnTo>
                  <a:lnTo>
                    <a:pt x="217820" y="30818"/>
                  </a:lnTo>
                  <a:lnTo>
                    <a:pt x="224147" y="28032"/>
                  </a:lnTo>
                  <a:lnTo>
                    <a:pt x="224938" y="27583"/>
                  </a:lnTo>
                  <a:lnTo>
                    <a:pt x="230825" y="24528"/>
                  </a:lnTo>
                  <a:lnTo>
                    <a:pt x="241632" y="18778"/>
                  </a:lnTo>
                  <a:lnTo>
                    <a:pt x="243302" y="17969"/>
                  </a:lnTo>
                  <a:lnTo>
                    <a:pt x="250507" y="14106"/>
                  </a:lnTo>
                  <a:lnTo>
                    <a:pt x="261139" y="8535"/>
                  </a:lnTo>
                  <a:lnTo>
                    <a:pt x="277130" y="89"/>
                  </a:lnTo>
                  <a:lnTo>
                    <a:pt x="277482" y="0"/>
                  </a:lnTo>
                  <a:lnTo>
                    <a:pt x="277657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032868" y="3627313"/>
              <a:ext cx="343382" cy="299464"/>
            </a:xfrm>
            <a:custGeom>
              <a:avLst/>
              <a:pathLst>
                <a:path w="343382" h="299464">
                  <a:moveTo>
                    <a:pt x="160092" y="7367"/>
                  </a:moveTo>
                  <a:lnTo>
                    <a:pt x="164573" y="11859"/>
                  </a:lnTo>
                  <a:lnTo>
                    <a:pt x="164749" y="12309"/>
                  </a:lnTo>
                  <a:lnTo>
                    <a:pt x="164837" y="12578"/>
                  </a:lnTo>
                  <a:lnTo>
                    <a:pt x="165364" y="13836"/>
                  </a:lnTo>
                  <a:lnTo>
                    <a:pt x="167824" y="19946"/>
                  </a:lnTo>
                  <a:lnTo>
                    <a:pt x="170548" y="26864"/>
                  </a:lnTo>
                  <a:lnTo>
                    <a:pt x="173799" y="35040"/>
                  </a:lnTo>
                  <a:lnTo>
                    <a:pt x="179599" y="34232"/>
                  </a:lnTo>
                  <a:lnTo>
                    <a:pt x="180038" y="34142"/>
                  </a:lnTo>
                  <a:lnTo>
                    <a:pt x="187506" y="33154"/>
                  </a:lnTo>
                  <a:lnTo>
                    <a:pt x="187946" y="33064"/>
                  </a:lnTo>
                  <a:lnTo>
                    <a:pt x="196908" y="31806"/>
                  </a:lnTo>
                  <a:lnTo>
                    <a:pt x="204904" y="30818"/>
                  </a:lnTo>
                  <a:lnTo>
                    <a:pt x="212461" y="29829"/>
                  </a:lnTo>
                  <a:lnTo>
                    <a:pt x="220720" y="28751"/>
                  </a:lnTo>
                  <a:lnTo>
                    <a:pt x="227574" y="27853"/>
                  </a:lnTo>
                  <a:lnTo>
                    <a:pt x="236536" y="26595"/>
                  </a:lnTo>
                  <a:lnTo>
                    <a:pt x="246289" y="25337"/>
                  </a:lnTo>
                  <a:lnTo>
                    <a:pt x="247168" y="25247"/>
                  </a:lnTo>
                  <a:lnTo>
                    <a:pt x="248486" y="26415"/>
                  </a:lnTo>
                  <a:lnTo>
                    <a:pt x="250770" y="28392"/>
                  </a:lnTo>
                  <a:lnTo>
                    <a:pt x="253406" y="30278"/>
                  </a:lnTo>
                  <a:lnTo>
                    <a:pt x="255164" y="31446"/>
                  </a:lnTo>
                  <a:lnTo>
                    <a:pt x="255691" y="31716"/>
                  </a:lnTo>
                  <a:lnTo>
                    <a:pt x="256745" y="32255"/>
                  </a:lnTo>
                  <a:lnTo>
                    <a:pt x="260611" y="33872"/>
                  </a:lnTo>
                  <a:lnTo>
                    <a:pt x="263775" y="35310"/>
                  </a:lnTo>
                  <a:lnTo>
                    <a:pt x="265268" y="36478"/>
                  </a:lnTo>
                  <a:lnTo>
                    <a:pt x="271243" y="40881"/>
                  </a:lnTo>
                  <a:lnTo>
                    <a:pt x="273791" y="42138"/>
                  </a:lnTo>
                  <a:lnTo>
                    <a:pt x="277745" y="43756"/>
                  </a:lnTo>
                  <a:lnTo>
                    <a:pt x="278360" y="44025"/>
                  </a:lnTo>
                  <a:lnTo>
                    <a:pt x="279415" y="44474"/>
                  </a:lnTo>
                  <a:lnTo>
                    <a:pt x="282754" y="45822"/>
                  </a:lnTo>
                  <a:lnTo>
                    <a:pt x="285565" y="47080"/>
                  </a:lnTo>
                  <a:lnTo>
                    <a:pt x="287411" y="47799"/>
                  </a:lnTo>
                  <a:lnTo>
                    <a:pt x="289519" y="48607"/>
                  </a:lnTo>
                  <a:lnTo>
                    <a:pt x="289695" y="48607"/>
                  </a:lnTo>
                  <a:lnTo>
                    <a:pt x="295143" y="50854"/>
                  </a:lnTo>
                  <a:lnTo>
                    <a:pt x="295319" y="50944"/>
                  </a:lnTo>
                  <a:lnTo>
                    <a:pt x="299536" y="52022"/>
                  </a:lnTo>
                  <a:lnTo>
                    <a:pt x="301645" y="52381"/>
                  </a:lnTo>
                  <a:lnTo>
                    <a:pt x="303754" y="52651"/>
                  </a:lnTo>
                  <a:lnTo>
                    <a:pt x="305863" y="52920"/>
                  </a:lnTo>
                  <a:lnTo>
                    <a:pt x="308499" y="53459"/>
                  </a:lnTo>
                  <a:lnTo>
                    <a:pt x="310168" y="53729"/>
                  </a:lnTo>
                  <a:lnTo>
                    <a:pt x="311486" y="53998"/>
                  </a:lnTo>
                  <a:lnTo>
                    <a:pt x="311837" y="54627"/>
                  </a:lnTo>
                  <a:lnTo>
                    <a:pt x="314913" y="59928"/>
                  </a:lnTo>
                  <a:lnTo>
                    <a:pt x="315879" y="61276"/>
                  </a:lnTo>
                  <a:lnTo>
                    <a:pt x="319482" y="66038"/>
                  </a:lnTo>
                  <a:lnTo>
                    <a:pt x="324578" y="72687"/>
                  </a:lnTo>
                  <a:lnTo>
                    <a:pt x="330465" y="80504"/>
                  </a:lnTo>
                  <a:lnTo>
                    <a:pt x="335474" y="86973"/>
                  </a:lnTo>
                  <a:lnTo>
                    <a:pt x="343382" y="97305"/>
                  </a:lnTo>
                  <a:lnTo>
                    <a:pt x="330905" y="104583"/>
                  </a:lnTo>
                  <a:lnTo>
                    <a:pt x="330202" y="105032"/>
                  </a:lnTo>
                  <a:lnTo>
                    <a:pt x="325545" y="107728"/>
                  </a:lnTo>
                  <a:lnTo>
                    <a:pt x="312716" y="115275"/>
                  </a:lnTo>
                  <a:lnTo>
                    <a:pt x="306829" y="118599"/>
                  </a:lnTo>
                  <a:lnTo>
                    <a:pt x="285741" y="130909"/>
                  </a:lnTo>
                  <a:lnTo>
                    <a:pt x="285038" y="131358"/>
                  </a:lnTo>
                  <a:lnTo>
                    <a:pt x="284863" y="131448"/>
                  </a:lnTo>
                  <a:lnTo>
                    <a:pt x="282754" y="132706"/>
                  </a:lnTo>
                  <a:lnTo>
                    <a:pt x="280030" y="134233"/>
                  </a:lnTo>
                  <a:lnTo>
                    <a:pt x="277218" y="135940"/>
                  </a:lnTo>
                  <a:lnTo>
                    <a:pt x="275285" y="137018"/>
                  </a:lnTo>
                  <a:lnTo>
                    <a:pt x="273703" y="138007"/>
                  </a:lnTo>
                  <a:lnTo>
                    <a:pt x="271946" y="138995"/>
                  </a:lnTo>
                  <a:lnTo>
                    <a:pt x="264829" y="143128"/>
                  </a:lnTo>
                  <a:lnTo>
                    <a:pt x="263599" y="143847"/>
                  </a:lnTo>
                  <a:lnTo>
                    <a:pt x="262808" y="144296"/>
                  </a:lnTo>
                  <a:lnTo>
                    <a:pt x="261666" y="145015"/>
                  </a:lnTo>
                  <a:lnTo>
                    <a:pt x="261402" y="145195"/>
                  </a:lnTo>
                  <a:lnTo>
                    <a:pt x="260875" y="145464"/>
                  </a:lnTo>
                  <a:lnTo>
                    <a:pt x="254900" y="148968"/>
                  </a:lnTo>
                  <a:lnTo>
                    <a:pt x="246904" y="153640"/>
                  </a:lnTo>
                  <a:lnTo>
                    <a:pt x="241632" y="156785"/>
                  </a:lnTo>
                  <a:lnTo>
                    <a:pt x="238293" y="159121"/>
                  </a:lnTo>
                  <a:lnTo>
                    <a:pt x="232846" y="162895"/>
                  </a:lnTo>
                  <a:lnTo>
                    <a:pt x="227749" y="167207"/>
                  </a:lnTo>
                  <a:lnTo>
                    <a:pt x="227222" y="167567"/>
                  </a:lnTo>
                  <a:lnTo>
                    <a:pt x="226695" y="168286"/>
                  </a:lnTo>
                  <a:lnTo>
                    <a:pt x="226080" y="169004"/>
                  </a:lnTo>
                  <a:lnTo>
                    <a:pt x="223971" y="172508"/>
                  </a:lnTo>
                  <a:lnTo>
                    <a:pt x="222917" y="173946"/>
                  </a:lnTo>
                  <a:lnTo>
                    <a:pt x="222653" y="174395"/>
                  </a:lnTo>
                  <a:lnTo>
                    <a:pt x="222214" y="175563"/>
                  </a:lnTo>
                  <a:lnTo>
                    <a:pt x="222038" y="176372"/>
                  </a:lnTo>
                  <a:lnTo>
                    <a:pt x="221599" y="178978"/>
                  </a:lnTo>
                  <a:lnTo>
                    <a:pt x="221159" y="181493"/>
                  </a:lnTo>
                  <a:lnTo>
                    <a:pt x="220808" y="183829"/>
                  </a:lnTo>
                  <a:lnTo>
                    <a:pt x="220632" y="184279"/>
                  </a:lnTo>
                  <a:lnTo>
                    <a:pt x="220105" y="185536"/>
                  </a:lnTo>
                  <a:lnTo>
                    <a:pt x="219841" y="185986"/>
                  </a:lnTo>
                  <a:lnTo>
                    <a:pt x="219929" y="186255"/>
                  </a:lnTo>
                  <a:lnTo>
                    <a:pt x="219929" y="186435"/>
                  </a:lnTo>
                  <a:lnTo>
                    <a:pt x="220808" y="188412"/>
                  </a:lnTo>
                  <a:lnTo>
                    <a:pt x="222565" y="192185"/>
                  </a:lnTo>
                  <a:lnTo>
                    <a:pt x="224059" y="194342"/>
                  </a:lnTo>
                  <a:lnTo>
                    <a:pt x="225992" y="196408"/>
                  </a:lnTo>
                  <a:lnTo>
                    <a:pt x="226343" y="196678"/>
                  </a:lnTo>
                  <a:lnTo>
                    <a:pt x="227661" y="198115"/>
                  </a:lnTo>
                  <a:lnTo>
                    <a:pt x="229858" y="199732"/>
                  </a:lnTo>
                  <a:lnTo>
                    <a:pt x="230561" y="200092"/>
                  </a:lnTo>
                  <a:lnTo>
                    <a:pt x="231967" y="200901"/>
                  </a:lnTo>
                  <a:lnTo>
                    <a:pt x="232231" y="201080"/>
                  </a:lnTo>
                  <a:lnTo>
                    <a:pt x="235130" y="202338"/>
                  </a:lnTo>
                  <a:lnTo>
                    <a:pt x="235833" y="202608"/>
                  </a:lnTo>
                  <a:lnTo>
                    <a:pt x="243302" y="204674"/>
                  </a:lnTo>
                  <a:lnTo>
                    <a:pt x="243829" y="204854"/>
                  </a:lnTo>
                  <a:lnTo>
                    <a:pt x="245674" y="205393"/>
                  </a:lnTo>
                  <a:lnTo>
                    <a:pt x="248134" y="206022"/>
                  </a:lnTo>
                  <a:lnTo>
                    <a:pt x="248925" y="206202"/>
                  </a:lnTo>
                  <a:lnTo>
                    <a:pt x="251298" y="206831"/>
                  </a:lnTo>
                  <a:lnTo>
                    <a:pt x="252176" y="207010"/>
                  </a:lnTo>
                  <a:lnTo>
                    <a:pt x="253143" y="207459"/>
                  </a:lnTo>
                  <a:lnTo>
                    <a:pt x="256394" y="208807"/>
                  </a:lnTo>
                  <a:lnTo>
                    <a:pt x="257975" y="209526"/>
                  </a:lnTo>
                  <a:lnTo>
                    <a:pt x="260875" y="211323"/>
                  </a:lnTo>
                  <a:lnTo>
                    <a:pt x="264390" y="214108"/>
                  </a:lnTo>
                  <a:lnTo>
                    <a:pt x="265093" y="214647"/>
                  </a:lnTo>
                  <a:lnTo>
                    <a:pt x="265620" y="215456"/>
                  </a:lnTo>
                  <a:lnTo>
                    <a:pt x="267553" y="217702"/>
                  </a:lnTo>
                  <a:lnTo>
                    <a:pt x="268344" y="218691"/>
                  </a:lnTo>
                  <a:lnTo>
                    <a:pt x="269749" y="221296"/>
                  </a:lnTo>
                  <a:lnTo>
                    <a:pt x="271067" y="223542"/>
                  </a:lnTo>
                  <a:lnTo>
                    <a:pt x="271419" y="224081"/>
                  </a:lnTo>
                  <a:lnTo>
                    <a:pt x="272210" y="226148"/>
                  </a:lnTo>
                  <a:lnTo>
                    <a:pt x="272649" y="227226"/>
                  </a:lnTo>
                  <a:lnTo>
                    <a:pt x="273001" y="228304"/>
                  </a:lnTo>
                  <a:lnTo>
                    <a:pt x="273088" y="228664"/>
                  </a:lnTo>
                  <a:lnTo>
                    <a:pt x="273616" y="230910"/>
                  </a:lnTo>
                  <a:lnTo>
                    <a:pt x="273879" y="232258"/>
                  </a:lnTo>
                  <a:lnTo>
                    <a:pt x="274055" y="232887"/>
                  </a:lnTo>
                  <a:lnTo>
                    <a:pt x="274055" y="233066"/>
                  </a:lnTo>
                  <a:lnTo>
                    <a:pt x="274143" y="233515"/>
                  </a:lnTo>
                  <a:lnTo>
                    <a:pt x="274231" y="234055"/>
                  </a:lnTo>
                  <a:lnTo>
                    <a:pt x="274319" y="234863"/>
                  </a:lnTo>
                  <a:lnTo>
                    <a:pt x="274494" y="238098"/>
                  </a:lnTo>
                  <a:lnTo>
                    <a:pt x="274494" y="238547"/>
                  </a:lnTo>
                  <a:lnTo>
                    <a:pt x="274494" y="238996"/>
                  </a:lnTo>
                  <a:lnTo>
                    <a:pt x="259908" y="241242"/>
                  </a:lnTo>
                  <a:lnTo>
                    <a:pt x="259381" y="241332"/>
                  </a:lnTo>
                  <a:lnTo>
                    <a:pt x="244005" y="243399"/>
                  </a:lnTo>
                  <a:lnTo>
                    <a:pt x="238996" y="244207"/>
                  </a:lnTo>
                  <a:lnTo>
                    <a:pt x="233197" y="245016"/>
                  </a:lnTo>
                  <a:lnTo>
                    <a:pt x="222565" y="246454"/>
                  </a:lnTo>
                  <a:lnTo>
                    <a:pt x="222829" y="249419"/>
                  </a:lnTo>
                  <a:lnTo>
                    <a:pt x="222829" y="251665"/>
                  </a:lnTo>
                  <a:lnTo>
                    <a:pt x="222565" y="254450"/>
                  </a:lnTo>
                  <a:lnTo>
                    <a:pt x="222565" y="254899"/>
                  </a:lnTo>
                  <a:lnTo>
                    <a:pt x="222038" y="257685"/>
                  </a:lnTo>
                  <a:lnTo>
                    <a:pt x="221687" y="260470"/>
                  </a:lnTo>
                  <a:lnTo>
                    <a:pt x="221687" y="261997"/>
                  </a:lnTo>
                  <a:lnTo>
                    <a:pt x="221599" y="262806"/>
                  </a:lnTo>
                  <a:lnTo>
                    <a:pt x="221687" y="263884"/>
                  </a:lnTo>
                  <a:lnTo>
                    <a:pt x="221862" y="265412"/>
                  </a:lnTo>
                  <a:lnTo>
                    <a:pt x="221950" y="266310"/>
                  </a:lnTo>
                  <a:lnTo>
                    <a:pt x="222741" y="271881"/>
                  </a:lnTo>
                  <a:lnTo>
                    <a:pt x="223092" y="274666"/>
                  </a:lnTo>
                  <a:lnTo>
                    <a:pt x="224323" y="283022"/>
                  </a:lnTo>
                  <a:lnTo>
                    <a:pt x="213515" y="284549"/>
                  </a:lnTo>
                  <a:lnTo>
                    <a:pt x="201829" y="286346"/>
                  </a:lnTo>
                  <a:lnTo>
                    <a:pt x="191460" y="287964"/>
                  </a:lnTo>
                  <a:lnTo>
                    <a:pt x="189527" y="288233"/>
                  </a:lnTo>
                  <a:lnTo>
                    <a:pt x="184343" y="289042"/>
                  </a:lnTo>
                  <a:lnTo>
                    <a:pt x="183728" y="289132"/>
                  </a:lnTo>
                  <a:lnTo>
                    <a:pt x="170109" y="291018"/>
                  </a:lnTo>
                  <a:lnTo>
                    <a:pt x="142607" y="294792"/>
                  </a:lnTo>
                  <a:lnTo>
                    <a:pt x="110184" y="299464"/>
                  </a:lnTo>
                  <a:lnTo>
                    <a:pt x="109745" y="297398"/>
                  </a:lnTo>
                  <a:lnTo>
                    <a:pt x="109042" y="295331"/>
                  </a:lnTo>
                  <a:lnTo>
                    <a:pt x="107899" y="292905"/>
                  </a:lnTo>
                  <a:lnTo>
                    <a:pt x="105088" y="288503"/>
                  </a:lnTo>
                  <a:lnTo>
                    <a:pt x="103243" y="285448"/>
                  </a:lnTo>
                  <a:lnTo>
                    <a:pt x="103155" y="285268"/>
                  </a:lnTo>
                  <a:lnTo>
                    <a:pt x="100519" y="280866"/>
                  </a:lnTo>
                  <a:lnTo>
                    <a:pt x="100343" y="280596"/>
                  </a:lnTo>
                  <a:lnTo>
                    <a:pt x="99552" y="279158"/>
                  </a:lnTo>
                  <a:lnTo>
                    <a:pt x="99025" y="278260"/>
                  </a:lnTo>
                  <a:lnTo>
                    <a:pt x="97443" y="275385"/>
                  </a:lnTo>
                  <a:lnTo>
                    <a:pt x="96916" y="274397"/>
                  </a:lnTo>
                  <a:lnTo>
                    <a:pt x="96038" y="272150"/>
                  </a:lnTo>
                  <a:lnTo>
                    <a:pt x="95774" y="271611"/>
                  </a:lnTo>
                  <a:lnTo>
                    <a:pt x="94807" y="269006"/>
                  </a:lnTo>
                  <a:lnTo>
                    <a:pt x="94017" y="267119"/>
                  </a:lnTo>
                  <a:lnTo>
                    <a:pt x="93402" y="265591"/>
                  </a:lnTo>
                  <a:lnTo>
                    <a:pt x="93138" y="264873"/>
                  </a:lnTo>
                  <a:lnTo>
                    <a:pt x="89008" y="254360"/>
                  </a:lnTo>
                  <a:lnTo>
                    <a:pt x="88657" y="253282"/>
                  </a:lnTo>
                  <a:lnTo>
                    <a:pt x="88130" y="251845"/>
                  </a:lnTo>
                  <a:lnTo>
                    <a:pt x="85669" y="245735"/>
                  </a:lnTo>
                  <a:lnTo>
                    <a:pt x="83033" y="238996"/>
                  </a:lnTo>
                  <a:lnTo>
                    <a:pt x="80837" y="233336"/>
                  </a:lnTo>
                  <a:lnTo>
                    <a:pt x="77234" y="223992"/>
                  </a:lnTo>
                  <a:lnTo>
                    <a:pt x="73632" y="214737"/>
                  </a:lnTo>
                  <a:lnTo>
                    <a:pt x="70732" y="207459"/>
                  </a:lnTo>
                  <a:lnTo>
                    <a:pt x="70381" y="206471"/>
                  </a:lnTo>
                  <a:lnTo>
                    <a:pt x="69941" y="205303"/>
                  </a:lnTo>
                  <a:lnTo>
                    <a:pt x="68272" y="201080"/>
                  </a:lnTo>
                  <a:lnTo>
                    <a:pt x="67832" y="199912"/>
                  </a:lnTo>
                  <a:lnTo>
                    <a:pt x="67569" y="199283"/>
                  </a:lnTo>
                  <a:lnTo>
                    <a:pt x="64406" y="191107"/>
                  </a:lnTo>
                  <a:lnTo>
                    <a:pt x="64230" y="190748"/>
                  </a:lnTo>
                  <a:lnTo>
                    <a:pt x="63615" y="189220"/>
                  </a:lnTo>
                  <a:lnTo>
                    <a:pt x="62209" y="185896"/>
                  </a:lnTo>
                  <a:lnTo>
                    <a:pt x="57288" y="174216"/>
                  </a:lnTo>
                  <a:lnTo>
                    <a:pt x="56673" y="172778"/>
                  </a:lnTo>
                  <a:lnTo>
                    <a:pt x="53247" y="165321"/>
                  </a:lnTo>
                  <a:lnTo>
                    <a:pt x="52719" y="164153"/>
                  </a:lnTo>
                  <a:lnTo>
                    <a:pt x="48590" y="154808"/>
                  </a:lnTo>
                  <a:lnTo>
                    <a:pt x="44724" y="144925"/>
                  </a:lnTo>
                  <a:lnTo>
                    <a:pt x="41209" y="136120"/>
                  </a:lnTo>
                  <a:lnTo>
                    <a:pt x="34092" y="116353"/>
                  </a:lnTo>
                  <a:lnTo>
                    <a:pt x="31631" y="108536"/>
                  </a:lnTo>
                  <a:lnTo>
                    <a:pt x="31280" y="107458"/>
                  </a:lnTo>
                  <a:lnTo>
                    <a:pt x="29523" y="102966"/>
                  </a:lnTo>
                  <a:lnTo>
                    <a:pt x="27238" y="96946"/>
                  </a:lnTo>
                  <a:lnTo>
                    <a:pt x="23636" y="86703"/>
                  </a:lnTo>
                  <a:lnTo>
                    <a:pt x="17661" y="70261"/>
                  </a:lnTo>
                  <a:lnTo>
                    <a:pt x="17133" y="68734"/>
                  </a:lnTo>
                  <a:lnTo>
                    <a:pt x="8347" y="44654"/>
                  </a:lnTo>
                  <a:lnTo>
                    <a:pt x="5535" y="36837"/>
                  </a:lnTo>
                  <a:lnTo>
                    <a:pt x="4832" y="35490"/>
                  </a:lnTo>
                  <a:lnTo>
                    <a:pt x="4041" y="34411"/>
                  </a:lnTo>
                  <a:lnTo>
                    <a:pt x="3251" y="33423"/>
                  </a:lnTo>
                  <a:lnTo>
                    <a:pt x="2635" y="31806"/>
                  </a:lnTo>
                  <a:lnTo>
                    <a:pt x="527" y="26056"/>
                  </a:lnTo>
                  <a:lnTo>
                    <a:pt x="351" y="24438"/>
                  </a:lnTo>
                  <a:lnTo>
                    <a:pt x="263" y="23899"/>
                  </a:lnTo>
                  <a:lnTo>
                    <a:pt x="0" y="20844"/>
                  </a:lnTo>
                  <a:lnTo>
                    <a:pt x="5096" y="20126"/>
                  </a:lnTo>
                  <a:lnTo>
                    <a:pt x="16782" y="18508"/>
                  </a:lnTo>
                  <a:lnTo>
                    <a:pt x="22405" y="17789"/>
                  </a:lnTo>
                  <a:lnTo>
                    <a:pt x="34180" y="16172"/>
                  </a:lnTo>
                  <a:lnTo>
                    <a:pt x="34619" y="16082"/>
                  </a:lnTo>
                  <a:lnTo>
                    <a:pt x="47887" y="14285"/>
                  </a:lnTo>
                  <a:lnTo>
                    <a:pt x="48678" y="14196"/>
                  </a:lnTo>
                  <a:lnTo>
                    <a:pt x="60891" y="12488"/>
                  </a:lnTo>
                  <a:lnTo>
                    <a:pt x="76004" y="10422"/>
                  </a:lnTo>
                  <a:lnTo>
                    <a:pt x="92611" y="8176"/>
                  </a:lnTo>
                  <a:lnTo>
                    <a:pt x="93138" y="8086"/>
                  </a:lnTo>
                  <a:lnTo>
                    <a:pt x="96389" y="7726"/>
                  </a:lnTo>
                  <a:lnTo>
                    <a:pt x="106933" y="6379"/>
                  </a:lnTo>
                  <a:lnTo>
                    <a:pt x="119059" y="4761"/>
                  </a:lnTo>
                  <a:lnTo>
                    <a:pt x="124331" y="4133"/>
                  </a:lnTo>
                  <a:lnTo>
                    <a:pt x="131096" y="3234"/>
                  </a:lnTo>
                  <a:lnTo>
                    <a:pt x="131360" y="3234"/>
                  </a:lnTo>
                  <a:lnTo>
                    <a:pt x="139444" y="2156"/>
                  </a:lnTo>
                  <a:lnTo>
                    <a:pt x="147879" y="1078"/>
                  </a:lnTo>
                  <a:lnTo>
                    <a:pt x="148318" y="1078"/>
                  </a:lnTo>
                  <a:lnTo>
                    <a:pt x="157280" y="89"/>
                  </a:lnTo>
                  <a:lnTo>
                    <a:pt x="157544" y="0"/>
                  </a:lnTo>
                  <a:lnTo>
                    <a:pt x="158950" y="40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767880" y="3386160"/>
              <a:ext cx="560306" cy="442143"/>
            </a:xfrm>
            <a:custGeom>
              <a:avLst/>
              <a:pathLst>
                <a:path w="560306" h="442143">
                  <a:moveTo>
                    <a:pt x="494934" y="8805"/>
                  </a:moveTo>
                  <a:lnTo>
                    <a:pt x="496339" y="11051"/>
                  </a:lnTo>
                  <a:lnTo>
                    <a:pt x="497833" y="13477"/>
                  </a:lnTo>
                  <a:lnTo>
                    <a:pt x="505653" y="25427"/>
                  </a:lnTo>
                  <a:lnTo>
                    <a:pt x="497745" y="30818"/>
                  </a:lnTo>
                  <a:lnTo>
                    <a:pt x="498712" y="32704"/>
                  </a:lnTo>
                  <a:lnTo>
                    <a:pt x="498975" y="33243"/>
                  </a:lnTo>
                  <a:lnTo>
                    <a:pt x="501260" y="36298"/>
                  </a:lnTo>
                  <a:lnTo>
                    <a:pt x="503808" y="39263"/>
                  </a:lnTo>
                  <a:lnTo>
                    <a:pt x="514001" y="52022"/>
                  </a:lnTo>
                  <a:lnTo>
                    <a:pt x="514440" y="51572"/>
                  </a:lnTo>
                  <a:lnTo>
                    <a:pt x="518482" y="56334"/>
                  </a:lnTo>
                  <a:lnTo>
                    <a:pt x="523402" y="62175"/>
                  </a:lnTo>
                  <a:lnTo>
                    <a:pt x="523490" y="62354"/>
                  </a:lnTo>
                  <a:lnTo>
                    <a:pt x="524896" y="64600"/>
                  </a:lnTo>
                  <a:lnTo>
                    <a:pt x="525072" y="65050"/>
                  </a:lnTo>
                  <a:lnTo>
                    <a:pt x="525511" y="66308"/>
                  </a:lnTo>
                  <a:lnTo>
                    <a:pt x="525687" y="66667"/>
                  </a:lnTo>
                  <a:lnTo>
                    <a:pt x="525950" y="68194"/>
                  </a:lnTo>
                  <a:lnTo>
                    <a:pt x="526653" y="72058"/>
                  </a:lnTo>
                  <a:lnTo>
                    <a:pt x="526829" y="72956"/>
                  </a:lnTo>
                  <a:lnTo>
                    <a:pt x="526829" y="73136"/>
                  </a:lnTo>
                  <a:lnTo>
                    <a:pt x="527532" y="76191"/>
                  </a:lnTo>
                  <a:lnTo>
                    <a:pt x="527971" y="77988"/>
                  </a:lnTo>
                  <a:lnTo>
                    <a:pt x="528499" y="79785"/>
                  </a:lnTo>
                  <a:lnTo>
                    <a:pt x="530783" y="88320"/>
                  </a:lnTo>
                  <a:lnTo>
                    <a:pt x="533155" y="97036"/>
                  </a:lnTo>
                  <a:lnTo>
                    <a:pt x="533858" y="99372"/>
                  </a:lnTo>
                  <a:lnTo>
                    <a:pt x="534298" y="99282"/>
                  </a:lnTo>
                  <a:lnTo>
                    <a:pt x="543875" y="128393"/>
                  </a:lnTo>
                  <a:lnTo>
                    <a:pt x="544227" y="129291"/>
                  </a:lnTo>
                  <a:lnTo>
                    <a:pt x="544930" y="131358"/>
                  </a:lnTo>
                  <a:lnTo>
                    <a:pt x="545105" y="131807"/>
                  </a:lnTo>
                  <a:lnTo>
                    <a:pt x="547126" y="137737"/>
                  </a:lnTo>
                  <a:lnTo>
                    <a:pt x="548971" y="143038"/>
                  </a:lnTo>
                  <a:lnTo>
                    <a:pt x="549850" y="145554"/>
                  </a:lnTo>
                  <a:lnTo>
                    <a:pt x="549587" y="145823"/>
                  </a:lnTo>
                  <a:lnTo>
                    <a:pt x="549147" y="146183"/>
                  </a:lnTo>
                  <a:lnTo>
                    <a:pt x="548093" y="147081"/>
                  </a:lnTo>
                  <a:lnTo>
                    <a:pt x="547829" y="147261"/>
                  </a:lnTo>
                  <a:lnTo>
                    <a:pt x="547302" y="147710"/>
                  </a:lnTo>
                  <a:lnTo>
                    <a:pt x="545369" y="148788"/>
                  </a:lnTo>
                  <a:lnTo>
                    <a:pt x="544051" y="149328"/>
                  </a:lnTo>
                  <a:lnTo>
                    <a:pt x="542557" y="149687"/>
                  </a:lnTo>
                  <a:lnTo>
                    <a:pt x="542294" y="149777"/>
                  </a:lnTo>
                  <a:lnTo>
                    <a:pt x="541063" y="150406"/>
                  </a:lnTo>
                  <a:lnTo>
                    <a:pt x="540097" y="150855"/>
                  </a:lnTo>
                  <a:lnTo>
                    <a:pt x="539130" y="151574"/>
                  </a:lnTo>
                  <a:lnTo>
                    <a:pt x="538691" y="151933"/>
                  </a:lnTo>
                  <a:lnTo>
                    <a:pt x="537373" y="152742"/>
                  </a:lnTo>
                  <a:lnTo>
                    <a:pt x="536934" y="153011"/>
                  </a:lnTo>
                  <a:lnTo>
                    <a:pt x="536319" y="153461"/>
                  </a:lnTo>
                  <a:lnTo>
                    <a:pt x="534034" y="154449"/>
                  </a:lnTo>
                  <a:lnTo>
                    <a:pt x="532804" y="155258"/>
                  </a:lnTo>
                  <a:lnTo>
                    <a:pt x="532540" y="155527"/>
                  </a:lnTo>
                  <a:lnTo>
                    <a:pt x="532189" y="155886"/>
                  </a:lnTo>
                  <a:lnTo>
                    <a:pt x="532013" y="156336"/>
                  </a:lnTo>
                  <a:lnTo>
                    <a:pt x="532101" y="156875"/>
                  </a:lnTo>
                  <a:lnTo>
                    <a:pt x="532013" y="157055"/>
                  </a:lnTo>
                  <a:lnTo>
                    <a:pt x="531398" y="157683"/>
                  </a:lnTo>
                  <a:lnTo>
                    <a:pt x="529904" y="159121"/>
                  </a:lnTo>
                  <a:lnTo>
                    <a:pt x="528411" y="160559"/>
                  </a:lnTo>
                  <a:lnTo>
                    <a:pt x="527884" y="161008"/>
                  </a:lnTo>
                  <a:lnTo>
                    <a:pt x="527444" y="161547"/>
                  </a:lnTo>
                  <a:lnTo>
                    <a:pt x="526566" y="162266"/>
                  </a:lnTo>
                  <a:lnTo>
                    <a:pt x="525248" y="163344"/>
                  </a:lnTo>
                  <a:lnTo>
                    <a:pt x="524457" y="163973"/>
                  </a:lnTo>
                  <a:lnTo>
                    <a:pt x="523666" y="164602"/>
                  </a:lnTo>
                  <a:lnTo>
                    <a:pt x="522699" y="165321"/>
                  </a:lnTo>
                  <a:lnTo>
                    <a:pt x="522348" y="165590"/>
                  </a:lnTo>
                  <a:lnTo>
                    <a:pt x="521909" y="165860"/>
                  </a:lnTo>
                  <a:lnTo>
                    <a:pt x="521030" y="166578"/>
                  </a:lnTo>
                  <a:lnTo>
                    <a:pt x="520239" y="167118"/>
                  </a:lnTo>
                  <a:lnTo>
                    <a:pt x="519360" y="167746"/>
                  </a:lnTo>
                  <a:lnTo>
                    <a:pt x="516373" y="169993"/>
                  </a:lnTo>
                  <a:lnTo>
                    <a:pt x="516022" y="169903"/>
                  </a:lnTo>
                  <a:lnTo>
                    <a:pt x="515846" y="169993"/>
                  </a:lnTo>
                  <a:lnTo>
                    <a:pt x="515582" y="169723"/>
                  </a:lnTo>
                  <a:lnTo>
                    <a:pt x="514879" y="168825"/>
                  </a:lnTo>
                  <a:lnTo>
                    <a:pt x="514616" y="168555"/>
                  </a:lnTo>
                  <a:lnTo>
                    <a:pt x="513210" y="166848"/>
                  </a:lnTo>
                  <a:lnTo>
                    <a:pt x="512595" y="166309"/>
                  </a:lnTo>
                  <a:lnTo>
                    <a:pt x="512419" y="166129"/>
                  </a:lnTo>
                  <a:lnTo>
                    <a:pt x="511716" y="165321"/>
                  </a:lnTo>
                  <a:lnTo>
                    <a:pt x="511365" y="165051"/>
                  </a:lnTo>
                  <a:lnTo>
                    <a:pt x="510837" y="164781"/>
                  </a:lnTo>
                  <a:lnTo>
                    <a:pt x="510047" y="164242"/>
                  </a:lnTo>
                  <a:lnTo>
                    <a:pt x="509871" y="164153"/>
                  </a:lnTo>
                  <a:lnTo>
                    <a:pt x="509695" y="163973"/>
                  </a:lnTo>
                  <a:lnTo>
                    <a:pt x="509168" y="163344"/>
                  </a:lnTo>
                  <a:lnTo>
                    <a:pt x="508553" y="162715"/>
                  </a:lnTo>
                  <a:lnTo>
                    <a:pt x="508114" y="162176"/>
                  </a:lnTo>
                  <a:lnTo>
                    <a:pt x="507938" y="161906"/>
                  </a:lnTo>
                  <a:lnTo>
                    <a:pt x="507586" y="161547"/>
                  </a:lnTo>
                  <a:lnTo>
                    <a:pt x="507059" y="160648"/>
                  </a:lnTo>
                  <a:lnTo>
                    <a:pt x="506883" y="160469"/>
                  </a:lnTo>
                  <a:lnTo>
                    <a:pt x="505565" y="158223"/>
                  </a:lnTo>
                  <a:lnTo>
                    <a:pt x="504950" y="157234"/>
                  </a:lnTo>
                  <a:lnTo>
                    <a:pt x="504599" y="156605"/>
                  </a:lnTo>
                  <a:lnTo>
                    <a:pt x="504160" y="155707"/>
                  </a:lnTo>
                  <a:lnTo>
                    <a:pt x="503105" y="153820"/>
                  </a:lnTo>
                  <a:lnTo>
                    <a:pt x="502402" y="152652"/>
                  </a:lnTo>
                  <a:lnTo>
                    <a:pt x="502227" y="152472"/>
                  </a:lnTo>
                  <a:lnTo>
                    <a:pt x="502929" y="151394"/>
                  </a:lnTo>
                  <a:lnTo>
                    <a:pt x="503369" y="150585"/>
                  </a:lnTo>
                  <a:lnTo>
                    <a:pt x="503632" y="150226"/>
                  </a:lnTo>
                  <a:lnTo>
                    <a:pt x="504599" y="149238"/>
                  </a:lnTo>
                  <a:lnTo>
                    <a:pt x="504247" y="148699"/>
                  </a:lnTo>
                  <a:lnTo>
                    <a:pt x="503984" y="148070"/>
                  </a:lnTo>
                  <a:lnTo>
                    <a:pt x="503896" y="147890"/>
                  </a:lnTo>
                  <a:lnTo>
                    <a:pt x="503545" y="147351"/>
                  </a:lnTo>
                  <a:lnTo>
                    <a:pt x="503017" y="146363"/>
                  </a:lnTo>
                  <a:lnTo>
                    <a:pt x="502578" y="145644"/>
                  </a:lnTo>
                  <a:lnTo>
                    <a:pt x="502314" y="145195"/>
                  </a:lnTo>
                  <a:lnTo>
                    <a:pt x="501963" y="144655"/>
                  </a:lnTo>
                  <a:lnTo>
                    <a:pt x="501436" y="144026"/>
                  </a:lnTo>
                  <a:lnTo>
                    <a:pt x="500909" y="143308"/>
                  </a:lnTo>
                  <a:lnTo>
                    <a:pt x="501260" y="142858"/>
                  </a:lnTo>
                  <a:lnTo>
                    <a:pt x="500996" y="142319"/>
                  </a:lnTo>
                  <a:lnTo>
                    <a:pt x="504775" y="136839"/>
                  </a:lnTo>
                  <a:lnTo>
                    <a:pt x="511189" y="119857"/>
                  </a:lnTo>
                  <a:lnTo>
                    <a:pt x="511892" y="117881"/>
                  </a:lnTo>
                  <a:lnTo>
                    <a:pt x="514879" y="109345"/>
                  </a:lnTo>
                  <a:lnTo>
                    <a:pt x="512595" y="107907"/>
                  </a:lnTo>
                  <a:lnTo>
                    <a:pt x="511628" y="106650"/>
                  </a:lnTo>
                  <a:lnTo>
                    <a:pt x="500293" y="110513"/>
                  </a:lnTo>
                  <a:lnTo>
                    <a:pt x="492122" y="113298"/>
                  </a:lnTo>
                  <a:lnTo>
                    <a:pt x="489222" y="114287"/>
                  </a:lnTo>
                  <a:lnTo>
                    <a:pt x="487904" y="114736"/>
                  </a:lnTo>
                  <a:lnTo>
                    <a:pt x="486674" y="115185"/>
                  </a:lnTo>
                  <a:lnTo>
                    <a:pt x="479908" y="117611"/>
                  </a:lnTo>
                  <a:lnTo>
                    <a:pt x="479645" y="117701"/>
                  </a:lnTo>
                  <a:lnTo>
                    <a:pt x="480260" y="120396"/>
                  </a:lnTo>
                  <a:lnTo>
                    <a:pt x="480348" y="120935"/>
                  </a:lnTo>
                  <a:lnTo>
                    <a:pt x="480787" y="123811"/>
                  </a:lnTo>
                  <a:lnTo>
                    <a:pt x="481051" y="125608"/>
                  </a:lnTo>
                  <a:lnTo>
                    <a:pt x="480963" y="126237"/>
                  </a:lnTo>
                  <a:lnTo>
                    <a:pt x="480875" y="127225"/>
                  </a:lnTo>
                  <a:lnTo>
                    <a:pt x="480611" y="129112"/>
                  </a:lnTo>
                  <a:lnTo>
                    <a:pt x="480611" y="129651"/>
                  </a:lnTo>
                  <a:lnTo>
                    <a:pt x="480084" y="133514"/>
                  </a:lnTo>
                  <a:lnTo>
                    <a:pt x="479645" y="136569"/>
                  </a:lnTo>
                  <a:lnTo>
                    <a:pt x="478766" y="136569"/>
                  </a:lnTo>
                  <a:lnTo>
                    <a:pt x="478766" y="137018"/>
                  </a:lnTo>
                  <a:lnTo>
                    <a:pt x="478678" y="139983"/>
                  </a:lnTo>
                  <a:lnTo>
                    <a:pt x="478678" y="140792"/>
                  </a:lnTo>
                  <a:lnTo>
                    <a:pt x="478678" y="141960"/>
                  </a:lnTo>
                  <a:lnTo>
                    <a:pt x="478766" y="143847"/>
                  </a:lnTo>
                  <a:lnTo>
                    <a:pt x="478942" y="145284"/>
                  </a:lnTo>
                  <a:lnTo>
                    <a:pt x="479030" y="146273"/>
                  </a:lnTo>
                  <a:lnTo>
                    <a:pt x="479381" y="149777"/>
                  </a:lnTo>
                  <a:lnTo>
                    <a:pt x="479469" y="150585"/>
                  </a:lnTo>
                  <a:lnTo>
                    <a:pt x="479469" y="150765"/>
                  </a:lnTo>
                  <a:lnTo>
                    <a:pt x="479293" y="153910"/>
                  </a:lnTo>
                  <a:lnTo>
                    <a:pt x="478766" y="161008"/>
                  </a:lnTo>
                  <a:lnTo>
                    <a:pt x="478590" y="162984"/>
                  </a:lnTo>
                  <a:lnTo>
                    <a:pt x="478590" y="163344"/>
                  </a:lnTo>
                  <a:lnTo>
                    <a:pt x="478151" y="168825"/>
                  </a:lnTo>
                  <a:lnTo>
                    <a:pt x="478063" y="169633"/>
                  </a:lnTo>
                  <a:lnTo>
                    <a:pt x="477800" y="171071"/>
                  </a:lnTo>
                  <a:lnTo>
                    <a:pt x="477624" y="171520"/>
                  </a:lnTo>
                  <a:lnTo>
                    <a:pt x="477536" y="172059"/>
                  </a:lnTo>
                  <a:lnTo>
                    <a:pt x="476657" y="175923"/>
                  </a:lnTo>
                  <a:lnTo>
                    <a:pt x="476570" y="176282"/>
                  </a:lnTo>
                  <a:lnTo>
                    <a:pt x="475339" y="181943"/>
                  </a:lnTo>
                  <a:lnTo>
                    <a:pt x="475076" y="182751"/>
                  </a:lnTo>
                  <a:lnTo>
                    <a:pt x="473494" y="187783"/>
                  </a:lnTo>
                  <a:lnTo>
                    <a:pt x="473318" y="188142"/>
                  </a:lnTo>
                  <a:lnTo>
                    <a:pt x="473231" y="188412"/>
                  </a:lnTo>
                  <a:lnTo>
                    <a:pt x="472967" y="189310"/>
                  </a:lnTo>
                  <a:lnTo>
                    <a:pt x="472616" y="190388"/>
                  </a:lnTo>
                  <a:lnTo>
                    <a:pt x="472264" y="191287"/>
                  </a:lnTo>
                  <a:lnTo>
                    <a:pt x="471122" y="194342"/>
                  </a:lnTo>
                  <a:lnTo>
                    <a:pt x="470682" y="195420"/>
                  </a:lnTo>
                  <a:lnTo>
                    <a:pt x="470243" y="196588"/>
                  </a:lnTo>
                  <a:lnTo>
                    <a:pt x="468837" y="201170"/>
                  </a:lnTo>
                  <a:lnTo>
                    <a:pt x="468398" y="202787"/>
                  </a:lnTo>
                  <a:lnTo>
                    <a:pt x="467607" y="206651"/>
                  </a:lnTo>
                  <a:lnTo>
                    <a:pt x="470331" y="209167"/>
                  </a:lnTo>
                  <a:lnTo>
                    <a:pt x="471210" y="210155"/>
                  </a:lnTo>
                  <a:lnTo>
                    <a:pt x="473934" y="213210"/>
                  </a:lnTo>
                  <a:lnTo>
                    <a:pt x="475164" y="215007"/>
                  </a:lnTo>
                  <a:lnTo>
                    <a:pt x="478415" y="219499"/>
                  </a:lnTo>
                  <a:lnTo>
                    <a:pt x="483159" y="226148"/>
                  </a:lnTo>
                  <a:lnTo>
                    <a:pt x="485268" y="229023"/>
                  </a:lnTo>
                  <a:lnTo>
                    <a:pt x="490980" y="234773"/>
                  </a:lnTo>
                  <a:lnTo>
                    <a:pt x="492122" y="235941"/>
                  </a:lnTo>
                  <a:lnTo>
                    <a:pt x="492385" y="236211"/>
                  </a:lnTo>
                  <a:lnTo>
                    <a:pt x="499327" y="241961"/>
                  </a:lnTo>
                  <a:lnTo>
                    <a:pt x="499591" y="242141"/>
                  </a:lnTo>
                  <a:lnTo>
                    <a:pt x="501084" y="243129"/>
                  </a:lnTo>
                  <a:lnTo>
                    <a:pt x="501963" y="243668"/>
                  </a:lnTo>
                  <a:lnTo>
                    <a:pt x="503105" y="244387"/>
                  </a:lnTo>
                  <a:lnTo>
                    <a:pt x="504160" y="245106"/>
                  </a:lnTo>
                  <a:lnTo>
                    <a:pt x="508729" y="249239"/>
                  </a:lnTo>
                  <a:lnTo>
                    <a:pt x="510574" y="251216"/>
                  </a:lnTo>
                  <a:lnTo>
                    <a:pt x="511365" y="252474"/>
                  </a:lnTo>
                  <a:lnTo>
                    <a:pt x="511628" y="253192"/>
                  </a:lnTo>
                  <a:lnTo>
                    <a:pt x="512155" y="254630"/>
                  </a:lnTo>
                  <a:lnTo>
                    <a:pt x="514264" y="260021"/>
                  </a:lnTo>
                  <a:lnTo>
                    <a:pt x="515670" y="263794"/>
                  </a:lnTo>
                  <a:lnTo>
                    <a:pt x="517515" y="265591"/>
                  </a:lnTo>
                  <a:lnTo>
                    <a:pt x="518658" y="266670"/>
                  </a:lnTo>
                  <a:lnTo>
                    <a:pt x="519976" y="267748"/>
                  </a:lnTo>
                  <a:lnTo>
                    <a:pt x="521118" y="268556"/>
                  </a:lnTo>
                  <a:lnTo>
                    <a:pt x="522084" y="269275"/>
                  </a:lnTo>
                  <a:lnTo>
                    <a:pt x="522787" y="269814"/>
                  </a:lnTo>
                  <a:lnTo>
                    <a:pt x="524369" y="269814"/>
                  </a:lnTo>
                  <a:lnTo>
                    <a:pt x="524984" y="269814"/>
                  </a:lnTo>
                  <a:lnTo>
                    <a:pt x="525248" y="269724"/>
                  </a:lnTo>
                  <a:lnTo>
                    <a:pt x="526390" y="269455"/>
                  </a:lnTo>
                  <a:lnTo>
                    <a:pt x="528762" y="269006"/>
                  </a:lnTo>
                  <a:lnTo>
                    <a:pt x="529289" y="268826"/>
                  </a:lnTo>
                  <a:lnTo>
                    <a:pt x="530344" y="268736"/>
                  </a:lnTo>
                  <a:lnTo>
                    <a:pt x="530607" y="268736"/>
                  </a:lnTo>
                  <a:lnTo>
                    <a:pt x="531310" y="268736"/>
                  </a:lnTo>
                  <a:lnTo>
                    <a:pt x="531574" y="268736"/>
                  </a:lnTo>
                  <a:lnTo>
                    <a:pt x="532365" y="268736"/>
                  </a:lnTo>
                  <a:lnTo>
                    <a:pt x="532980" y="268736"/>
                  </a:lnTo>
                  <a:lnTo>
                    <a:pt x="533595" y="268826"/>
                  </a:lnTo>
                  <a:lnTo>
                    <a:pt x="535001" y="269095"/>
                  </a:lnTo>
                  <a:lnTo>
                    <a:pt x="537022" y="269185"/>
                  </a:lnTo>
                  <a:lnTo>
                    <a:pt x="537900" y="269095"/>
                  </a:lnTo>
                  <a:lnTo>
                    <a:pt x="539130" y="269006"/>
                  </a:lnTo>
                  <a:lnTo>
                    <a:pt x="539658" y="268916"/>
                  </a:lnTo>
                  <a:lnTo>
                    <a:pt x="540097" y="268916"/>
                  </a:lnTo>
                  <a:lnTo>
                    <a:pt x="540976" y="268916"/>
                  </a:lnTo>
                  <a:lnTo>
                    <a:pt x="541415" y="268916"/>
                  </a:lnTo>
                  <a:lnTo>
                    <a:pt x="541591" y="268916"/>
                  </a:lnTo>
                  <a:lnTo>
                    <a:pt x="541854" y="268916"/>
                  </a:lnTo>
                  <a:lnTo>
                    <a:pt x="544227" y="269545"/>
                  </a:lnTo>
                  <a:lnTo>
                    <a:pt x="545193" y="269994"/>
                  </a:lnTo>
                  <a:lnTo>
                    <a:pt x="545984" y="270353"/>
                  </a:lnTo>
                  <a:lnTo>
                    <a:pt x="546775" y="270623"/>
                  </a:lnTo>
                  <a:lnTo>
                    <a:pt x="547917" y="271162"/>
                  </a:lnTo>
                  <a:lnTo>
                    <a:pt x="548532" y="271521"/>
                  </a:lnTo>
                  <a:lnTo>
                    <a:pt x="551080" y="272779"/>
                  </a:lnTo>
                  <a:lnTo>
                    <a:pt x="552223" y="273408"/>
                  </a:lnTo>
                  <a:lnTo>
                    <a:pt x="552662" y="273678"/>
                  </a:lnTo>
                  <a:lnTo>
                    <a:pt x="552838" y="273768"/>
                  </a:lnTo>
                  <a:lnTo>
                    <a:pt x="555649" y="275295"/>
                  </a:lnTo>
                  <a:lnTo>
                    <a:pt x="556440" y="276193"/>
                  </a:lnTo>
                  <a:lnTo>
                    <a:pt x="556792" y="276553"/>
                  </a:lnTo>
                  <a:lnTo>
                    <a:pt x="557319" y="277182"/>
                  </a:lnTo>
                  <a:lnTo>
                    <a:pt x="557934" y="277721"/>
                  </a:lnTo>
                  <a:lnTo>
                    <a:pt x="558549" y="278350"/>
                  </a:lnTo>
                  <a:lnTo>
                    <a:pt x="559340" y="278709"/>
                  </a:lnTo>
                  <a:lnTo>
                    <a:pt x="559955" y="278799"/>
                  </a:lnTo>
                  <a:lnTo>
                    <a:pt x="560306" y="278889"/>
                  </a:lnTo>
                  <a:lnTo>
                    <a:pt x="559867" y="280416"/>
                  </a:lnTo>
                  <a:lnTo>
                    <a:pt x="557143" y="279787"/>
                  </a:lnTo>
                  <a:lnTo>
                    <a:pt x="550465" y="277901"/>
                  </a:lnTo>
                  <a:lnTo>
                    <a:pt x="548532" y="284460"/>
                  </a:lnTo>
                  <a:lnTo>
                    <a:pt x="547741" y="286975"/>
                  </a:lnTo>
                  <a:lnTo>
                    <a:pt x="544402" y="285628"/>
                  </a:lnTo>
                  <a:lnTo>
                    <a:pt x="543348" y="285178"/>
                  </a:lnTo>
                  <a:lnTo>
                    <a:pt x="542733" y="284909"/>
                  </a:lnTo>
                  <a:lnTo>
                    <a:pt x="538779" y="283292"/>
                  </a:lnTo>
                  <a:lnTo>
                    <a:pt x="536231" y="282034"/>
                  </a:lnTo>
                  <a:lnTo>
                    <a:pt x="530256" y="277631"/>
                  </a:lnTo>
                  <a:lnTo>
                    <a:pt x="528762" y="276463"/>
                  </a:lnTo>
                  <a:lnTo>
                    <a:pt x="525511" y="275025"/>
                  </a:lnTo>
                  <a:lnTo>
                    <a:pt x="521733" y="273408"/>
                  </a:lnTo>
                  <a:lnTo>
                    <a:pt x="520678" y="272869"/>
                  </a:lnTo>
                  <a:lnTo>
                    <a:pt x="520151" y="272600"/>
                  </a:lnTo>
                  <a:lnTo>
                    <a:pt x="518394" y="271432"/>
                  </a:lnTo>
                  <a:lnTo>
                    <a:pt x="515758" y="269545"/>
                  </a:lnTo>
                  <a:lnTo>
                    <a:pt x="513473" y="267568"/>
                  </a:lnTo>
                  <a:lnTo>
                    <a:pt x="512155" y="266400"/>
                  </a:lnTo>
                  <a:lnTo>
                    <a:pt x="511277" y="266490"/>
                  </a:lnTo>
                  <a:lnTo>
                    <a:pt x="501524" y="267748"/>
                  </a:lnTo>
                  <a:lnTo>
                    <a:pt x="492561" y="269006"/>
                  </a:lnTo>
                  <a:lnTo>
                    <a:pt x="485708" y="269904"/>
                  </a:lnTo>
                  <a:lnTo>
                    <a:pt x="477448" y="270982"/>
                  </a:lnTo>
                  <a:lnTo>
                    <a:pt x="469892" y="271971"/>
                  </a:lnTo>
                  <a:lnTo>
                    <a:pt x="461896" y="272959"/>
                  </a:lnTo>
                  <a:lnTo>
                    <a:pt x="452933" y="274217"/>
                  </a:lnTo>
                  <a:lnTo>
                    <a:pt x="452494" y="274307"/>
                  </a:lnTo>
                  <a:lnTo>
                    <a:pt x="445025" y="275295"/>
                  </a:lnTo>
                  <a:lnTo>
                    <a:pt x="444586" y="275385"/>
                  </a:lnTo>
                  <a:lnTo>
                    <a:pt x="438787" y="276193"/>
                  </a:lnTo>
                  <a:lnTo>
                    <a:pt x="435536" y="268017"/>
                  </a:lnTo>
                  <a:lnTo>
                    <a:pt x="432812" y="261099"/>
                  </a:lnTo>
                  <a:lnTo>
                    <a:pt x="430352" y="254989"/>
                  </a:lnTo>
                  <a:lnTo>
                    <a:pt x="429825" y="253731"/>
                  </a:lnTo>
                  <a:lnTo>
                    <a:pt x="429737" y="253462"/>
                  </a:lnTo>
                  <a:lnTo>
                    <a:pt x="429561" y="253013"/>
                  </a:lnTo>
                  <a:lnTo>
                    <a:pt x="425080" y="248520"/>
                  </a:lnTo>
                  <a:lnTo>
                    <a:pt x="423938" y="245196"/>
                  </a:lnTo>
                  <a:lnTo>
                    <a:pt x="422532" y="241153"/>
                  </a:lnTo>
                  <a:lnTo>
                    <a:pt x="422268" y="241242"/>
                  </a:lnTo>
                  <a:lnTo>
                    <a:pt x="413306" y="242231"/>
                  </a:lnTo>
                  <a:lnTo>
                    <a:pt x="412866" y="242231"/>
                  </a:lnTo>
                  <a:lnTo>
                    <a:pt x="404431" y="243309"/>
                  </a:lnTo>
                  <a:lnTo>
                    <a:pt x="396347" y="244387"/>
                  </a:lnTo>
                  <a:lnTo>
                    <a:pt x="396084" y="244387"/>
                  </a:lnTo>
                  <a:lnTo>
                    <a:pt x="389318" y="245286"/>
                  </a:lnTo>
                  <a:lnTo>
                    <a:pt x="384046" y="245915"/>
                  </a:lnTo>
                  <a:lnTo>
                    <a:pt x="371921" y="247532"/>
                  </a:lnTo>
                  <a:lnTo>
                    <a:pt x="361377" y="248880"/>
                  </a:lnTo>
                  <a:lnTo>
                    <a:pt x="358126" y="249239"/>
                  </a:lnTo>
                  <a:lnTo>
                    <a:pt x="357598" y="249329"/>
                  </a:lnTo>
                  <a:lnTo>
                    <a:pt x="340992" y="251575"/>
                  </a:lnTo>
                  <a:lnTo>
                    <a:pt x="325879" y="253642"/>
                  </a:lnTo>
                  <a:lnTo>
                    <a:pt x="313665" y="255349"/>
                  </a:lnTo>
                  <a:lnTo>
                    <a:pt x="312874" y="255439"/>
                  </a:lnTo>
                  <a:lnTo>
                    <a:pt x="299606" y="257235"/>
                  </a:lnTo>
                  <a:lnTo>
                    <a:pt x="299167" y="257325"/>
                  </a:lnTo>
                  <a:lnTo>
                    <a:pt x="287393" y="258943"/>
                  </a:lnTo>
                  <a:lnTo>
                    <a:pt x="281770" y="259661"/>
                  </a:lnTo>
                  <a:lnTo>
                    <a:pt x="270083" y="261279"/>
                  </a:lnTo>
                  <a:lnTo>
                    <a:pt x="264987" y="261997"/>
                  </a:lnTo>
                  <a:lnTo>
                    <a:pt x="265251" y="265052"/>
                  </a:lnTo>
                  <a:lnTo>
                    <a:pt x="265339" y="265591"/>
                  </a:lnTo>
                  <a:lnTo>
                    <a:pt x="265514" y="267209"/>
                  </a:lnTo>
                  <a:lnTo>
                    <a:pt x="267623" y="272959"/>
                  </a:lnTo>
                  <a:lnTo>
                    <a:pt x="268238" y="274576"/>
                  </a:lnTo>
                  <a:lnTo>
                    <a:pt x="269029" y="275565"/>
                  </a:lnTo>
                  <a:lnTo>
                    <a:pt x="269820" y="276643"/>
                  </a:lnTo>
                  <a:lnTo>
                    <a:pt x="270523" y="277990"/>
                  </a:lnTo>
                  <a:lnTo>
                    <a:pt x="273334" y="285807"/>
                  </a:lnTo>
                  <a:lnTo>
                    <a:pt x="282121" y="309887"/>
                  </a:lnTo>
                  <a:lnTo>
                    <a:pt x="282648" y="311414"/>
                  </a:lnTo>
                  <a:lnTo>
                    <a:pt x="288623" y="327856"/>
                  </a:lnTo>
                  <a:lnTo>
                    <a:pt x="292226" y="338099"/>
                  </a:lnTo>
                  <a:lnTo>
                    <a:pt x="294510" y="344119"/>
                  </a:lnTo>
                  <a:lnTo>
                    <a:pt x="296268" y="348611"/>
                  </a:lnTo>
                  <a:lnTo>
                    <a:pt x="296619" y="349689"/>
                  </a:lnTo>
                  <a:lnTo>
                    <a:pt x="299079" y="357506"/>
                  </a:lnTo>
                  <a:lnTo>
                    <a:pt x="306196" y="377273"/>
                  </a:lnTo>
                  <a:lnTo>
                    <a:pt x="309711" y="386078"/>
                  </a:lnTo>
                  <a:lnTo>
                    <a:pt x="313577" y="395961"/>
                  </a:lnTo>
                  <a:lnTo>
                    <a:pt x="317707" y="405306"/>
                  </a:lnTo>
                  <a:lnTo>
                    <a:pt x="318234" y="406474"/>
                  </a:lnTo>
                  <a:lnTo>
                    <a:pt x="321661" y="413931"/>
                  </a:lnTo>
                  <a:lnTo>
                    <a:pt x="322276" y="415369"/>
                  </a:lnTo>
                  <a:lnTo>
                    <a:pt x="327197" y="427049"/>
                  </a:lnTo>
                  <a:lnTo>
                    <a:pt x="328602" y="430373"/>
                  </a:lnTo>
                  <a:lnTo>
                    <a:pt x="329217" y="431901"/>
                  </a:lnTo>
                  <a:lnTo>
                    <a:pt x="328954" y="431901"/>
                  </a:lnTo>
                  <a:lnTo>
                    <a:pt x="327109" y="432170"/>
                  </a:lnTo>
                  <a:lnTo>
                    <a:pt x="324736" y="432530"/>
                  </a:lnTo>
                  <a:lnTo>
                    <a:pt x="324385" y="432620"/>
                  </a:lnTo>
                  <a:lnTo>
                    <a:pt x="323945" y="432620"/>
                  </a:lnTo>
                  <a:lnTo>
                    <a:pt x="313402" y="434147"/>
                  </a:lnTo>
                  <a:lnTo>
                    <a:pt x="313050" y="434237"/>
                  </a:lnTo>
                  <a:lnTo>
                    <a:pt x="310150" y="434596"/>
                  </a:lnTo>
                  <a:lnTo>
                    <a:pt x="303121" y="435585"/>
                  </a:lnTo>
                  <a:lnTo>
                    <a:pt x="302067" y="435764"/>
                  </a:lnTo>
                  <a:lnTo>
                    <a:pt x="300485" y="435944"/>
                  </a:lnTo>
                  <a:lnTo>
                    <a:pt x="297410" y="436393"/>
                  </a:lnTo>
                  <a:lnTo>
                    <a:pt x="296883" y="436483"/>
                  </a:lnTo>
                  <a:lnTo>
                    <a:pt x="294686" y="436842"/>
                  </a:lnTo>
                  <a:lnTo>
                    <a:pt x="294247" y="436842"/>
                  </a:lnTo>
                  <a:lnTo>
                    <a:pt x="292314" y="437112"/>
                  </a:lnTo>
                  <a:lnTo>
                    <a:pt x="290644" y="437382"/>
                  </a:lnTo>
                  <a:lnTo>
                    <a:pt x="286339" y="438010"/>
                  </a:lnTo>
                  <a:lnTo>
                    <a:pt x="284318" y="438280"/>
                  </a:lnTo>
                  <a:lnTo>
                    <a:pt x="283351" y="438370"/>
                  </a:lnTo>
                  <a:lnTo>
                    <a:pt x="277201" y="439268"/>
                  </a:lnTo>
                  <a:lnTo>
                    <a:pt x="276410" y="439358"/>
                  </a:lnTo>
                  <a:lnTo>
                    <a:pt x="267272" y="440706"/>
                  </a:lnTo>
                  <a:lnTo>
                    <a:pt x="267008" y="440706"/>
                  </a:lnTo>
                  <a:lnTo>
                    <a:pt x="266832" y="440706"/>
                  </a:lnTo>
                  <a:lnTo>
                    <a:pt x="266657" y="440796"/>
                  </a:lnTo>
                  <a:lnTo>
                    <a:pt x="258573" y="441874"/>
                  </a:lnTo>
                  <a:lnTo>
                    <a:pt x="256728" y="442143"/>
                  </a:lnTo>
                  <a:lnTo>
                    <a:pt x="256552" y="440796"/>
                  </a:lnTo>
                  <a:lnTo>
                    <a:pt x="255146" y="431092"/>
                  </a:lnTo>
                  <a:lnTo>
                    <a:pt x="252862" y="414919"/>
                  </a:lnTo>
                  <a:lnTo>
                    <a:pt x="252774" y="414470"/>
                  </a:lnTo>
                  <a:lnTo>
                    <a:pt x="251719" y="407552"/>
                  </a:lnTo>
                  <a:lnTo>
                    <a:pt x="251456" y="405395"/>
                  </a:lnTo>
                  <a:lnTo>
                    <a:pt x="251104" y="403419"/>
                  </a:lnTo>
                  <a:lnTo>
                    <a:pt x="251016" y="402430"/>
                  </a:lnTo>
                  <a:lnTo>
                    <a:pt x="250665" y="400544"/>
                  </a:lnTo>
                  <a:lnTo>
                    <a:pt x="250138" y="396590"/>
                  </a:lnTo>
                  <a:lnTo>
                    <a:pt x="249962" y="395872"/>
                  </a:lnTo>
                  <a:lnTo>
                    <a:pt x="249962" y="395692"/>
                  </a:lnTo>
                  <a:lnTo>
                    <a:pt x="249874" y="395243"/>
                  </a:lnTo>
                  <a:lnTo>
                    <a:pt x="249786" y="394524"/>
                  </a:lnTo>
                  <a:lnTo>
                    <a:pt x="249698" y="393625"/>
                  </a:lnTo>
                  <a:lnTo>
                    <a:pt x="249523" y="392907"/>
                  </a:lnTo>
                  <a:lnTo>
                    <a:pt x="249083" y="389942"/>
                  </a:lnTo>
                  <a:lnTo>
                    <a:pt x="248732" y="387516"/>
                  </a:lnTo>
                  <a:lnTo>
                    <a:pt x="248644" y="386887"/>
                  </a:lnTo>
                  <a:lnTo>
                    <a:pt x="248556" y="386078"/>
                  </a:lnTo>
                  <a:lnTo>
                    <a:pt x="248468" y="385809"/>
                  </a:lnTo>
                  <a:lnTo>
                    <a:pt x="248292" y="384551"/>
                  </a:lnTo>
                  <a:lnTo>
                    <a:pt x="248117" y="383203"/>
                  </a:lnTo>
                  <a:lnTo>
                    <a:pt x="247150" y="377003"/>
                  </a:lnTo>
                  <a:lnTo>
                    <a:pt x="245656" y="367390"/>
                  </a:lnTo>
                  <a:lnTo>
                    <a:pt x="244251" y="357596"/>
                  </a:lnTo>
                  <a:lnTo>
                    <a:pt x="244163" y="357237"/>
                  </a:lnTo>
                  <a:lnTo>
                    <a:pt x="243899" y="355260"/>
                  </a:lnTo>
                  <a:lnTo>
                    <a:pt x="241966" y="342502"/>
                  </a:lnTo>
                  <a:lnTo>
                    <a:pt x="241878" y="342232"/>
                  </a:lnTo>
                  <a:lnTo>
                    <a:pt x="241703" y="341154"/>
                  </a:lnTo>
                  <a:lnTo>
                    <a:pt x="241703" y="340705"/>
                  </a:lnTo>
                  <a:lnTo>
                    <a:pt x="241527" y="340076"/>
                  </a:lnTo>
                  <a:lnTo>
                    <a:pt x="241527" y="339896"/>
                  </a:lnTo>
                  <a:lnTo>
                    <a:pt x="241351" y="338548"/>
                  </a:lnTo>
                  <a:lnTo>
                    <a:pt x="241263" y="337919"/>
                  </a:lnTo>
                  <a:lnTo>
                    <a:pt x="240824" y="335314"/>
                  </a:lnTo>
                  <a:lnTo>
                    <a:pt x="240824" y="334954"/>
                  </a:lnTo>
                  <a:lnTo>
                    <a:pt x="240472" y="332798"/>
                  </a:lnTo>
                  <a:lnTo>
                    <a:pt x="242318" y="321747"/>
                  </a:lnTo>
                  <a:lnTo>
                    <a:pt x="243108" y="316446"/>
                  </a:lnTo>
                  <a:lnTo>
                    <a:pt x="243196" y="315996"/>
                  </a:lnTo>
                  <a:lnTo>
                    <a:pt x="243723" y="313121"/>
                  </a:lnTo>
                  <a:lnTo>
                    <a:pt x="245305" y="303957"/>
                  </a:lnTo>
                  <a:lnTo>
                    <a:pt x="245744" y="301621"/>
                  </a:lnTo>
                  <a:lnTo>
                    <a:pt x="238276" y="302609"/>
                  </a:lnTo>
                  <a:lnTo>
                    <a:pt x="237133" y="302789"/>
                  </a:lnTo>
                  <a:lnTo>
                    <a:pt x="236958" y="302789"/>
                  </a:lnTo>
                  <a:lnTo>
                    <a:pt x="229841" y="303777"/>
                  </a:lnTo>
                  <a:lnTo>
                    <a:pt x="220790" y="305035"/>
                  </a:lnTo>
                  <a:lnTo>
                    <a:pt x="210510" y="306472"/>
                  </a:lnTo>
                  <a:lnTo>
                    <a:pt x="208225" y="306742"/>
                  </a:lnTo>
                  <a:lnTo>
                    <a:pt x="207522" y="306832"/>
                  </a:lnTo>
                  <a:lnTo>
                    <a:pt x="206995" y="306922"/>
                  </a:lnTo>
                  <a:lnTo>
                    <a:pt x="194606" y="308719"/>
                  </a:lnTo>
                  <a:lnTo>
                    <a:pt x="193288" y="308898"/>
                  </a:lnTo>
                  <a:lnTo>
                    <a:pt x="191619" y="309168"/>
                  </a:lnTo>
                  <a:lnTo>
                    <a:pt x="175188" y="311414"/>
                  </a:lnTo>
                  <a:lnTo>
                    <a:pt x="174573" y="310965"/>
                  </a:lnTo>
                  <a:lnTo>
                    <a:pt x="178263" y="306472"/>
                  </a:lnTo>
                  <a:lnTo>
                    <a:pt x="187050" y="295601"/>
                  </a:lnTo>
                  <a:lnTo>
                    <a:pt x="189861" y="292097"/>
                  </a:lnTo>
                  <a:lnTo>
                    <a:pt x="192234" y="289132"/>
                  </a:lnTo>
                  <a:lnTo>
                    <a:pt x="194694" y="286077"/>
                  </a:lnTo>
                  <a:lnTo>
                    <a:pt x="195748" y="284819"/>
                  </a:lnTo>
                  <a:lnTo>
                    <a:pt x="196451" y="284010"/>
                  </a:lnTo>
                  <a:lnTo>
                    <a:pt x="196891" y="283381"/>
                  </a:lnTo>
                  <a:lnTo>
                    <a:pt x="198296" y="281495"/>
                  </a:lnTo>
                  <a:lnTo>
                    <a:pt x="200845" y="278350"/>
                  </a:lnTo>
                  <a:lnTo>
                    <a:pt x="201020" y="278170"/>
                  </a:lnTo>
                  <a:lnTo>
                    <a:pt x="204096" y="274397"/>
                  </a:lnTo>
                  <a:lnTo>
                    <a:pt x="204535" y="273857"/>
                  </a:lnTo>
                  <a:lnTo>
                    <a:pt x="205589" y="272420"/>
                  </a:lnTo>
                  <a:lnTo>
                    <a:pt x="205677" y="272240"/>
                  </a:lnTo>
                  <a:lnTo>
                    <a:pt x="207698" y="269545"/>
                  </a:lnTo>
                  <a:lnTo>
                    <a:pt x="207347" y="269275"/>
                  </a:lnTo>
                  <a:lnTo>
                    <a:pt x="206995" y="268826"/>
                  </a:lnTo>
                  <a:lnTo>
                    <a:pt x="206732" y="268377"/>
                  </a:lnTo>
                  <a:lnTo>
                    <a:pt x="206468" y="267927"/>
                  </a:lnTo>
                  <a:lnTo>
                    <a:pt x="206292" y="267388"/>
                  </a:lnTo>
                  <a:lnTo>
                    <a:pt x="206117" y="266849"/>
                  </a:lnTo>
                  <a:lnTo>
                    <a:pt x="206029" y="266310"/>
                  </a:lnTo>
                  <a:lnTo>
                    <a:pt x="206029" y="265771"/>
                  </a:lnTo>
                  <a:lnTo>
                    <a:pt x="206117" y="265232"/>
                  </a:lnTo>
                  <a:lnTo>
                    <a:pt x="206204" y="264783"/>
                  </a:lnTo>
                  <a:lnTo>
                    <a:pt x="206380" y="264244"/>
                  </a:lnTo>
                  <a:lnTo>
                    <a:pt x="206644" y="263794"/>
                  </a:lnTo>
                  <a:lnTo>
                    <a:pt x="206907" y="263255"/>
                  </a:lnTo>
                  <a:lnTo>
                    <a:pt x="207259" y="262896"/>
                  </a:lnTo>
                  <a:lnTo>
                    <a:pt x="207610" y="262537"/>
                  </a:lnTo>
                  <a:lnTo>
                    <a:pt x="208050" y="262177"/>
                  </a:lnTo>
                  <a:lnTo>
                    <a:pt x="208577" y="261908"/>
                  </a:lnTo>
                  <a:lnTo>
                    <a:pt x="209016" y="261728"/>
                  </a:lnTo>
                  <a:lnTo>
                    <a:pt x="209543" y="261548"/>
                  </a:lnTo>
                  <a:lnTo>
                    <a:pt x="210158" y="261458"/>
                  </a:lnTo>
                  <a:lnTo>
                    <a:pt x="209016" y="246364"/>
                  </a:lnTo>
                  <a:lnTo>
                    <a:pt x="208401" y="238367"/>
                  </a:lnTo>
                  <a:lnTo>
                    <a:pt x="207698" y="229832"/>
                  </a:lnTo>
                  <a:lnTo>
                    <a:pt x="206995" y="222284"/>
                  </a:lnTo>
                  <a:lnTo>
                    <a:pt x="206292" y="215366"/>
                  </a:lnTo>
                  <a:lnTo>
                    <a:pt x="206204" y="214108"/>
                  </a:lnTo>
                  <a:lnTo>
                    <a:pt x="205414" y="204764"/>
                  </a:lnTo>
                  <a:lnTo>
                    <a:pt x="204711" y="195779"/>
                  </a:lnTo>
                  <a:lnTo>
                    <a:pt x="204447" y="193084"/>
                  </a:lnTo>
                  <a:lnTo>
                    <a:pt x="203568" y="181763"/>
                  </a:lnTo>
                  <a:lnTo>
                    <a:pt x="195748" y="181224"/>
                  </a:lnTo>
                  <a:lnTo>
                    <a:pt x="193200" y="180954"/>
                  </a:lnTo>
                  <a:lnTo>
                    <a:pt x="187840" y="180595"/>
                  </a:lnTo>
                  <a:lnTo>
                    <a:pt x="182656" y="180235"/>
                  </a:lnTo>
                  <a:lnTo>
                    <a:pt x="178878" y="179966"/>
                  </a:lnTo>
                  <a:lnTo>
                    <a:pt x="177384" y="179876"/>
                  </a:lnTo>
                  <a:lnTo>
                    <a:pt x="173957" y="179517"/>
                  </a:lnTo>
                  <a:lnTo>
                    <a:pt x="164380" y="177720"/>
                  </a:lnTo>
                  <a:lnTo>
                    <a:pt x="162359" y="177360"/>
                  </a:lnTo>
                  <a:lnTo>
                    <a:pt x="160953" y="177091"/>
                  </a:lnTo>
                  <a:lnTo>
                    <a:pt x="159811" y="176821"/>
                  </a:lnTo>
                  <a:lnTo>
                    <a:pt x="153924" y="175653"/>
                  </a:lnTo>
                  <a:lnTo>
                    <a:pt x="147158" y="174216"/>
                  </a:lnTo>
                  <a:lnTo>
                    <a:pt x="144698" y="173766"/>
                  </a:lnTo>
                  <a:lnTo>
                    <a:pt x="143292" y="173497"/>
                  </a:lnTo>
                  <a:lnTo>
                    <a:pt x="132309" y="171340"/>
                  </a:lnTo>
                  <a:lnTo>
                    <a:pt x="115526" y="168106"/>
                  </a:lnTo>
                  <a:lnTo>
                    <a:pt x="107355" y="166578"/>
                  </a:lnTo>
                  <a:lnTo>
                    <a:pt x="107091" y="166489"/>
                  </a:lnTo>
                  <a:lnTo>
                    <a:pt x="103489" y="165860"/>
                  </a:lnTo>
                  <a:lnTo>
                    <a:pt x="100325" y="172778"/>
                  </a:lnTo>
                  <a:lnTo>
                    <a:pt x="97602" y="178259"/>
                  </a:lnTo>
                  <a:lnTo>
                    <a:pt x="95844" y="181943"/>
                  </a:lnTo>
                  <a:lnTo>
                    <a:pt x="95581" y="182661"/>
                  </a:lnTo>
                  <a:lnTo>
                    <a:pt x="95053" y="184548"/>
                  </a:lnTo>
                  <a:lnTo>
                    <a:pt x="94526" y="186255"/>
                  </a:lnTo>
                  <a:lnTo>
                    <a:pt x="89166" y="197127"/>
                  </a:lnTo>
                  <a:lnTo>
                    <a:pt x="84334" y="203506"/>
                  </a:lnTo>
                  <a:lnTo>
                    <a:pt x="80292" y="208897"/>
                  </a:lnTo>
                  <a:lnTo>
                    <a:pt x="75371" y="215726"/>
                  </a:lnTo>
                  <a:lnTo>
                    <a:pt x="75108" y="216085"/>
                  </a:lnTo>
                  <a:lnTo>
                    <a:pt x="73438" y="218421"/>
                  </a:lnTo>
                  <a:lnTo>
                    <a:pt x="73087" y="219050"/>
                  </a:lnTo>
                  <a:lnTo>
                    <a:pt x="71154" y="221925"/>
                  </a:lnTo>
                  <a:lnTo>
                    <a:pt x="70187" y="223722"/>
                  </a:lnTo>
                  <a:lnTo>
                    <a:pt x="69396" y="225429"/>
                  </a:lnTo>
                  <a:lnTo>
                    <a:pt x="68869" y="227226"/>
                  </a:lnTo>
                  <a:lnTo>
                    <a:pt x="68430" y="229293"/>
                  </a:lnTo>
                  <a:lnTo>
                    <a:pt x="67288" y="234684"/>
                  </a:lnTo>
                  <a:lnTo>
                    <a:pt x="66321" y="238547"/>
                  </a:lnTo>
                  <a:lnTo>
                    <a:pt x="64739" y="244477"/>
                  </a:lnTo>
                  <a:lnTo>
                    <a:pt x="63597" y="247801"/>
                  </a:lnTo>
                  <a:lnTo>
                    <a:pt x="62631" y="250407"/>
                  </a:lnTo>
                  <a:lnTo>
                    <a:pt x="62104" y="252114"/>
                  </a:lnTo>
                  <a:lnTo>
                    <a:pt x="61752" y="253552"/>
                  </a:lnTo>
                  <a:lnTo>
                    <a:pt x="61488" y="254989"/>
                  </a:lnTo>
                  <a:lnTo>
                    <a:pt x="60698" y="261009"/>
                  </a:lnTo>
                  <a:lnTo>
                    <a:pt x="58765" y="268646"/>
                  </a:lnTo>
                  <a:lnTo>
                    <a:pt x="57447" y="273139"/>
                  </a:lnTo>
                  <a:lnTo>
                    <a:pt x="56744" y="275385"/>
                  </a:lnTo>
                  <a:lnTo>
                    <a:pt x="54811" y="281584"/>
                  </a:lnTo>
                  <a:lnTo>
                    <a:pt x="49978" y="295870"/>
                  </a:lnTo>
                  <a:lnTo>
                    <a:pt x="49275" y="297847"/>
                  </a:lnTo>
                  <a:lnTo>
                    <a:pt x="46463" y="306023"/>
                  </a:lnTo>
                  <a:lnTo>
                    <a:pt x="45145" y="309887"/>
                  </a:lnTo>
                  <a:lnTo>
                    <a:pt x="40225" y="324262"/>
                  </a:lnTo>
                  <a:lnTo>
                    <a:pt x="37940" y="331450"/>
                  </a:lnTo>
                  <a:lnTo>
                    <a:pt x="35744" y="331540"/>
                  </a:lnTo>
                  <a:lnTo>
                    <a:pt x="31350" y="331630"/>
                  </a:lnTo>
                  <a:lnTo>
                    <a:pt x="29681" y="331720"/>
                  </a:lnTo>
                  <a:lnTo>
                    <a:pt x="6748" y="332708"/>
                  </a:lnTo>
                  <a:lnTo>
                    <a:pt x="5605" y="332798"/>
                  </a:lnTo>
                  <a:lnTo>
                    <a:pt x="421" y="332798"/>
                  </a:lnTo>
                  <a:lnTo>
                    <a:pt x="0" y="332823"/>
                  </a:lnTo>
                  <a:lnTo>
                    <a:pt x="0" y="39098"/>
                  </a:lnTo>
                  <a:lnTo>
                    <a:pt x="1036" y="39173"/>
                  </a:lnTo>
                  <a:lnTo>
                    <a:pt x="2003" y="39263"/>
                  </a:lnTo>
                  <a:lnTo>
                    <a:pt x="2794" y="39263"/>
                  </a:lnTo>
                  <a:lnTo>
                    <a:pt x="3409" y="39263"/>
                  </a:lnTo>
                  <a:lnTo>
                    <a:pt x="3760" y="39263"/>
                  </a:lnTo>
                  <a:lnTo>
                    <a:pt x="4639" y="39263"/>
                  </a:lnTo>
                  <a:lnTo>
                    <a:pt x="4902" y="39263"/>
                  </a:lnTo>
                  <a:lnTo>
                    <a:pt x="5342" y="39353"/>
                  </a:lnTo>
                  <a:lnTo>
                    <a:pt x="6045" y="39353"/>
                  </a:lnTo>
                  <a:lnTo>
                    <a:pt x="6923" y="39443"/>
                  </a:lnTo>
                  <a:lnTo>
                    <a:pt x="7451" y="39533"/>
                  </a:lnTo>
                  <a:lnTo>
                    <a:pt x="7890" y="39533"/>
                  </a:lnTo>
                  <a:lnTo>
                    <a:pt x="8944" y="39623"/>
                  </a:lnTo>
                  <a:lnTo>
                    <a:pt x="10526" y="39802"/>
                  </a:lnTo>
                  <a:lnTo>
                    <a:pt x="12459" y="39982"/>
                  </a:lnTo>
                  <a:lnTo>
                    <a:pt x="13865" y="40162"/>
                  </a:lnTo>
                  <a:lnTo>
                    <a:pt x="14216" y="40162"/>
                  </a:lnTo>
                  <a:lnTo>
                    <a:pt x="14656" y="40162"/>
                  </a:lnTo>
                  <a:lnTo>
                    <a:pt x="15886" y="40252"/>
                  </a:lnTo>
                  <a:lnTo>
                    <a:pt x="16764" y="40252"/>
                  </a:lnTo>
                  <a:lnTo>
                    <a:pt x="17819" y="40521"/>
                  </a:lnTo>
                  <a:lnTo>
                    <a:pt x="18873" y="40611"/>
                  </a:lnTo>
                  <a:lnTo>
                    <a:pt x="19752" y="40611"/>
                  </a:lnTo>
                  <a:lnTo>
                    <a:pt x="20894" y="40701"/>
                  </a:lnTo>
                  <a:lnTo>
                    <a:pt x="21509" y="40791"/>
                  </a:lnTo>
                  <a:lnTo>
                    <a:pt x="22388" y="40791"/>
                  </a:lnTo>
                  <a:lnTo>
                    <a:pt x="22651" y="40791"/>
                  </a:lnTo>
                  <a:lnTo>
                    <a:pt x="23267" y="40881"/>
                  </a:lnTo>
                  <a:lnTo>
                    <a:pt x="24233" y="40881"/>
                  </a:lnTo>
                  <a:lnTo>
                    <a:pt x="25024" y="41060"/>
                  </a:lnTo>
                  <a:lnTo>
                    <a:pt x="25463" y="41150"/>
                  </a:lnTo>
                  <a:lnTo>
                    <a:pt x="26254" y="41330"/>
                  </a:lnTo>
                  <a:lnTo>
                    <a:pt x="27045" y="41509"/>
                  </a:lnTo>
                  <a:lnTo>
                    <a:pt x="27748" y="41599"/>
                  </a:lnTo>
                  <a:lnTo>
                    <a:pt x="28275" y="41689"/>
                  </a:lnTo>
                  <a:lnTo>
                    <a:pt x="29066" y="41779"/>
                  </a:lnTo>
                  <a:lnTo>
                    <a:pt x="29681" y="41869"/>
                  </a:lnTo>
                  <a:lnTo>
                    <a:pt x="30208" y="42049"/>
                  </a:lnTo>
                  <a:lnTo>
                    <a:pt x="30823" y="42138"/>
                  </a:lnTo>
                  <a:lnTo>
                    <a:pt x="31087" y="42138"/>
                  </a:lnTo>
                  <a:lnTo>
                    <a:pt x="31526" y="42138"/>
                  </a:lnTo>
                  <a:lnTo>
                    <a:pt x="32229" y="42228"/>
                  </a:lnTo>
                  <a:lnTo>
                    <a:pt x="32756" y="42318"/>
                  </a:lnTo>
                  <a:lnTo>
                    <a:pt x="33547" y="42498"/>
                  </a:lnTo>
                  <a:lnTo>
                    <a:pt x="34426" y="42857"/>
                  </a:lnTo>
                  <a:lnTo>
                    <a:pt x="34865" y="43037"/>
                  </a:lnTo>
                  <a:lnTo>
                    <a:pt x="35304" y="43217"/>
                  </a:lnTo>
                  <a:lnTo>
                    <a:pt x="36183" y="43396"/>
                  </a:lnTo>
                  <a:lnTo>
                    <a:pt x="36886" y="43576"/>
                  </a:lnTo>
                  <a:lnTo>
                    <a:pt x="37677" y="43846"/>
                  </a:lnTo>
                  <a:lnTo>
                    <a:pt x="37940" y="43935"/>
                  </a:lnTo>
                  <a:lnTo>
                    <a:pt x="38731" y="44205"/>
                  </a:lnTo>
                  <a:lnTo>
                    <a:pt x="38907" y="44205"/>
                  </a:lnTo>
                  <a:lnTo>
                    <a:pt x="39522" y="44385"/>
                  </a:lnTo>
                  <a:lnTo>
                    <a:pt x="40225" y="44474"/>
                  </a:lnTo>
                  <a:lnTo>
                    <a:pt x="40752" y="44474"/>
                  </a:lnTo>
                  <a:lnTo>
                    <a:pt x="41543" y="44654"/>
                  </a:lnTo>
                  <a:lnTo>
                    <a:pt x="42158" y="44834"/>
                  </a:lnTo>
                  <a:lnTo>
                    <a:pt x="42685" y="44834"/>
                  </a:lnTo>
                  <a:lnTo>
                    <a:pt x="43124" y="45014"/>
                  </a:lnTo>
                  <a:lnTo>
                    <a:pt x="43739" y="45193"/>
                  </a:lnTo>
                  <a:lnTo>
                    <a:pt x="44267" y="45373"/>
                  </a:lnTo>
                  <a:lnTo>
                    <a:pt x="45057" y="45553"/>
                  </a:lnTo>
                  <a:lnTo>
                    <a:pt x="45760" y="45822"/>
                  </a:lnTo>
                  <a:lnTo>
                    <a:pt x="46463" y="46092"/>
                  </a:lnTo>
                  <a:lnTo>
                    <a:pt x="47078" y="46361"/>
                  </a:lnTo>
                  <a:lnTo>
                    <a:pt x="47606" y="46541"/>
                  </a:lnTo>
                  <a:lnTo>
                    <a:pt x="48396" y="46811"/>
                  </a:lnTo>
                  <a:lnTo>
                    <a:pt x="49187" y="46900"/>
                  </a:lnTo>
                  <a:lnTo>
                    <a:pt x="49978" y="46990"/>
                  </a:lnTo>
                  <a:lnTo>
                    <a:pt x="50417" y="46990"/>
                  </a:lnTo>
                  <a:lnTo>
                    <a:pt x="51472" y="47080"/>
                  </a:lnTo>
                  <a:lnTo>
                    <a:pt x="51911" y="47080"/>
                  </a:lnTo>
                  <a:lnTo>
                    <a:pt x="52526" y="47170"/>
                  </a:lnTo>
                  <a:lnTo>
                    <a:pt x="53053" y="47260"/>
                  </a:lnTo>
                  <a:lnTo>
                    <a:pt x="53580" y="47350"/>
                  </a:lnTo>
                  <a:lnTo>
                    <a:pt x="53932" y="47350"/>
                  </a:lnTo>
                  <a:lnTo>
                    <a:pt x="54108" y="47350"/>
                  </a:lnTo>
                  <a:lnTo>
                    <a:pt x="54459" y="47260"/>
                  </a:lnTo>
                  <a:lnTo>
                    <a:pt x="54986" y="47260"/>
                  </a:lnTo>
                  <a:lnTo>
                    <a:pt x="55601" y="47350"/>
                  </a:lnTo>
                  <a:lnTo>
                    <a:pt x="56216" y="47529"/>
                  </a:lnTo>
                  <a:lnTo>
                    <a:pt x="56744" y="47709"/>
                  </a:lnTo>
                  <a:lnTo>
                    <a:pt x="57271" y="47889"/>
                  </a:lnTo>
                  <a:lnTo>
                    <a:pt x="57886" y="48068"/>
                  </a:lnTo>
                  <a:lnTo>
                    <a:pt x="58501" y="48248"/>
                  </a:lnTo>
                  <a:lnTo>
                    <a:pt x="59028" y="48428"/>
                  </a:lnTo>
                  <a:lnTo>
                    <a:pt x="59380" y="48428"/>
                  </a:lnTo>
                  <a:lnTo>
                    <a:pt x="59643" y="48518"/>
                  </a:lnTo>
                  <a:lnTo>
                    <a:pt x="59819" y="48518"/>
                  </a:lnTo>
                  <a:lnTo>
                    <a:pt x="60258" y="48697"/>
                  </a:lnTo>
                  <a:lnTo>
                    <a:pt x="60434" y="48787"/>
                  </a:lnTo>
                  <a:lnTo>
                    <a:pt x="61049" y="49057"/>
                  </a:lnTo>
                  <a:lnTo>
                    <a:pt x="61576" y="49416"/>
                  </a:lnTo>
                  <a:lnTo>
                    <a:pt x="62016" y="49506"/>
                  </a:lnTo>
                  <a:lnTo>
                    <a:pt x="62543" y="49596"/>
                  </a:lnTo>
                  <a:lnTo>
                    <a:pt x="63070" y="49776"/>
                  </a:lnTo>
                  <a:lnTo>
                    <a:pt x="63597" y="49865"/>
                  </a:lnTo>
                  <a:lnTo>
                    <a:pt x="64124" y="49955"/>
                  </a:lnTo>
                  <a:lnTo>
                    <a:pt x="64652" y="50045"/>
                  </a:lnTo>
                  <a:lnTo>
                    <a:pt x="65003" y="50045"/>
                  </a:lnTo>
                  <a:lnTo>
                    <a:pt x="65442" y="50225"/>
                  </a:lnTo>
                  <a:lnTo>
                    <a:pt x="65706" y="50225"/>
                  </a:lnTo>
                  <a:lnTo>
                    <a:pt x="66057" y="50315"/>
                  </a:lnTo>
                  <a:lnTo>
                    <a:pt x="66409" y="50315"/>
                  </a:lnTo>
                  <a:lnTo>
                    <a:pt x="66673" y="50494"/>
                  </a:lnTo>
                  <a:lnTo>
                    <a:pt x="66936" y="50494"/>
                  </a:lnTo>
                  <a:lnTo>
                    <a:pt x="67288" y="50494"/>
                  </a:lnTo>
                  <a:lnTo>
                    <a:pt x="67639" y="50584"/>
                  </a:lnTo>
                  <a:lnTo>
                    <a:pt x="67991" y="50764"/>
                  </a:lnTo>
                  <a:lnTo>
                    <a:pt x="68430" y="50944"/>
                  </a:lnTo>
                  <a:lnTo>
                    <a:pt x="69045" y="51123"/>
                  </a:lnTo>
                  <a:lnTo>
                    <a:pt x="69572" y="51303"/>
                  </a:lnTo>
                  <a:lnTo>
                    <a:pt x="69924" y="51483"/>
                  </a:lnTo>
                  <a:lnTo>
                    <a:pt x="70363" y="51572"/>
                  </a:lnTo>
                  <a:lnTo>
                    <a:pt x="70714" y="51842"/>
                  </a:lnTo>
                  <a:lnTo>
                    <a:pt x="71066" y="52022"/>
                  </a:lnTo>
                  <a:lnTo>
                    <a:pt x="71505" y="52201"/>
                  </a:lnTo>
                  <a:lnTo>
                    <a:pt x="72032" y="52291"/>
                  </a:lnTo>
                  <a:lnTo>
                    <a:pt x="72384" y="52381"/>
                  </a:lnTo>
                  <a:lnTo>
                    <a:pt x="72735" y="52561"/>
                  </a:lnTo>
                  <a:lnTo>
                    <a:pt x="73087" y="52651"/>
                  </a:lnTo>
                  <a:lnTo>
                    <a:pt x="73438" y="52830"/>
                  </a:lnTo>
                  <a:lnTo>
                    <a:pt x="73702" y="52830"/>
                  </a:lnTo>
                  <a:lnTo>
                    <a:pt x="74053" y="52920"/>
                  </a:lnTo>
                  <a:lnTo>
                    <a:pt x="74405" y="52920"/>
                  </a:lnTo>
                  <a:lnTo>
                    <a:pt x="74581" y="53010"/>
                  </a:lnTo>
                  <a:lnTo>
                    <a:pt x="74756" y="53010"/>
                  </a:lnTo>
                  <a:lnTo>
                    <a:pt x="75196" y="53010"/>
                  </a:lnTo>
                  <a:lnTo>
                    <a:pt x="75723" y="52920"/>
                  </a:lnTo>
                  <a:lnTo>
                    <a:pt x="76338" y="52920"/>
                  </a:lnTo>
                  <a:lnTo>
                    <a:pt x="76689" y="52920"/>
                  </a:lnTo>
                  <a:lnTo>
                    <a:pt x="76865" y="52920"/>
                  </a:lnTo>
                  <a:lnTo>
                    <a:pt x="77129" y="52920"/>
                  </a:lnTo>
                  <a:lnTo>
                    <a:pt x="77568" y="52920"/>
                  </a:lnTo>
                  <a:lnTo>
                    <a:pt x="77832" y="52830"/>
                  </a:lnTo>
                  <a:lnTo>
                    <a:pt x="78183" y="52830"/>
                  </a:lnTo>
                  <a:lnTo>
                    <a:pt x="78622" y="52741"/>
                  </a:lnTo>
                  <a:lnTo>
                    <a:pt x="79062" y="52651"/>
                  </a:lnTo>
                  <a:lnTo>
                    <a:pt x="79413" y="52561"/>
                  </a:lnTo>
                  <a:lnTo>
                    <a:pt x="79853" y="52561"/>
                  </a:lnTo>
                  <a:lnTo>
                    <a:pt x="80292" y="52561"/>
                  </a:lnTo>
                  <a:lnTo>
                    <a:pt x="80907" y="52471"/>
                  </a:lnTo>
                  <a:lnTo>
                    <a:pt x="81610" y="52471"/>
                  </a:lnTo>
                  <a:lnTo>
                    <a:pt x="82225" y="52381"/>
                  </a:lnTo>
                  <a:lnTo>
                    <a:pt x="82401" y="52381"/>
                  </a:lnTo>
                  <a:lnTo>
                    <a:pt x="82752" y="52381"/>
                  </a:lnTo>
                  <a:lnTo>
                    <a:pt x="83279" y="52201"/>
                  </a:lnTo>
                  <a:lnTo>
                    <a:pt x="83631" y="52112"/>
                  </a:lnTo>
                  <a:lnTo>
                    <a:pt x="83982" y="52022"/>
                  </a:lnTo>
                  <a:lnTo>
                    <a:pt x="84246" y="51932"/>
                  </a:lnTo>
                  <a:lnTo>
                    <a:pt x="84949" y="51932"/>
                  </a:lnTo>
                  <a:lnTo>
                    <a:pt x="85388" y="51932"/>
                  </a:lnTo>
                  <a:lnTo>
                    <a:pt x="85915" y="51842"/>
                  </a:lnTo>
                  <a:lnTo>
                    <a:pt x="86267" y="51752"/>
                  </a:lnTo>
                  <a:lnTo>
                    <a:pt x="86794" y="51842"/>
                  </a:lnTo>
                  <a:lnTo>
                    <a:pt x="87233" y="51842"/>
                  </a:lnTo>
                  <a:lnTo>
                    <a:pt x="87673" y="51842"/>
                  </a:lnTo>
                  <a:lnTo>
                    <a:pt x="88376" y="51842"/>
                  </a:lnTo>
                  <a:lnTo>
                    <a:pt x="88639" y="51932"/>
                  </a:lnTo>
                  <a:lnTo>
                    <a:pt x="89078" y="51932"/>
                  </a:lnTo>
                  <a:lnTo>
                    <a:pt x="89518" y="51932"/>
                  </a:lnTo>
                  <a:lnTo>
                    <a:pt x="89957" y="51932"/>
                  </a:lnTo>
                  <a:lnTo>
                    <a:pt x="90396" y="51932"/>
                  </a:lnTo>
                  <a:lnTo>
                    <a:pt x="90748" y="52022"/>
                  </a:lnTo>
                  <a:lnTo>
                    <a:pt x="91012" y="52022"/>
                  </a:lnTo>
                  <a:lnTo>
                    <a:pt x="91363" y="52112"/>
                  </a:lnTo>
                  <a:lnTo>
                    <a:pt x="91627" y="52201"/>
                  </a:lnTo>
                  <a:lnTo>
                    <a:pt x="91978" y="52291"/>
                  </a:lnTo>
                  <a:lnTo>
                    <a:pt x="92330" y="52471"/>
                  </a:lnTo>
                  <a:lnTo>
                    <a:pt x="92681" y="52561"/>
                  </a:lnTo>
                  <a:lnTo>
                    <a:pt x="92945" y="52651"/>
                  </a:lnTo>
                  <a:lnTo>
                    <a:pt x="93208" y="52830"/>
                  </a:lnTo>
                  <a:lnTo>
                    <a:pt x="93560" y="52920"/>
                  </a:lnTo>
                  <a:lnTo>
                    <a:pt x="93823" y="53010"/>
                  </a:lnTo>
                  <a:lnTo>
                    <a:pt x="94087" y="53010"/>
                  </a:lnTo>
                  <a:lnTo>
                    <a:pt x="94350" y="53100"/>
                  </a:lnTo>
                  <a:lnTo>
                    <a:pt x="94614" y="53100"/>
                  </a:lnTo>
                  <a:lnTo>
                    <a:pt x="94878" y="53190"/>
                  </a:lnTo>
                  <a:lnTo>
                    <a:pt x="95141" y="53190"/>
                  </a:lnTo>
                  <a:lnTo>
                    <a:pt x="95317" y="53190"/>
                  </a:lnTo>
                  <a:lnTo>
                    <a:pt x="95581" y="53280"/>
                  </a:lnTo>
                  <a:lnTo>
                    <a:pt x="95844" y="53459"/>
                  </a:lnTo>
                  <a:lnTo>
                    <a:pt x="96108" y="53459"/>
                  </a:lnTo>
                  <a:lnTo>
                    <a:pt x="96459" y="53549"/>
                  </a:lnTo>
                  <a:lnTo>
                    <a:pt x="96811" y="53639"/>
                  </a:lnTo>
                  <a:lnTo>
                    <a:pt x="97250" y="53729"/>
                  </a:lnTo>
                  <a:lnTo>
                    <a:pt x="97514" y="53819"/>
                  </a:lnTo>
                  <a:lnTo>
                    <a:pt x="97953" y="53909"/>
                  </a:lnTo>
                  <a:lnTo>
                    <a:pt x="98304" y="54088"/>
                  </a:lnTo>
                  <a:lnTo>
                    <a:pt x="98744" y="54178"/>
                  </a:lnTo>
                  <a:lnTo>
                    <a:pt x="99095" y="54268"/>
                  </a:lnTo>
                  <a:lnTo>
                    <a:pt x="99447" y="54358"/>
                  </a:lnTo>
                  <a:lnTo>
                    <a:pt x="99710" y="54448"/>
                  </a:lnTo>
                  <a:lnTo>
                    <a:pt x="100062" y="54537"/>
                  </a:lnTo>
                  <a:lnTo>
                    <a:pt x="100501" y="54627"/>
                  </a:lnTo>
                  <a:lnTo>
                    <a:pt x="100765" y="54717"/>
                  </a:lnTo>
                  <a:lnTo>
                    <a:pt x="101116" y="54807"/>
                  </a:lnTo>
                  <a:lnTo>
                    <a:pt x="101556" y="54897"/>
                  </a:lnTo>
                  <a:lnTo>
                    <a:pt x="101731" y="54987"/>
                  </a:lnTo>
                  <a:lnTo>
                    <a:pt x="101995" y="55077"/>
                  </a:lnTo>
                  <a:lnTo>
                    <a:pt x="102346" y="55077"/>
                  </a:lnTo>
                  <a:lnTo>
                    <a:pt x="102698" y="55166"/>
                  </a:lnTo>
                  <a:lnTo>
                    <a:pt x="102961" y="55166"/>
                  </a:lnTo>
                  <a:lnTo>
                    <a:pt x="103313" y="55256"/>
                  </a:lnTo>
                  <a:lnTo>
                    <a:pt x="103664" y="55346"/>
                  </a:lnTo>
                  <a:lnTo>
                    <a:pt x="104104" y="55436"/>
                  </a:lnTo>
                  <a:lnTo>
                    <a:pt x="104455" y="55526"/>
                  </a:lnTo>
                  <a:lnTo>
                    <a:pt x="104807" y="55616"/>
                  </a:lnTo>
                  <a:lnTo>
                    <a:pt x="105070" y="55706"/>
                  </a:lnTo>
                  <a:lnTo>
                    <a:pt x="105246" y="55706"/>
                  </a:lnTo>
                  <a:lnTo>
                    <a:pt x="105510" y="55795"/>
                  </a:lnTo>
                  <a:lnTo>
                    <a:pt x="105773" y="55885"/>
                  </a:lnTo>
                  <a:lnTo>
                    <a:pt x="106037" y="55975"/>
                  </a:lnTo>
                  <a:lnTo>
                    <a:pt x="106300" y="56065"/>
                  </a:lnTo>
                  <a:lnTo>
                    <a:pt x="106652" y="56065"/>
                  </a:lnTo>
                  <a:lnTo>
                    <a:pt x="106915" y="56065"/>
                  </a:lnTo>
                  <a:lnTo>
                    <a:pt x="107179" y="56155"/>
                  </a:lnTo>
                  <a:lnTo>
                    <a:pt x="107443" y="56245"/>
                  </a:lnTo>
                  <a:lnTo>
                    <a:pt x="107706" y="56245"/>
                  </a:lnTo>
                  <a:lnTo>
                    <a:pt x="107970" y="56334"/>
                  </a:lnTo>
                  <a:lnTo>
                    <a:pt x="108233" y="56424"/>
                  </a:lnTo>
                  <a:lnTo>
                    <a:pt x="108673" y="56424"/>
                  </a:lnTo>
                  <a:lnTo>
                    <a:pt x="109112" y="56424"/>
                  </a:lnTo>
                  <a:lnTo>
                    <a:pt x="109464" y="56424"/>
                  </a:lnTo>
                  <a:lnTo>
                    <a:pt x="109639" y="56334"/>
                  </a:lnTo>
                  <a:lnTo>
                    <a:pt x="109903" y="56155"/>
                  </a:lnTo>
                  <a:lnTo>
                    <a:pt x="110254" y="56155"/>
                  </a:lnTo>
                  <a:lnTo>
                    <a:pt x="110606" y="56065"/>
                  </a:lnTo>
                  <a:lnTo>
                    <a:pt x="110782" y="56155"/>
                  </a:lnTo>
                  <a:lnTo>
                    <a:pt x="110957" y="56065"/>
                  </a:lnTo>
                  <a:lnTo>
                    <a:pt x="111309" y="55975"/>
                  </a:lnTo>
                  <a:lnTo>
                    <a:pt x="111660" y="55885"/>
                  </a:lnTo>
                  <a:lnTo>
                    <a:pt x="111924" y="55795"/>
                  </a:lnTo>
                  <a:lnTo>
                    <a:pt x="112275" y="55795"/>
                  </a:lnTo>
                  <a:lnTo>
                    <a:pt x="112627" y="55616"/>
                  </a:lnTo>
                  <a:lnTo>
                    <a:pt x="113066" y="55436"/>
                  </a:lnTo>
                  <a:lnTo>
                    <a:pt x="113418" y="55256"/>
                  </a:lnTo>
                  <a:lnTo>
                    <a:pt x="113681" y="55166"/>
                  </a:lnTo>
                  <a:lnTo>
                    <a:pt x="113857" y="55166"/>
                  </a:lnTo>
                  <a:lnTo>
                    <a:pt x="114120" y="55077"/>
                  </a:lnTo>
                  <a:lnTo>
                    <a:pt x="114384" y="54897"/>
                  </a:lnTo>
                  <a:lnTo>
                    <a:pt x="114735" y="54717"/>
                  </a:lnTo>
                  <a:lnTo>
                    <a:pt x="114999" y="54627"/>
                  </a:lnTo>
                  <a:lnTo>
                    <a:pt x="115351" y="54448"/>
                  </a:lnTo>
                  <a:lnTo>
                    <a:pt x="115702" y="54268"/>
                  </a:lnTo>
                  <a:lnTo>
                    <a:pt x="115966" y="54178"/>
                  </a:lnTo>
                  <a:lnTo>
                    <a:pt x="116229" y="54088"/>
                  </a:lnTo>
                  <a:lnTo>
                    <a:pt x="116581" y="53909"/>
                  </a:lnTo>
                  <a:lnTo>
                    <a:pt x="117108" y="53639"/>
                  </a:lnTo>
                  <a:lnTo>
                    <a:pt x="117635" y="53459"/>
                  </a:lnTo>
                  <a:lnTo>
                    <a:pt x="118074" y="53280"/>
                  </a:lnTo>
                  <a:lnTo>
                    <a:pt x="118514" y="53010"/>
                  </a:lnTo>
                  <a:lnTo>
                    <a:pt x="118865" y="52741"/>
                  </a:lnTo>
                  <a:lnTo>
                    <a:pt x="119305" y="52471"/>
                  </a:lnTo>
                  <a:lnTo>
                    <a:pt x="119744" y="52291"/>
                  </a:lnTo>
                  <a:lnTo>
                    <a:pt x="120183" y="52022"/>
                  </a:lnTo>
                  <a:lnTo>
                    <a:pt x="120623" y="51752"/>
                  </a:lnTo>
                  <a:lnTo>
                    <a:pt x="121150" y="51483"/>
                  </a:lnTo>
                  <a:lnTo>
                    <a:pt x="121765" y="51033"/>
                  </a:lnTo>
                  <a:lnTo>
                    <a:pt x="122380" y="50674"/>
                  </a:lnTo>
                  <a:lnTo>
                    <a:pt x="122731" y="50494"/>
                  </a:lnTo>
                  <a:lnTo>
                    <a:pt x="122995" y="50315"/>
                  </a:lnTo>
                  <a:lnTo>
                    <a:pt x="123259" y="50225"/>
                  </a:lnTo>
                  <a:lnTo>
                    <a:pt x="123786" y="49865"/>
                  </a:lnTo>
                  <a:lnTo>
                    <a:pt x="124313" y="49686"/>
                  </a:lnTo>
                  <a:lnTo>
                    <a:pt x="124840" y="49416"/>
                  </a:lnTo>
                  <a:lnTo>
                    <a:pt x="125367" y="49236"/>
                  </a:lnTo>
                  <a:lnTo>
                    <a:pt x="125895" y="49147"/>
                  </a:lnTo>
                  <a:lnTo>
                    <a:pt x="126334" y="49057"/>
                  </a:lnTo>
                  <a:lnTo>
                    <a:pt x="126861" y="48967"/>
                  </a:lnTo>
                  <a:lnTo>
                    <a:pt x="127300" y="48787"/>
                  </a:lnTo>
                  <a:lnTo>
                    <a:pt x="127652" y="48607"/>
                  </a:lnTo>
                  <a:lnTo>
                    <a:pt x="128179" y="48518"/>
                  </a:lnTo>
                  <a:lnTo>
                    <a:pt x="128706" y="48338"/>
                  </a:lnTo>
                  <a:lnTo>
                    <a:pt x="129233" y="48158"/>
                  </a:lnTo>
                  <a:lnTo>
                    <a:pt x="129761" y="48068"/>
                  </a:lnTo>
                  <a:lnTo>
                    <a:pt x="130112" y="47979"/>
                  </a:lnTo>
                  <a:lnTo>
                    <a:pt x="130639" y="47889"/>
                  </a:lnTo>
                  <a:lnTo>
                    <a:pt x="131167" y="47799"/>
                  </a:lnTo>
                  <a:lnTo>
                    <a:pt x="131782" y="47619"/>
                  </a:lnTo>
                  <a:lnTo>
                    <a:pt x="132397" y="47529"/>
                  </a:lnTo>
                  <a:lnTo>
                    <a:pt x="132836" y="47439"/>
                  </a:lnTo>
                  <a:lnTo>
                    <a:pt x="133363" y="47260"/>
                  </a:lnTo>
                  <a:lnTo>
                    <a:pt x="134066" y="47080"/>
                  </a:lnTo>
                  <a:lnTo>
                    <a:pt x="134769" y="46900"/>
                  </a:lnTo>
                  <a:lnTo>
                    <a:pt x="135384" y="46721"/>
                  </a:lnTo>
                  <a:lnTo>
                    <a:pt x="135999" y="46631"/>
                  </a:lnTo>
                  <a:lnTo>
                    <a:pt x="136614" y="46541"/>
                  </a:lnTo>
                  <a:lnTo>
                    <a:pt x="137317" y="46451"/>
                  </a:lnTo>
                  <a:lnTo>
                    <a:pt x="137493" y="46451"/>
                  </a:lnTo>
                  <a:lnTo>
                    <a:pt x="137932" y="46361"/>
                  </a:lnTo>
                  <a:lnTo>
                    <a:pt x="138635" y="46361"/>
                  </a:lnTo>
                  <a:lnTo>
                    <a:pt x="139514" y="46271"/>
                  </a:lnTo>
                  <a:lnTo>
                    <a:pt x="140129" y="46182"/>
                  </a:lnTo>
                  <a:lnTo>
                    <a:pt x="141008" y="46092"/>
                  </a:lnTo>
                  <a:lnTo>
                    <a:pt x="141623" y="46092"/>
                  </a:lnTo>
                  <a:lnTo>
                    <a:pt x="142326" y="46002"/>
                  </a:lnTo>
                  <a:lnTo>
                    <a:pt x="143028" y="46002"/>
                  </a:lnTo>
                  <a:lnTo>
                    <a:pt x="143468" y="46002"/>
                  </a:lnTo>
                  <a:lnTo>
                    <a:pt x="144171" y="45912"/>
                  </a:lnTo>
                  <a:lnTo>
                    <a:pt x="144962" y="45912"/>
                  </a:lnTo>
                  <a:lnTo>
                    <a:pt x="145489" y="45822"/>
                  </a:lnTo>
                  <a:lnTo>
                    <a:pt x="146016" y="45732"/>
                  </a:lnTo>
                  <a:lnTo>
                    <a:pt x="146455" y="45553"/>
                  </a:lnTo>
                  <a:lnTo>
                    <a:pt x="146631" y="45463"/>
                  </a:lnTo>
                  <a:lnTo>
                    <a:pt x="146807" y="45373"/>
                  </a:lnTo>
                  <a:lnTo>
                    <a:pt x="147334" y="45283"/>
                  </a:lnTo>
                  <a:lnTo>
                    <a:pt x="147685" y="45193"/>
                  </a:lnTo>
                  <a:lnTo>
                    <a:pt x="148652" y="45103"/>
                  </a:lnTo>
                  <a:lnTo>
                    <a:pt x="149267" y="45193"/>
                  </a:lnTo>
                  <a:lnTo>
                    <a:pt x="149794" y="45193"/>
                  </a:lnTo>
                  <a:lnTo>
                    <a:pt x="150321" y="45373"/>
                  </a:lnTo>
                  <a:lnTo>
                    <a:pt x="150936" y="45463"/>
                  </a:lnTo>
                  <a:lnTo>
                    <a:pt x="151376" y="45553"/>
                  </a:lnTo>
                  <a:lnTo>
                    <a:pt x="151903" y="45642"/>
                  </a:lnTo>
                  <a:lnTo>
                    <a:pt x="152342" y="45822"/>
                  </a:lnTo>
                  <a:lnTo>
                    <a:pt x="152782" y="46002"/>
                  </a:lnTo>
                  <a:lnTo>
                    <a:pt x="153133" y="46182"/>
                  </a:lnTo>
                  <a:lnTo>
                    <a:pt x="153485" y="46361"/>
                  </a:lnTo>
                  <a:lnTo>
                    <a:pt x="153748" y="46541"/>
                  </a:lnTo>
                  <a:lnTo>
                    <a:pt x="153924" y="46900"/>
                  </a:lnTo>
                  <a:lnTo>
                    <a:pt x="154188" y="47080"/>
                  </a:lnTo>
                  <a:lnTo>
                    <a:pt x="154363" y="47170"/>
                  </a:lnTo>
                  <a:lnTo>
                    <a:pt x="154627" y="47350"/>
                  </a:lnTo>
                  <a:lnTo>
                    <a:pt x="154890" y="47619"/>
                  </a:lnTo>
                  <a:lnTo>
                    <a:pt x="155066" y="47889"/>
                  </a:lnTo>
                  <a:lnTo>
                    <a:pt x="155418" y="48158"/>
                  </a:lnTo>
                  <a:lnTo>
                    <a:pt x="155593" y="48428"/>
                  </a:lnTo>
                  <a:lnTo>
                    <a:pt x="156560" y="49686"/>
                  </a:lnTo>
                  <a:lnTo>
                    <a:pt x="157087" y="50225"/>
                  </a:lnTo>
                  <a:lnTo>
                    <a:pt x="157526" y="50764"/>
                  </a:lnTo>
                  <a:lnTo>
                    <a:pt x="157878" y="51033"/>
                  </a:lnTo>
                  <a:lnTo>
                    <a:pt x="158142" y="51213"/>
                  </a:lnTo>
                  <a:lnTo>
                    <a:pt x="158493" y="51483"/>
                  </a:lnTo>
                  <a:lnTo>
                    <a:pt x="158844" y="51662"/>
                  </a:lnTo>
                  <a:lnTo>
                    <a:pt x="160075" y="52741"/>
                  </a:lnTo>
                  <a:lnTo>
                    <a:pt x="160250" y="52920"/>
                  </a:lnTo>
                  <a:lnTo>
                    <a:pt x="160953" y="53639"/>
                  </a:lnTo>
                  <a:lnTo>
                    <a:pt x="161480" y="54088"/>
                  </a:lnTo>
                  <a:lnTo>
                    <a:pt x="161656" y="54268"/>
                  </a:lnTo>
                  <a:lnTo>
                    <a:pt x="162711" y="56334"/>
                  </a:lnTo>
                  <a:lnTo>
                    <a:pt x="162798" y="56604"/>
                  </a:lnTo>
                  <a:lnTo>
                    <a:pt x="163150" y="57592"/>
                  </a:lnTo>
                  <a:lnTo>
                    <a:pt x="163326" y="58042"/>
                  </a:lnTo>
                  <a:lnTo>
                    <a:pt x="164029" y="59210"/>
                  </a:lnTo>
                  <a:lnTo>
                    <a:pt x="164468" y="59928"/>
                  </a:lnTo>
                  <a:lnTo>
                    <a:pt x="165259" y="60917"/>
                  </a:lnTo>
                  <a:lnTo>
                    <a:pt x="165610" y="61276"/>
                  </a:lnTo>
                  <a:lnTo>
                    <a:pt x="166313" y="62085"/>
                  </a:lnTo>
                  <a:lnTo>
                    <a:pt x="166928" y="63253"/>
                  </a:lnTo>
                  <a:lnTo>
                    <a:pt x="167895" y="64960"/>
                  </a:lnTo>
                  <a:lnTo>
                    <a:pt x="168334" y="65858"/>
                  </a:lnTo>
                  <a:lnTo>
                    <a:pt x="168510" y="66128"/>
                  </a:lnTo>
                  <a:lnTo>
                    <a:pt x="169388" y="67296"/>
                  </a:lnTo>
                  <a:lnTo>
                    <a:pt x="169828" y="67925"/>
                  </a:lnTo>
                  <a:lnTo>
                    <a:pt x="170267" y="68734"/>
                  </a:lnTo>
                  <a:lnTo>
                    <a:pt x="170619" y="69452"/>
                  </a:lnTo>
                  <a:lnTo>
                    <a:pt x="171849" y="70710"/>
                  </a:lnTo>
                  <a:lnTo>
                    <a:pt x="172552" y="71519"/>
                  </a:lnTo>
                  <a:lnTo>
                    <a:pt x="172903" y="71699"/>
                  </a:lnTo>
                  <a:lnTo>
                    <a:pt x="174924" y="72687"/>
                  </a:lnTo>
                  <a:lnTo>
                    <a:pt x="175100" y="72777"/>
                  </a:lnTo>
                  <a:lnTo>
                    <a:pt x="175363" y="72867"/>
                  </a:lnTo>
                  <a:lnTo>
                    <a:pt x="176769" y="73406"/>
                  </a:lnTo>
                  <a:lnTo>
                    <a:pt x="178351" y="73855"/>
                  </a:lnTo>
                  <a:lnTo>
                    <a:pt x="179142" y="74124"/>
                  </a:lnTo>
                  <a:lnTo>
                    <a:pt x="179405" y="74214"/>
                  </a:lnTo>
                  <a:lnTo>
                    <a:pt x="179932" y="74304"/>
                  </a:lnTo>
                  <a:lnTo>
                    <a:pt x="181075" y="74753"/>
                  </a:lnTo>
                  <a:lnTo>
                    <a:pt x="183183" y="74843"/>
                  </a:lnTo>
                  <a:lnTo>
                    <a:pt x="183535" y="74843"/>
                  </a:lnTo>
                  <a:lnTo>
                    <a:pt x="185907" y="74484"/>
                  </a:lnTo>
                  <a:lnTo>
                    <a:pt x="186171" y="74484"/>
                  </a:lnTo>
                  <a:lnTo>
                    <a:pt x="186347" y="74394"/>
                  </a:lnTo>
                  <a:lnTo>
                    <a:pt x="187928" y="74214"/>
                  </a:lnTo>
                  <a:lnTo>
                    <a:pt x="188983" y="74214"/>
                  </a:lnTo>
                  <a:lnTo>
                    <a:pt x="189158" y="74214"/>
                  </a:lnTo>
                  <a:lnTo>
                    <a:pt x="189510" y="74124"/>
                  </a:lnTo>
                  <a:lnTo>
                    <a:pt x="189686" y="74124"/>
                  </a:lnTo>
                  <a:lnTo>
                    <a:pt x="193112" y="74035"/>
                  </a:lnTo>
                  <a:lnTo>
                    <a:pt x="193288" y="74035"/>
                  </a:lnTo>
                  <a:lnTo>
                    <a:pt x="193903" y="73765"/>
                  </a:lnTo>
                  <a:lnTo>
                    <a:pt x="194255" y="73765"/>
                  </a:lnTo>
                  <a:lnTo>
                    <a:pt x="194782" y="73765"/>
                  </a:lnTo>
                  <a:lnTo>
                    <a:pt x="195309" y="73765"/>
                  </a:lnTo>
                  <a:lnTo>
                    <a:pt x="197418" y="73765"/>
                  </a:lnTo>
                  <a:lnTo>
                    <a:pt x="201196" y="73765"/>
                  </a:lnTo>
                  <a:lnTo>
                    <a:pt x="201372" y="73765"/>
                  </a:lnTo>
                  <a:lnTo>
                    <a:pt x="205238" y="73675"/>
                  </a:lnTo>
                  <a:lnTo>
                    <a:pt x="205853" y="73675"/>
                  </a:lnTo>
                  <a:lnTo>
                    <a:pt x="210422" y="73495"/>
                  </a:lnTo>
                  <a:lnTo>
                    <a:pt x="214815" y="73226"/>
                  </a:lnTo>
                  <a:lnTo>
                    <a:pt x="214991" y="73226"/>
                  </a:lnTo>
                  <a:lnTo>
                    <a:pt x="217451" y="73316"/>
                  </a:lnTo>
                  <a:lnTo>
                    <a:pt x="219209" y="73406"/>
                  </a:lnTo>
                  <a:lnTo>
                    <a:pt x="220878" y="73495"/>
                  </a:lnTo>
                  <a:lnTo>
                    <a:pt x="221845" y="73675"/>
                  </a:lnTo>
                  <a:lnTo>
                    <a:pt x="225447" y="74394"/>
                  </a:lnTo>
                  <a:lnTo>
                    <a:pt x="227995" y="75382"/>
                  </a:lnTo>
                  <a:lnTo>
                    <a:pt x="230719" y="76550"/>
                  </a:lnTo>
                  <a:lnTo>
                    <a:pt x="230983" y="76640"/>
                  </a:lnTo>
                  <a:lnTo>
                    <a:pt x="232125" y="77000"/>
                  </a:lnTo>
                  <a:lnTo>
                    <a:pt x="233004" y="77359"/>
                  </a:lnTo>
                  <a:lnTo>
                    <a:pt x="233707" y="77539"/>
                  </a:lnTo>
                  <a:lnTo>
                    <a:pt x="233882" y="77629"/>
                  </a:lnTo>
                  <a:lnTo>
                    <a:pt x="235113" y="77988"/>
                  </a:lnTo>
                  <a:lnTo>
                    <a:pt x="237133" y="78797"/>
                  </a:lnTo>
                  <a:lnTo>
                    <a:pt x="237661" y="78976"/>
                  </a:lnTo>
                  <a:lnTo>
                    <a:pt x="238539" y="79336"/>
                  </a:lnTo>
                  <a:lnTo>
                    <a:pt x="240736" y="80234"/>
                  </a:lnTo>
                  <a:lnTo>
                    <a:pt x="241439" y="80594"/>
                  </a:lnTo>
                  <a:lnTo>
                    <a:pt x="243284" y="81582"/>
                  </a:lnTo>
                  <a:lnTo>
                    <a:pt x="245656" y="82930"/>
                  </a:lnTo>
                  <a:lnTo>
                    <a:pt x="250665" y="85805"/>
                  </a:lnTo>
                  <a:lnTo>
                    <a:pt x="252159" y="86524"/>
                  </a:lnTo>
                  <a:lnTo>
                    <a:pt x="255498" y="88141"/>
                  </a:lnTo>
                  <a:lnTo>
                    <a:pt x="255849" y="88231"/>
                  </a:lnTo>
                  <a:lnTo>
                    <a:pt x="258749" y="89758"/>
                  </a:lnTo>
                  <a:lnTo>
                    <a:pt x="259539" y="90117"/>
                  </a:lnTo>
                  <a:lnTo>
                    <a:pt x="262175" y="91465"/>
                  </a:lnTo>
                  <a:lnTo>
                    <a:pt x="264548" y="92364"/>
                  </a:lnTo>
                  <a:lnTo>
                    <a:pt x="266129" y="92993"/>
                  </a:lnTo>
                  <a:lnTo>
                    <a:pt x="269205" y="94161"/>
                  </a:lnTo>
                  <a:lnTo>
                    <a:pt x="270786" y="94610"/>
                  </a:lnTo>
                  <a:lnTo>
                    <a:pt x="273071" y="95329"/>
                  </a:lnTo>
                  <a:lnTo>
                    <a:pt x="273334" y="95419"/>
                  </a:lnTo>
                  <a:lnTo>
                    <a:pt x="273510" y="95508"/>
                  </a:lnTo>
                  <a:lnTo>
                    <a:pt x="276146" y="96317"/>
                  </a:lnTo>
                  <a:lnTo>
                    <a:pt x="276322" y="96407"/>
                  </a:lnTo>
                  <a:lnTo>
                    <a:pt x="276585" y="96407"/>
                  </a:lnTo>
                  <a:lnTo>
                    <a:pt x="277903" y="96946"/>
                  </a:lnTo>
                  <a:lnTo>
                    <a:pt x="280539" y="97934"/>
                  </a:lnTo>
                  <a:lnTo>
                    <a:pt x="280803" y="98024"/>
                  </a:lnTo>
                  <a:lnTo>
                    <a:pt x="284493" y="99372"/>
                  </a:lnTo>
                  <a:lnTo>
                    <a:pt x="285987" y="100180"/>
                  </a:lnTo>
                  <a:lnTo>
                    <a:pt x="291171" y="102876"/>
                  </a:lnTo>
                  <a:lnTo>
                    <a:pt x="294071" y="104403"/>
                  </a:lnTo>
                  <a:lnTo>
                    <a:pt x="295565" y="105212"/>
                  </a:lnTo>
                  <a:lnTo>
                    <a:pt x="298376" y="106470"/>
                  </a:lnTo>
                  <a:lnTo>
                    <a:pt x="298991" y="106650"/>
                  </a:lnTo>
                  <a:lnTo>
                    <a:pt x="303121" y="108447"/>
                  </a:lnTo>
                  <a:lnTo>
                    <a:pt x="303385" y="108536"/>
                  </a:lnTo>
                  <a:lnTo>
                    <a:pt x="305054" y="109255"/>
                  </a:lnTo>
                  <a:lnTo>
                    <a:pt x="306636" y="109974"/>
                  </a:lnTo>
                  <a:lnTo>
                    <a:pt x="307514" y="110333"/>
                  </a:lnTo>
                  <a:lnTo>
                    <a:pt x="311381" y="111861"/>
                  </a:lnTo>
                  <a:lnTo>
                    <a:pt x="312786" y="112490"/>
                  </a:lnTo>
                  <a:lnTo>
                    <a:pt x="314632" y="113208"/>
                  </a:lnTo>
                  <a:lnTo>
                    <a:pt x="315071" y="113388"/>
                  </a:lnTo>
                  <a:lnTo>
                    <a:pt x="317092" y="114197"/>
                  </a:lnTo>
                  <a:lnTo>
                    <a:pt x="322715" y="115005"/>
                  </a:lnTo>
                  <a:lnTo>
                    <a:pt x="326581" y="115545"/>
                  </a:lnTo>
                  <a:lnTo>
                    <a:pt x="331326" y="115545"/>
                  </a:lnTo>
                  <a:lnTo>
                    <a:pt x="332293" y="115634"/>
                  </a:lnTo>
                  <a:lnTo>
                    <a:pt x="335983" y="115634"/>
                  </a:lnTo>
                  <a:lnTo>
                    <a:pt x="343891" y="115814"/>
                  </a:lnTo>
                  <a:lnTo>
                    <a:pt x="346000" y="115904"/>
                  </a:lnTo>
                  <a:lnTo>
                    <a:pt x="348372" y="116084"/>
                  </a:lnTo>
                  <a:lnTo>
                    <a:pt x="357247" y="116533"/>
                  </a:lnTo>
                  <a:lnTo>
                    <a:pt x="357862" y="116623"/>
                  </a:lnTo>
                  <a:lnTo>
                    <a:pt x="359971" y="117252"/>
                  </a:lnTo>
                  <a:lnTo>
                    <a:pt x="361552" y="117791"/>
                  </a:lnTo>
                  <a:lnTo>
                    <a:pt x="367967" y="118599"/>
                  </a:lnTo>
                  <a:lnTo>
                    <a:pt x="372448" y="119138"/>
                  </a:lnTo>
                  <a:lnTo>
                    <a:pt x="372624" y="119138"/>
                  </a:lnTo>
                  <a:lnTo>
                    <a:pt x="382816" y="119857"/>
                  </a:lnTo>
                  <a:lnTo>
                    <a:pt x="383783" y="119947"/>
                  </a:lnTo>
                  <a:lnTo>
                    <a:pt x="385891" y="120127"/>
                  </a:lnTo>
                  <a:lnTo>
                    <a:pt x="396347" y="121115"/>
                  </a:lnTo>
                  <a:lnTo>
                    <a:pt x="398720" y="121385"/>
                  </a:lnTo>
                  <a:lnTo>
                    <a:pt x="403201" y="120846"/>
                  </a:lnTo>
                  <a:lnTo>
                    <a:pt x="406364" y="120486"/>
                  </a:lnTo>
                  <a:lnTo>
                    <a:pt x="409703" y="120127"/>
                  </a:lnTo>
                  <a:lnTo>
                    <a:pt x="413657" y="119498"/>
                  </a:lnTo>
                  <a:lnTo>
                    <a:pt x="416732" y="119049"/>
                  </a:lnTo>
                  <a:lnTo>
                    <a:pt x="417084" y="118959"/>
                  </a:lnTo>
                  <a:lnTo>
                    <a:pt x="417963" y="118779"/>
                  </a:lnTo>
                  <a:lnTo>
                    <a:pt x="419808" y="118240"/>
                  </a:lnTo>
                  <a:lnTo>
                    <a:pt x="424201" y="117252"/>
                  </a:lnTo>
                  <a:lnTo>
                    <a:pt x="432109" y="115185"/>
                  </a:lnTo>
                  <a:lnTo>
                    <a:pt x="432812" y="115005"/>
                  </a:lnTo>
                  <a:lnTo>
                    <a:pt x="433076" y="115005"/>
                  </a:lnTo>
                  <a:lnTo>
                    <a:pt x="433515" y="114826"/>
                  </a:lnTo>
                  <a:lnTo>
                    <a:pt x="434657" y="114197"/>
                  </a:lnTo>
                  <a:lnTo>
                    <a:pt x="435975" y="113388"/>
                  </a:lnTo>
                  <a:lnTo>
                    <a:pt x="436854" y="112849"/>
                  </a:lnTo>
                  <a:lnTo>
                    <a:pt x="440984" y="110423"/>
                  </a:lnTo>
                  <a:lnTo>
                    <a:pt x="441335" y="109974"/>
                  </a:lnTo>
                  <a:lnTo>
                    <a:pt x="443092" y="107818"/>
                  </a:lnTo>
                  <a:lnTo>
                    <a:pt x="446343" y="104044"/>
                  </a:lnTo>
                  <a:lnTo>
                    <a:pt x="447310" y="102876"/>
                  </a:lnTo>
                  <a:lnTo>
                    <a:pt x="448277" y="101259"/>
                  </a:lnTo>
                  <a:lnTo>
                    <a:pt x="451615" y="94879"/>
                  </a:lnTo>
                  <a:lnTo>
                    <a:pt x="451791" y="94610"/>
                  </a:lnTo>
                  <a:lnTo>
                    <a:pt x="453812" y="89668"/>
                  </a:lnTo>
                  <a:lnTo>
                    <a:pt x="454076" y="88949"/>
                  </a:lnTo>
                  <a:lnTo>
                    <a:pt x="454515" y="88051"/>
                  </a:lnTo>
                  <a:lnTo>
                    <a:pt x="454779" y="87332"/>
                  </a:lnTo>
                  <a:lnTo>
                    <a:pt x="455218" y="86434"/>
                  </a:lnTo>
                  <a:lnTo>
                    <a:pt x="457327" y="83289"/>
                  </a:lnTo>
                  <a:lnTo>
                    <a:pt x="458381" y="81672"/>
                  </a:lnTo>
                  <a:lnTo>
                    <a:pt x="458908" y="80863"/>
                  </a:lnTo>
                  <a:lnTo>
                    <a:pt x="459260" y="80324"/>
                  </a:lnTo>
                  <a:lnTo>
                    <a:pt x="459963" y="79246"/>
                  </a:lnTo>
                  <a:lnTo>
                    <a:pt x="461281" y="73675"/>
                  </a:lnTo>
                  <a:lnTo>
                    <a:pt x="461456" y="73046"/>
                  </a:lnTo>
                  <a:lnTo>
                    <a:pt x="461984" y="69093"/>
                  </a:lnTo>
                  <a:lnTo>
                    <a:pt x="462247" y="67655"/>
                  </a:lnTo>
                  <a:lnTo>
                    <a:pt x="462687" y="64331"/>
                  </a:lnTo>
                  <a:lnTo>
                    <a:pt x="462687" y="60827"/>
                  </a:lnTo>
                  <a:lnTo>
                    <a:pt x="462687" y="60557"/>
                  </a:lnTo>
                  <a:lnTo>
                    <a:pt x="462862" y="59659"/>
                  </a:lnTo>
                  <a:lnTo>
                    <a:pt x="465762" y="50404"/>
                  </a:lnTo>
                  <a:lnTo>
                    <a:pt x="467519" y="39353"/>
                  </a:lnTo>
                  <a:lnTo>
                    <a:pt x="468310" y="36208"/>
                  </a:lnTo>
                  <a:lnTo>
                    <a:pt x="468749" y="34142"/>
                  </a:lnTo>
                  <a:lnTo>
                    <a:pt x="470682" y="24708"/>
                  </a:lnTo>
                  <a:lnTo>
                    <a:pt x="478590" y="8266"/>
                  </a:lnTo>
                  <a:lnTo>
                    <a:pt x="480963" y="5211"/>
                  </a:lnTo>
                  <a:lnTo>
                    <a:pt x="488783" y="179"/>
                  </a:lnTo>
                  <a:lnTo>
                    <a:pt x="489310" y="0"/>
                  </a:lnTo>
                  <a:lnTo>
                    <a:pt x="490452" y="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1916181" y="3818061"/>
              <a:ext cx="226871" cy="118150"/>
            </a:xfrm>
            <a:custGeom>
              <a:avLst/>
              <a:pathLst>
                <a:path w="226871" h="118150">
                  <a:moveTo>
                    <a:pt x="184255" y="8535"/>
                  </a:moveTo>
                  <a:lnTo>
                    <a:pt x="184519" y="9164"/>
                  </a:lnTo>
                  <a:lnTo>
                    <a:pt x="184958" y="10332"/>
                  </a:lnTo>
                  <a:lnTo>
                    <a:pt x="186628" y="14555"/>
                  </a:lnTo>
                  <a:lnTo>
                    <a:pt x="187067" y="15723"/>
                  </a:lnTo>
                  <a:lnTo>
                    <a:pt x="187419" y="16711"/>
                  </a:lnTo>
                  <a:lnTo>
                    <a:pt x="190318" y="23989"/>
                  </a:lnTo>
                  <a:lnTo>
                    <a:pt x="193921" y="33243"/>
                  </a:lnTo>
                  <a:lnTo>
                    <a:pt x="197523" y="42588"/>
                  </a:lnTo>
                  <a:lnTo>
                    <a:pt x="199720" y="48248"/>
                  </a:lnTo>
                  <a:lnTo>
                    <a:pt x="202356" y="54987"/>
                  </a:lnTo>
                  <a:lnTo>
                    <a:pt x="204816" y="61096"/>
                  </a:lnTo>
                  <a:lnTo>
                    <a:pt x="205343" y="62534"/>
                  </a:lnTo>
                  <a:lnTo>
                    <a:pt x="205695" y="63612"/>
                  </a:lnTo>
                  <a:lnTo>
                    <a:pt x="209825" y="74124"/>
                  </a:lnTo>
                  <a:lnTo>
                    <a:pt x="210088" y="74843"/>
                  </a:lnTo>
                  <a:lnTo>
                    <a:pt x="210703" y="76371"/>
                  </a:lnTo>
                  <a:lnTo>
                    <a:pt x="211494" y="78257"/>
                  </a:lnTo>
                  <a:lnTo>
                    <a:pt x="212461" y="80863"/>
                  </a:lnTo>
                  <a:lnTo>
                    <a:pt x="212724" y="81402"/>
                  </a:lnTo>
                  <a:lnTo>
                    <a:pt x="213603" y="83648"/>
                  </a:lnTo>
                  <a:lnTo>
                    <a:pt x="214130" y="84637"/>
                  </a:lnTo>
                  <a:lnTo>
                    <a:pt x="215712" y="87602"/>
                  </a:lnTo>
                  <a:lnTo>
                    <a:pt x="216239" y="88410"/>
                  </a:lnTo>
                  <a:lnTo>
                    <a:pt x="217030" y="89848"/>
                  </a:lnTo>
                  <a:lnTo>
                    <a:pt x="217205" y="90117"/>
                  </a:lnTo>
                  <a:lnTo>
                    <a:pt x="219841" y="94520"/>
                  </a:lnTo>
                  <a:lnTo>
                    <a:pt x="219929" y="94700"/>
                  </a:lnTo>
                  <a:lnTo>
                    <a:pt x="221774" y="97755"/>
                  </a:lnTo>
                  <a:lnTo>
                    <a:pt x="224586" y="102157"/>
                  </a:lnTo>
                  <a:lnTo>
                    <a:pt x="225728" y="104583"/>
                  </a:lnTo>
                  <a:lnTo>
                    <a:pt x="226431" y="106650"/>
                  </a:lnTo>
                  <a:lnTo>
                    <a:pt x="226871" y="108716"/>
                  </a:lnTo>
                  <a:lnTo>
                    <a:pt x="168879" y="117162"/>
                  </a:lnTo>
                  <a:lnTo>
                    <a:pt x="162640" y="118060"/>
                  </a:lnTo>
                  <a:lnTo>
                    <a:pt x="162025" y="118150"/>
                  </a:lnTo>
                  <a:lnTo>
                    <a:pt x="164046" y="111591"/>
                  </a:lnTo>
                  <a:lnTo>
                    <a:pt x="160619" y="111142"/>
                  </a:lnTo>
                  <a:lnTo>
                    <a:pt x="153766" y="110243"/>
                  </a:lnTo>
                  <a:lnTo>
                    <a:pt x="145770" y="109255"/>
                  </a:lnTo>
                  <a:lnTo>
                    <a:pt x="134874" y="107818"/>
                  </a:lnTo>
                  <a:lnTo>
                    <a:pt x="133029" y="107548"/>
                  </a:lnTo>
                  <a:lnTo>
                    <a:pt x="132590" y="107548"/>
                  </a:lnTo>
                  <a:lnTo>
                    <a:pt x="132502" y="107099"/>
                  </a:lnTo>
                  <a:lnTo>
                    <a:pt x="131360" y="99462"/>
                  </a:lnTo>
                  <a:lnTo>
                    <a:pt x="130481" y="93711"/>
                  </a:lnTo>
                  <a:lnTo>
                    <a:pt x="130481" y="93442"/>
                  </a:lnTo>
                  <a:lnTo>
                    <a:pt x="105966" y="96766"/>
                  </a:lnTo>
                  <a:lnTo>
                    <a:pt x="91996" y="98833"/>
                  </a:lnTo>
                  <a:lnTo>
                    <a:pt x="83736" y="100001"/>
                  </a:lnTo>
                  <a:lnTo>
                    <a:pt x="83385" y="100001"/>
                  </a:lnTo>
                  <a:lnTo>
                    <a:pt x="81012" y="100360"/>
                  </a:lnTo>
                  <a:lnTo>
                    <a:pt x="79079" y="100630"/>
                  </a:lnTo>
                  <a:lnTo>
                    <a:pt x="77322" y="100899"/>
                  </a:lnTo>
                  <a:lnTo>
                    <a:pt x="75125" y="101259"/>
                  </a:lnTo>
                  <a:lnTo>
                    <a:pt x="74071" y="101348"/>
                  </a:lnTo>
                  <a:lnTo>
                    <a:pt x="71083" y="101798"/>
                  </a:lnTo>
                  <a:lnTo>
                    <a:pt x="70556" y="101888"/>
                  </a:lnTo>
                  <a:lnTo>
                    <a:pt x="69063" y="102067"/>
                  </a:lnTo>
                  <a:lnTo>
                    <a:pt x="68096" y="102247"/>
                  </a:lnTo>
                  <a:lnTo>
                    <a:pt x="65811" y="102517"/>
                  </a:lnTo>
                  <a:lnTo>
                    <a:pt x="63878" y="102786"/>
                  </a:lnTo>
                  <a:lnTo>
                    <a:pt x="62473" y="103056"/>
                  </a:lnTo>
                  <a:lnTo>
                    <a:pt x="61770" y="103145"/>
                  </a:lnTo>
                  <a:lnTo>
                    <a:pt x="61330" y="103145"/>
                  </a:lnTo>
                  <a:lnTo>
                    <a:pt x="50347" y="104763"/>
                  </a:lnTo>
                  <a:lnTo>
                    <a:pt x="47447" y="105212"/>
                  </a:lnTo>
                  <a:lnTo>
                    <a:pt x="48502" y="112310"/>
                  </a:lnTo>
                  <a:lnTo>
                    <a:pt x="39100" y="113658"/>
                  </a:lnTo>
                  <a:lnTo>
                    <a:pt x="38836" y="113748"/>
                  </a:lnTo>
                  <a:lnTo>
                    <a:pt x="38573" y="113748"/>
                  </a:lnTo>
                  <a:lnTo>
                    <a:pt x="29435" y="115005"/>
                  </a:lnTo>
                  <a:lnTo>
                    <a:pt x="29259" y="115095"/>
                  </a:lnTo>
                  <a:lnTo>
                    <a:pt x="28644" y="115095"/>
                  </a:lnTo>
                  <a:lnTo>
                    <a:pt x="18891" y="116443"/>
                  </a:lnTo>
                  <a:lnTo>
                    <a:pt x="18539" y="113748"/>
                  </a:lnTo>
                  <a:lnTo>
                    <a:pt x="9050" y="115005"/>
                  </a:lnTo>
                  <a:lnTo>
                    <a:pt x="8523" y="115095"/>
                  </a:lnTo>
                  <a:lnTo>
                    <a:pt x="8435" y="114287"/>
                  </a:lnTo>
                  <a:lnTo>
                    <a:pt x="8083" y="111861"/>
                  </a:lnTo>
                  <a:lnTo>
                    <a:pt x="7820" y="109704"/>
                  </a:lnTo>
                  <a:lnTo>
                    <a:pt x="7732" y="109165"/>
                  </a:lnTo>
                  <a:lnTo>
                    <a:pt x="6326" y="98294"/>
                  </a:lnTo>
                  <a:lnTo>
                    <a:pt x="6238" y="97934"/>
                  </a:lnTo>
                  <a:lnTo>
                    <a:pt x="6150" y="97485"/>
                  </a:lnTo>
                  <a:lnTo>
                    <a:pt x="6150" y="97305"/>
                  </a:lnTo>
                  <a:lnTo>
                    <a:pt x="5096" y="90387"/>
                  </a:lnTo>
                  <a:lnTo>
                    <a:pt x="4481" y="86254"/>
                  </a:lnTo>
                  <a:lnTo>
                    <a:pt x="4393" y="85984"/>
                  </a:lnTo>
                  <a:lnTo>
                    <a:pt x="4305" y="85535"/>
                  </a:lnTo>
                  <a:lnTo>
                    <a:pt x="4129" y="83918"/>
                  </a:lnTo>
                  <a:lnTo>
                    <a:pt x="2284" y="72327"/>
                  </a:lnTo>
                  <a:lnTo>
                    <a:pt x="2020" y="70890"/>
                  </a:lnTo>
                  <a:lnTo>
                    <a:pt x="1493" y="67206"/>
                  </a:lnTo>
                  <a:lnTo>
                    <a:pt x="702" y="61636"/>
                  </a:lnTo>
                  <a:lnTo>
                    <a:pt x="0" y="57502"/>
                  </a:lnTo>
                  <a:lnTo>
                    <a:pt x="351" y="57143"/>
                  </a:lnTo>
                  <a:lnTo>
                    <a:pt x="615" y="56874"/>
                  </a:lnTo>
                  <a:lnTo>
                    <a:pt x="2460" y="55346"/>
                  </a:lnTo>
                  <a:lnTo>
                    <a:pt x="5535" y="52561"/>
                  </a:lnTo>
                  <a:lnTo>
                    <a:pt x="5711" y="52381"/>
                  </a:lnTo>
                  <a:lnTo>
                    <a:pt x="8962" y="49506"/>
                  </a:lnTo>
                  <a:lnTo>
                    <a:pt x="13707" y="45283"/>
                  </a:lnTo>
                  <a:lnTo>
                    <a:pt x="19067" y="40611"/>
                  </a:lnTo>
                  <a:lnTo>
                    <a:pt x="20912" y="38904"/>
                  </a:lnTo>
                  <a:lnTo>
                    <a:pt x="25481" y="39084"/>
                  </a:lnTo>
                  <a:lnTo>
                    <a:pt x="26535" y="39173"/>
                  </a:lnTo>
                  <a:lnTo>
                    <a:pt x="33916" y="39443"/>
                  </a:lnTo>
                  <a:lnTo>
                    <a:pt x="43581" y="39982"/>
                  </a:lnTo>
                  <a:lnTo>
                    <a:pt x="46305" y="39623"/>
                  </a:lnTo>
                  <a:lnTo>
                    <a:pt x="59134" y="37646"/>
                  </a:lnTo>
                  <a:lnTo>
                    <a:pt x="59924" y="26864"/>
                  </a:lnTo>
                  <a:lnTo>
                    <a:pt x="60715" y="17071"/>
                  </a:lnTo>
                  <a:lnTo>
                    <a:pt x="65548" y="16532"/>
                  </a:lnTo>
                  <a:lnTo>
                    <a:pt x="72929" y="15543"/>
                  </a:lnTo>
                  <a:lnTo>
                    <a:pt x="78201" y="14824"/>
                  </a:lnTo>
                  <a:lnTo>
                    <a:pt x="88481" y="13297"/>
                  </a:lnTo>
                  <a:lnTo>
                    <a:pt x="88832" y="13207"/>
                  </a:lnTo>
                  <a:lnTo>
                    <a:pt x="89975" y="13028"/>
                  </a:lnTo>
                  <a:lnTo>
                    <a:pt x="95598" y="12219"/>
                  </a:lnTo>
                  <a:lnTo>
                    <a:pt x="97356" y="11949"/>
                  </a:lnTo>
                  <a:lnTo>
                    <a:pt x="106845" y="10512"/>
                  </a:lnTo>
                  <a:lnTo>
                    <a:pt x="107724" y="10422"/>
                  </a:lnTo>
                  <a:lnTo>
                    <a:pt x="108427" y="10242"/>
                  </a:lnTo>
                  <a:lnTo>
                    <a:pt x="110272" y="9973"/>
                  </a:lnTo>
                  <a:lnTo>
                    <a:pt x="118356" y="8894"/>
                  </a:lnTo>
                  <a:lnTo>
                    <a:pt x="118531" y="8805"/>
                  </a:lnTo>
                  <a:lnTo>
                    <a:pt x="118795" y="8805"/>
                  </a:lnTo>
                  <a:lnTo>
                    <a:pt x="118971" y="8805"/>
                  </a:lnTo>
                  <a:lnTo>
                    <a:pt x="128109" y="7457"/>
                  </a:lnTo>
                  <a:lnTo>
                    <a:pt x="128900" y="7367"/>
                  </a:lnTo>
                  <a:lnTo>
                    <a:pt x="135050" y="6469"/>
                  </a:lnTo>
                  <a:lnTo>
                    <a:pt x="136017" y="6379"/>
                  </a:lnTo>
                  <a:lnTo>
                    <a:pt x="138038" y="6109"/>
                  </a:lnTo>
                  <a:lnTo>
                    <a:pt x="142343" y="5480"/>
                  </a:lnTo>
                  <a:lnTo>
                    <a:pt x="144013" y="5211"/>
                  </a:lnTo>
                  <a:lnTo>
                    <a:pt x="145946" y="4941"/>
                  </a:lnTo>
                  <a:lnTo>
                    <a:pt x="146385" y="4941"/>
                  </a:lnTo>
                  <a:lnTo>
                    <a:pt x="148582" y="4582"/>
                  </a:lnTo>
                  <a:lnTo>
                    <a:pt x="149109" y="4492"/>
                  </a:lnTo>
                  <a:lnTo>
                    <a:pt x="152184" y="4043"/>
                  </a:lnTo>
                  <a:lnTo>
                    <a:pt x="153854" y="3863"/>
                  </a:lnTo>
                  <a:lnTo>
                    <a:pt x="154820" y="3683"/>
                  </a:lnTo>
                  <a:lnTo>
                    <a:pt x="161849" y="2695"/>
                  </a:lnTo>
                  <a:lnTo>
                    <a:pt x="164749" y="2336"/>
                  </a:lnTo>
                  <a:lnTo>
                    <a:pt x="165101" y="2246"/>
                  </a:lnTo>
                  <a:lnTo>
                    <a:pt x="175645" y="718"/>
                  </a:lnTo>
                  <a:lnTo>
                    <a:pt x="176084" y="718"/>
                  </a:lnTo>
                  <a:lnTo>
                    <a:pt x="176435" y="628"/>
                  </a:lnTo>
                  <a:lnTo>
                    <a:pt x="178808" y="269"/>
                  </a:lnTo>
                  <a:lnTo>
                    <a:pt x="180653" y="0"/>
                  </a:lnTo>
                  <a:lnTo>
                    <a:pt x="180917" y="0"/>
                  </a:lnTo>
                  <a:lnTo>
                    <a:pt x="181092" y="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767880" y="2683635"/>
              <a:ext cx="46903" cy="224334"/>
            </a:xfrm>
            <a:custGeom>
              <a:avLst/>
              <a:pathLst>
                <a:path w="46903" h="224334">
                  <a:moveTo>
                    <a:pt x="3057" y="0"/>
                  </a:moveTo>
                  <a:lnTo>
                    <a:pt x="4727" y="9613"/>
                  </a:lnTo>
                  <a:lnTo>
                    <a:pt x="8593" y="29649"/>
                  </a:lnTo>
                  <a:lnTo>
                    <a:pt x="8681" y="30458"/>
                  </a:lnTo>
                  <a:lnTo>
                    <a:pt x="8681" y="30818"/>
                  </a:lnTo>
                  <a:lnTo>
                    <a:pt x="8681" y="31446"/>
                  </a:lnTo>
                  <a:lnTo>
                    <a:pt x="8769" y="32614"/>
                  </a:lnTo>
                  <a:lnTo>
                    <a:pt x="8856" y="35220"/>
                  </a:lnTo>
                  <a:lnTo>
                    <a:pt x="16325" y="72148"/>
                  </a:lnTo>
                  <a:lnTo>
                    <a:pt x="18082" y="80594"/>
                  </a:lnTo>
                  <a:lnTo>
                    <a:pt x="17995" y="83469"/>
                  </a:lnTo>
                  <a:lnTo>
                    <a:pt x="18082" y="84098"/>
                  </a:lnTo>
                  <a:lnTo>
                    <a:pt x="18434" y="86524"/>
                  </a:lnTo>
                  <a:lnTo>
                    <a:pt x="23442" y="111412"/>
                  </a:lnTo>
                  <a:lnTo>
                    <a:pt x="23706" y="112310"/>
                  </a:lnTo>
                  <a:lnTo>
                    <a:pt x="23794" y="112580"/>
                  </a:lnTo>
                  <a:lnTo>
                    <a:pt x="23794" y="112849"/>
                  </a:lnTo>
                  <a:lnTo>
                    <a:pt x="26869" y="126057"/>
                  </a:lnTo>
                  <a:lnTo>
                    <a:pt x="33020" y="152562"/>
                  </a:lnTo>
                  <a:lnTo>
                    <a:pt x="37062" y="171161"/>
                  </a:lnTo>
                  <a:lnTo>
                    <a:pt x="39961" y="184279"/>
                  </a:lnTo>
                  <a:lnTo>
                    <a:pt x="40752" y="187962"/>
                  </a:lnTo>
                  <a:lnTo>
                    <a:pt x="40928" y="188861"/>
                  </a:lnTo>
                  <a:lnTo>
                    <a:pt x="41718" y="192275"/>
                  </a:lnTo>
                  <a:lnTo>
                    <a:pt x="43212" y="199014"/>
                  </a:lnTo>
                  <a:lnTo>
                    <a:pt x="43739" y="201260"/>
                  </a:lnTo>
                  <a:lnTo>
                    <a:pt x="45497" y="210065"/>
                  </a:lnTo>
                  <a:lnTo>
                    <a:pt x="45936" y="211862"/>
                  </a:lnTo>
                  <a:lnTo>
                    <a:pt x="46639" y="215456"/>
                  </a:lnTo>
                  <a:lnTo>
                    <a:pt x="46903" y="216983"/>
                  </a:lnTo>
                  <a:lnTo>
                    <a:pt x="46903" y="217163"/>
                  </a:lnTo>
                  <a:lnTo>
                    <a:pt x="46200" y="217253"/>
                  </a:lnTo>
                  <a:lnTo>
                    <a:pt x="8944" y="223183"/>
                  </a:lnTo>
                  <a:lnTo>
                    <a:pt x="0" y="224334"/>
                  </a:lnTo>
                  <a:lnTo>
                    <a:pt x="0" y="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767880" y="2937859"/>
              <a:ext cx="37149" cy="256378"/>
            </a:xfrm>
            <a:custGeom>
              <a:avLst/>
              <a:pathLst>
                <a:path w="37149" h="256378">
                  <a:moveTo>
                    <a:pt x="4024" y="26822"/>
                  </a:moveTo>
                  <a:lnTo>
                    <a:pt x="9823" y="65277"/>
                  </a:lnTo>
                  <a:lnTo>
                    <a:pt x="9911" y="66355"/>
                  </a:lnTo>
                  <a:lnTo>
                    <a:pt x="12107" y="80731"/>
                  </a:lnTo>
                  <a:lnTo>
                    <a:pt x="12547" y="83426"/>
                  </a:lnTo>
                  <a:lnTo>
                    <a:pt x="12547" y="83606"/>
                  </a:lnTo>
                  <a:lnTo>
                    <a:pt x="12635" y="84235"/>
                  </a:lnTo>
                  <a:lnTo>
                    <a:pt x="12898" y="85852"/>
                  </a:lnTo>
                  <a:lnTo>
                    <a:pt x="13865" y="92052"/>
                  </a:lnTo>
                  <a:lnTo>
                    <a:pt x="14304" y="95017"/>
                  </a:lnTo>
                  <a:lnTo>
                    <a:pt x="14480" y="95825"/>
                  </a:lnTo>
                  <a:lnTo>
                    <a:pt x="14480" y="96095"/>
                  </a:lnTo>
                  <a:lnTo>
                    <a:pt x="14656" y="97083"/>
                  </a:lnTo>
                  <a:lnTo>
                    <a:pt x="15534" y="102654"/>
                  </a:lnTo>
                  <a:lnTo>
                    <a:pt x="16149" y="106877"/>
                  </a:lnTo>
                  <a:lnTo>
                    <a:pt x="17028" y="112897"/>
                  </a:lnTo>
                  <a:lnTo>
                    <a:pt x="17379" y="114873"/>
                  </a:lnTo>
                  <a:lnTo>
                    <a:pt x="18170" y="119995"/>
                  </a:lnTo>
                  <a:lnTo>
                    <a:pt x="18258" y="120893"/>
                  </a:lnTo>
                  <a:lnTo>
                    <a:pt x="18522" y="122600"/>
                  </a:lnTo>
                  <a:lnTo>
                    <a:pt x="19488" y="128620"/>
                  </a:lnTo>
                  <a:lnTo>
                    <a:pt x="20894" y="137785"/>
                  </a:lnTo>
                  <a:lnTo>
                    <a:pt x="21246" y="140570"/>
                  </a:lnTo>
                  <a:lnTo>
                    <a:pt x="21861" y="144523"/>
                  </a:lnTo>
                  <a:lnTo>
                    <a:pt x="22476" y="148387"/>
                  </a:lnTo>
                  <a:lnTo>
                    <a:pt x="22915" y="151172"/>
                  </a:lnTo>
                  <a:lnTo>
                    <a:pt x="23179" y="153328"/>
                  </a:lnTo>
                  <a:lnTo>
                    <a:pt x="23354" y="154317"/>
                  </a:lnTo>
                  <a:lnTo>
                    <a:pt x="24145" y="159618"/>
                  </a:lnTo>
                  <a:lnTo>
                    <a:pt x="25024" y="164919"/>
                  </a:lnTo>
                  <a:lnTo>
                    <a:pt x="25200" y="166536"/>
                  </a:lnTo>
                  <a:lnTo>
                    <a:pt x="27133" y="179025"/>
                  </a:lnTo>
                  <a:lnTo>
                    <a:pt x="28275" y="186482"/>
                  </a:lnTo>
                  <a:lnTo>
                    <a:pt x="29417" y="193940"/>
                  </a:lnTo>
                  <a:lnTo>
                    <a:pt x="29769" y="196186"/>
                  </a:lnTo>
                  <a:lnTo>
                    <a:pt x="29944" y="197713"/>
                  </a:lnTo>
                  <a:lnTo>
                    <a:pt x="30032" y="199061"/>
                  </a:lnTo>
                  <a:lnTo>
                    <a:pt x="30032" y="200319"/>
                  </a:lnTo>
                  <a:lnTo>
                    <a:pt x="30032" y="201217"/>
                  </a:lnTo>
                  <a:lnTo>
                    <a:pt x="30032" y="201397"/>
                  </a:lnTo>
                  <a:lnTo>
                    <a:pt x="30032" y="202386"/>
                  </a:lnTo>
                  <a:lnTo>
                    <a:pt x="30120" y="202835"/>
                  </a:lnTo>
                  <a:lnTo>
                    <a:pt x="30120" y="204272"/>
                  </a:lnTo>
                  <a:lnTo>
                    <a:pt x="30208" y="205530"/>
                  </a:lnTo>
                  <a:lnTo>
                    <a:pt x="30735" y="209394"/>
                  </a:lnTo>
                  <a:lnTo>
                    <a:pt x="31175" y="212449"/>
                  </a:lnTo>
                  <a:lnTo>
                    <a:pt x="31262" y="213077"/>
                  </a:lnTo>
                  <a:lnTo>
                    <a:pt x="31526" y="214425"/>
                  </a:lnTo>
                  <a:lnTo>
                    <a:pt x="33898" y="229340"/>
                  </a:lnTo>
                  <a:lnTo>
                    <a:pt x="34338" y="231946"/>
                  </a:lnTo>
                  <a:lnTo>
                    <a:pt x="36446" y="244974"/>
                  </a:lnTo>
                  <a:lnTo>
                    <a:pt x="36534" y="245872"/>
                  </a:lnTo>
                  <a:lnTo>
                    <a:pt x="36622" y="246142"/>
                  </a:lnTo>
                  <a:lnTo>
                    <a:pt x="36974" y="248118"/>
                  </a:lnTo>
                  <a:lnTo>
                    <a:pt x="37149" y="249197"/>
                  </a:lnTo>
                  <a:lnTo>
                    <a:pt x="34074" y="249736"/>
                  </a:lnTo>
                  <a:lnTo>
                    <a:pt x="27923" y="250634"/>
                  </a:lnTo>
                  <a:lnTo>
                    <a:pt x="24936" y="251083"/>
                  </a:lnTo>
                  <a:lnTo>
                    <a:pt x="15359" y="252431"/>
                  </a:lnTo>
                  <a:lnTo>
                    <a:pt x="13865" y="252701"/>
                  </a:lnTo>
                  <a:lnTo>
                    <a:pt x="11668" y="253060"/>
                  </a:lnTo>
                  <a:lnTo>
                    <a:pt x="8856" y="253689"/>
                  </a:lnTo>
                  <a:lnTo>
                    <a:pt x="8593" y="253689"/>
                  </a:lnTo>
                  <a:lnTo>
                    <a:pt x="5518" y="254587"/>
                  </a:lnTo>
                  <a:lnTo>
                    <a:pt x="1300" y="255935"/>
                  </a:lnTo>
                  <a:lnTo>
                    <a:pt x="0" y="256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9448" y="2238909"/>
              <a:ext cx="1868022" cy="1078876"/>
            </a:xfrm>
            <a:custGeom>
              <a:avLst/>
              <a:pathLst>
                <a:path w="1868022" h="1078876">
                  <a:moveTo>
                    <a:pt x="1867249" y="611664"/>
                  </a:moveTo>
                  <a:lnTo>
                    <a:pt x="1865316" y="611305"/>
                  </a:lnTo>
                  <a:lnTo>
                    <a:pt x="1862944" y="610946"/>
                  </a:lnTo>
                  <a:lnTo>
                    <a:pt x="1860835" y="610856"/>
                  </a:lnTo>
                  <a:lnTo>
                    <a:pt x="1859078" y="610856"/>
                  </a:lnTo>
                  <a:lnTo>
                    <a:pt x="1856793" y="611215"/>
                  </a:lnTo>
                  <a:lnTo>
                    <a:pt x="1854772" y="611395"/>
                  </a:lnTo>
                  <a:lnTo>
                    <a:pt x="1852663" y="611754"/>
                  </a:lnTo>
                  <a:lnTo>
                    <a:pt x="1849676" y="611395"/>
                  </a:lnTo>
                  <a:lnTo>
                    <a:pt x="1847655" y="611125"/>
                  </a:lnTo>
                  <a:lnTo>
                    <a:pt x="1844755" y="610676"/>
                  </a:lnTo>
                  <a:lnTo>
                    <a:pt x="1843262" y="610496"/>
                  </a:lnTo>
                  <a:lnTo>
                    <a:pt x="1841592" y="610856"/>
                  </a:lnTo>
                  <a:lnTo>
                    <a:pt x="1839835" y="610946"/>
                  </a:lnTo>
                  <a:lnTo>
                    <a:pt x="1836496" y="610946"/>
                  </a:lnTo>
                  <a:lnTo>
                    <a:pt x="1834914" y="611215"/>
                  </a:lnTo>
                  <a:lnTo>
                    <a:pt x="1833421" y="611305"/>
                  </a:lnTo>
                  <a:lnTo>
                    <a:pt x="1831927" y="611664"/>
                  </a:lnTo>
                  <a:lnTo>
                    <a:pt x="1830960" y="611664"/>
                  </a:lnTo>
                  <a:lnTo>
                    <a:pt x="1829642" y="612114"/>
                  </a:lnTo>
                  <a:lnTo>
                    <a:pt x="1828764" y="612024"/>
                  </a:lnTo>
                  <a:lnTo>
                    <a:pt x="1828588" y="612024"/>
                  </a:lnTo>
                  <a:lnTo>
                    <a:pt x="1827534" y="612024"/>
                  </a:lnTo>
                  <a:lnTo>
                    <a:pt x="1826216" y="612114"/>
                  </a:lnTo>
                  <a:lnTo>
                    <a:pt x="1824370" y="612114"/>
                  </a:lnTo>
                  <a:lnTo>
                    <a:pt x="1822877" y="612473"/>
                  </a:lnTo>
                  <a:lnTo>
                    <a:pt x="1821734" y="613012"/>
                  </a:lnTo>
                  <a:lnTo>
                    <a:pt x="1820241" y="613371"/>
                  </a:lnTo>
                  <a:lnTo>
                    <a:pt x="1818659" y="613731"/>
                  </a:lnTo>
                  <a:lnTo>
                    <a:pt x="1817165" y="613821"/>
                  </a:lnTo>
                  <a:lnTo>
                    <a:pt x="1816023" y="614000"/>
                  </a:lnTo>
                  <a:lnTo>
                    <a:pt x="1814442" y="614899"/>
                  </a:lnTo>
                  <a:lnTo>
                    <a:pt x="1812333" y="616516"/>
                  </a:lnTo>
                  <a:lnTo>
                    <a:pt x="1810400" y="618133"/>
                  </a:lnTo>
                  <a:lnTo>
                    <a:pt x="1808730" y="619212"/>
                  </a:lnTo>
                  <a:lnTo>
                    <a:pt x="1806885" y="619841"/>
                  </a:lnTo>
                  <a:lnTo>
                    <a:pt x="1804513" y="620739"/>
                  </a:lnTo>
                  <a:lnTo>
                    <a:pt x="1802492" y="621817"/>
                  </a:lnTo>
                  <a:lnTo>
                    <a:pt x="1802316" y="621817"/>
                  </a:lnTo>
                  <a:lnTo>
                    <a:pt x="1800295" y="622716"/>
                  </a:lnTo>
                  <a:lnTo>
                    <a:pt x="1798274" y="623524"/>
                  </a:lnTo>
                  <a:lnTo>
                    <a:pt x="1794935" y="624692"/>
                  </a:lnTo>
                  <a:lnTo>
                    <a:pt x="1793705" y="624962"/>
                  </a:lnTo>
                  <a:lnTo>
                    <a:pt x="1792211" y="625411"/>
                  </a:lnTo>
                  <a:lnTo>
                    <a:pt x="1790805" y="625681"/>
                  </a:lnTo>
                  <a:lnTo>
                    <a:pt x="1788609" y="626220"/>
                  </a:lnTo>
                  <a:lnTo>
                    <a:pt x="1787291" y="626400"/>
                  </a:lnTo>
                  <a:lnTo>
                    <a:pt x="1786149" y="626759"/>
                  </a:lnTo>
                  <a:lnTo>
                    <a:pt x="1784743" y="626669"/>
                  </a:lnTo>
                  <a:lnTo>
                    <a:pt x="1783513" y="626310"/>
                  </a:lnTo>
                  <a:lnTo>
                    <a:pt x="1780701" y="626939"/>
                  </a:lnTo>
                  <a:lnTo>
                    <a:pt x="1778592" y="627657"/>
                  </a:lnTo>
                  <a:lnTo>
                    <a:pt x="1776132" y="628196"/>
                  </a:lnTo>
                  <a:lnTo>
                    <a:pt x="1773408" y="628556"/>
                  </a:lnTo>
                  <a:lnTo>
                    <a:pt x="1771299" y="629364"/>
                  </a:lnTo>
                  <a:lnTo>
                    <a:pt x="1769278" y="630263"/>
                  </a:lnTo>
                  <a:lnTo>
                    <a:pt x="1766994" y="631431"/>
                  </a:lnTo>
                  <a:lnTo>
                    <a:pt x="1765588" y="632240"/>
                  </a:lnTo>
                  <a:lnTo>
                    <a:pt x="1763743" y="633408"/>
                  </a:lnTo>
                  <a:lnTo>
                    <a:pt x="1761810" y="634935"/>
                  </a:lnTo>
                  <a:lnTo>
                    <a:pt x="1760228" y="636283"/>
                  </a:lnTo>
                  <a:lnTo>
                    <a:pt x="1758910" y="637720"/>
                  </a:lnTo>
                  <a:lnTo>
                    <a:pt x="1757680" y="638799"/>
                  </a:lnTo>
                  <a:lnTo>
                    <a:pt x="1756801" y="639248"/>
                  </a:lnTo>
                  <a:lnTo>
                    <a:pt x="1755395" y="639787"/>
                  </a:lnTo>
                  <a:lnTo>
                    <a:pt x="1753902" y="639967"/>
                  </a:lnTo>
                  <a:lnTo>
                    <a:pt x="1752232" y="640146"/>
                  </a:lnTo>
                  <a:lnTo>
                    <a:pt x="1750563" y="640416"/>
                  </a:lnTo>
                  <a:lnTo>
                    <a:pt x="1748981" y="640775"/>
                  </a:lnTo>
                  <a:lnTo>
                    <a:pt x="1747136" y="641314"/>
                  </a:lnTo>
                  <a:lnTo>
                    <a:pt x="1745818" y="641674"/>
                  </a:lnTo>
                  <a:lnTo>
                    <a:pt x="1744500" y="641674"/>
                  </a:lnTo>
                  <a:lnTo>
                    <a:pt x="1743006" y="641674"/>
                  </a:lnTo>
                  <a:lnTo>
                    <a:pt x="1741600" y="641674"/>
                  </a:lnTo>
                  <a:lnTo>
                    <a:pt x="1740194" y="641674"/>
                  </a:lnTo>
                  <a:lnTo>
                    <a:pt x="1738964" y="641584"/>
                  </a:lnTo>
                  <a:lnTo>
                    <a:pt x="1737295" y="641404"/>
                  </a:lnTo>
                  <a:lnTo>
                    <a:pt x="1735889" y="641314"/>
                  </a:lnTo>
                  <a:lnTo>
                    <a:pt x="1734659" y="641045"/>
                  </a:lnTo>
                  <a:lnTo>
                    <a:pt x="1733077" y="640775"/>
                  </a:lnTo>
                  <a:lnTo>
                    <a:pt x="1730529" y="640236"/>
                  </a:lnTo>
                  <a:lnTo>
                    <a:pt x="1728947" y="640326"/>
                  </a:lnTo>
                  <a:lnTo>
                    <a:pt x="1728069" y="640326"/>
                  </a:lnTo>
                  <a:lnTo>
                    <a:pt x="1726399" y="639967"/>
                  </a:lnTo>
                  <a:lnTo>
                    <a:pt x="1724818" y="640056"/>
                  </a:lnTo>
                  <a:lnTo>
                    <a:pt x="1724378" y="640056"/>
                  </a:lnTo>
                  <a:lnTo>
                    <a:pt x="1723060" y="640326"/>
                  </a:lnTo>
                  <a:lnTo>
                    <a:pt x="1722709" y="640236"/>
                  </a:lnTo>
                  <a:lnTo>
                    <a:pt x="1721567" y="640416"/>
                  </a:lnTo>
                  <a:lnTo>
                    <a:pt x="1720776" y="640506"/>
                  </a:lnTo>
                  <a:lnTo>
                    <a:pt x="1719370" y="641045"/>
                  </a:lnTo>
                  <a:lnTo>
                    <a:pt x="1717964" y="641584"/>
                  </a:lnTo>
                  <a:lnTo>
                    <a:pt x="1716822" y="642123"/>
                  </a:lnTo>
                  <a:lnTo>
                    <a:pt x="1715767" y="642482"/>
                  </a:lnTo>
                  <a:lnTo>
                    <a:pt x="1715592" y="642482"/>
                  </a:lnTo>
                  <a:lnTo>
                    <a:pt x="1714449" y="642932"/>
                  </a:lnTo>
                  <a:lnTo>
                    <a:pt x="1713483" y="643471"/>
                  </a:lnTo>
                  <a:lnTo>
                    <a:pt x="1712341" y="644279"/>
                  </a:lnTo>
                  <a:lnTo>
                    <a:pt x="1711286" y="645178"/>
                  </a:lnTo>
                  <a:lnTo>
                    <a:pt x="1710496" y="645627"/>
                  </a:lnTo>
                  <a:lnTo>
                    <a:pt x="1709529" y="646346"/>
                  </a:lnTo>
                  <a:lnTo>
                    <a:pt x="1708475" y="646975"/>
                  </a:lnTo>
                  <a:lnTo>
                    <a:pt x="1707684" y="647694"/>
                  </a:lnTo>
                  <a:lnTo>
                    <a:pt x="1706629" y="648412"/>
                  </a:lnTo>
                  <a:lnTo>
                    <a:pt x="1703203" y="649311"/>
                  </a:lnTo>
                  <a:lnTo>
                    <a:pt x="1699512" y="649311"/>
                  </a:lnTo>
                  <a:lnTo>
                    <a:pt x="1692834" y="649311"/>
                  </a:lnTo>
                  <a:lnTo>
                    <a:pt x="1689495" y="649311"/>
                  </a:lnTo>
                  <a:lnTo>
                    <a:pt x="1686684" y="650569"/>
                  </a:lnTo>
                  <a:lnTo>
                    <a:pt x="1683257" y="651288"/>
                  </a:lnTo>
                  <a:lnTo>
                    <a:pt x="1679742" y="649401"/>
                  </a:lnTo>
                  <a:lnTo>
                    <a:pt x="1677546" y="649311"/>
                  </a:lnTo>
                  <a:lnTo>
                    <a:pt x="1674822" y="651288"/>
                  </a:lnTo>
                  <a:lnTo>
                    <a:pt x="1673064" y="653624"/>
                  </a:lnTo>
                  <a:lnTo>
                    <a:pt x="1670604" y="654253"/>
                  </a:lnTo>
                  <a:lnTo>
                    <a:pt x="1667880" y="655510"/>
                  </a:lnTo>
                  <a:lnTo>
                    <a:pt x="1665508" y="656319"/>
                  </a:lnTo>
                  <a:lnTo>
                    <a:pt x="1662696" y="656049"/>
                  </a:lnTo>
                  <a:lnTo>
                    <a:pt x="1660060" y="655241"/>
                  </a:lnTo>
                  <a:lnTo>
                    <a:pt x="1657161" y="655510"/>
                  </a:lnTo>
                  <a:lnTo>
                    <a:pt x="1653558" y="657487"/>
                  </a:lnTo>
                  <a:lnTo>
                    <a:pt x="1651361" y="659104"/>
                  </a:lnTo>
                  <a:lnTo>
                    <a:pt x="1647144" y="658925"/>
                  </a:lnTo>
                  <a:lnTo>
                    <a:pt x="1642750" y="659733"/>
                  </a:lnTo>
                  <a:lnTo>
                    <a:pt x="1639851" y="661710"/>
                  </a:lnTo>
                  <a:lnTo>
                    <a:pt x="1638269" y="664855"/>
                  </a:lnTo>
                  <a:lnTo>
                    <a:pt x="1635809" y="666741"/>
                  </a:lnTo>
                  <a:lnTo>
                    <a:pt x="1632822" y="667730"/>
                  </a:lnTo>
                  <a:lnTo>
                    <a:pt x="1629834" y="668269"/>
                  </a:lnTo>
                  <a:lnTo>
                    <a:pt x="1626935" y="669617"/>
                  </a:lnTo>
                  <a:lnTo>
                    <a:pt x="1622893" y="669886"/>
                  </a:lnTo>
                  <a:lnTo>
                    <a:pt x="1619642" y="669886"/>
                  </a:lnTo>
                  <a:lnTo>
                    <a:pt x="1615951" y="669886"/>
                  </a:lnTo>
                  <a:lnTo>
                    <a:pt x="1612524" y="669796"/>
                  </a:lnTo>
                  <a:lnTo>
                    <a:pt x="1608483" y="669347"/>
                  </a:lnTo>
                  <a:lnTo>
                    <a:pt x="1606286" y="669527"/>
                  </a:lnTo>
                  <a:lnTo>
                    <a:pt x="1603914" y="670066"/>
                  </a:lnTo>
                  <a:lnTo>
                    <a:pt x="1601541" y="670066"/>
                  </a:lnTo>
                  <a:lnTo>
                    <a:pt x="1599169" y="669886"/>
                  </a:lnTo>
                  <a:lnTo>
                    <a:pt x="1596181" y="670335"/>
                  </a:lnTo>
                  <a:lnTo>
                    <a:pt x="1592403" y="669886"/>
                  </a:lnTo>
                  <a:lnTo>
                    <a:pt x="1590206" y="670605"/>
                  </a:lnTo>
                  <a:lnTo>
                    <a:pt x="1587922" y="670874"/>
                  </a:lnTo>
                  <a:lnTo>
                    <a:pt x="1586077" y="670964"/>
                  </a:lnTo>
                  <a:lnTo>
                    <a:pt x="1582738" y="670066"/>
                  </a:lnTo>
                  <a:lnTo>
                    <a:pt x="1579575" y="670066"/>
                  </a:lnTo>
                  <a:lnTo>
                    <a:pt x="1577202" y="670874"/>
                  </a:lnTo>
                  <a:lnTo>
                    <a:pt x="1574478" y="673031"/>
                  </a:lnTo>
                  <a:lnTo>
                    <a:pt x="1571667" y="675547"/>
                  </a:lnTo>
                  <a:lnTo>
                    <a:pt x="1568415" y="675996"/>
                  </a:lnTo>
                  <a:lnTo>
                    <a:pt x="1563934" y="676355"/>
                  </a:lnTo>
                  <a:lnTo>
                    <a:pt x="1559189" y="677883"/>
                  </a:lnTo>
                  <a:lnTo>
                    <a:pt x="1556026" y="679410"/>
                  </a:lnTo>
                  <a:lnTo>
                    <a:pt x="1554093" y="680488"/>
                  </a:lnTo>
                  <a:lnTo>
                    <a:pt x="1551194" y="681656"/>
                  </a:lnTo>
                  <a:lnTo>
                    <a:pt x="1547679" y="681297"/>
                  </a:lnTo>
                  <a:lnTo>
                    <a:pt x="1544076" y="680758"/>
                  </a:lnTo>
                  <a:lnTo>
                    <a:pt x="1540298" y="680758"/>
                  </a:lnTo>
                  <a:lnTo>
                    <a:pt x="1536432" y="682016"/>
                  </a:lnTo>
                  <a:lnTo>
                    <a:pt x="1534148" y="684082"/>
                  </a:lnTo>
                  <a:lnTo>
                    <a:pt x="1532127" y="685789"/>
                  </a:lnTo>
                  <a:lnTo>
                    <a:pt x="1531336" y="686508"/>
                  </a:lnTo>
                  <a:lnTo>
                    <a:pt x="1528173" y="688844"/>
                  </a:lnTo>
                  <a:lnTo>
                    <a:pt x="1525185" y="690911"/>
                  </a:lnTo>
                  <a:lnTo>
                    <a:pt x="1521583" y="691899"/>
                  </a:lnTo>
                  <a:lnTo>
                    <a:pt x="1518507" y="692079"/>
                  </a:lnTo>
                  <a:lnTo>
                    <a:pt x="1515783" y="692708"/>
                  </a:lnTo>
                  <a:lnTo>
                    <a:pt x="1512093" y="695493"/>
                  </a:lnTo>
                  <a:lnTo>
                    <a:pt x="1508666" y="698458"/>
                  </a:lnTo>
                  <a:lnTo>
                    <a:pt x="1505240" y="698817"/>
                  </a:lnTo>
                  <a:lnTo>
                    <a:pt x="1501725" y="700345"/>
                  </a:lnTo>
                  <a:lnTo>
                    <a:pt x="1497507" y="701782"/>
                  </a:lnTo>
                  <a:lnTo>
                    <a:pt x="1494696" y="702771"/>
                  </a:lnTo>
                  <a:lnTo>
                    <a:pt x="1491532" y="704298"/>
                  </a:lnTo>
                  <a:lnTo>
                    <a:pt x="1487930" y="706185"/>
                  </a:lnTo>
                  <a:lnTo>
                    <a:pt x="1483185" y="707892"/>
                  </a:lnTo>
                  <a:lnTo>
                    <a:pt x="1479846" y="708790"/>
                  </a:lnTo>
                  <a:lnTo>
                    <a:pt x="1475189" y="709240"/>
                  </a:lnTo>
                  <a:lnTo>
                    <a:pt x="1471938" y="710498"/>
                  </a:lnTo>
                  <a:lnTo>
                    <a:pt x="1467281" y="713463"/>
                  </a:lnTo>
                  <a:lnTo>
                    <a:pt x="1463591" y="714092"/>
                  </a:lnTo>
                  <a:lnTo>
                    <a:pt x="1458934" y="715260"/>
                  </a:lnTo>
                  <a:lnTo>
                    <a:pt x="1454892" y="716517"/>
                  </a:lnTo>
                  <a:lnTo>
                    <a:pt x="1450147" y="717955"/>
                  </a:lnTo>
                  <a:lnTo>
                    <a:pt x="1446369" y="719482"/>
                  </a:lnTo>
                  <a:lnTo>
                    <a:pt x="1443382" y="720920"/>
                  </a:lnTo>
                  <a:lnTo>
                    <a:pt x="1439691" y="721279"/>
                  </a:lnTo>
                  <a:lnTo>
                    <a:pt x="1434507" y="721729"/>
                  </a:lnTo>
                  <a:lnTo>
                    <a:pt x="1428796" y="722447"/>
                  </a:lnTo>
                  <a:lnTo>
                    <a:pt x="1425457" y="723885"/>
                  </a:lnTo>
                  <a:lnTo>
                    <a:pt x="1420888" y="724873"/>
                  </a:lnTo>
                  <a:lnTo>
                    <a:pt x="1416407" y="725233"/>
                  </a:lnTo>
                  <a:lnTo>
                    <a:pt x="1414386" y="724424"/>
                  </a:lnTo>
                  <a:lnTo>
                    <a:pt x="1410871" y="724334"/>
                  </a:lnTo>
                  <a:lnTo>
                    <a:pt x="1407356" y="724334"/>
                  </a:lnTo>
                  <a:lnTo>
                    <a:pt x="1402084" y="722717"/>
                  </a:lnTo>
                  <a:lnTo>
                    <a:pt x="1397340" y="722447"/>
                  </a:lnTo>
                  <a:lnTo>
                    <a:pt x="1392595" y="722537"/>
                  </a:lnTo>
                  <a:lnTo>
                    <a:pt x="1387762" y="724155"/>
                  </a:lnTo>
                  <a:lnTo>
                    <a:pt x="1383017" y="724334"/>
                  </a:lnTo>
                  <a:lnTo>
                    <a:pt x="1379063" y="722717"/>
                  </a:lnTo>
                  <a:lnTo>
                    <a:pt x="1373879" y="723256"/>
                  </a:lnTo>
                  <a:lnTo>
                    <a:pt x="1367904" y="723256"/>
                  </a:lnTo>
                  <a:lnTo>
                    <a:pt x="1361929" y="725143"/>
                  </a:lnTo>
                  <a:lnTo>
                    <a:pt x="1357009" y="726760"/>
                  </a:lnTo>
                  <a:lnTo>
                    <a:pt x="1353318" y="728198"/>
                  </a:lnTo>
                  <a:lnTo>
                    <a:pt x="1348662" y="730534"/>
                  </a:lnTo>
                  <a:lnTo>
                    <a:pt x="1343741" y="732600"/>
                  </a:lnTo>
                  <a:lnTo>
                    <a:pt x="1338908" y="734577"/>
                  </a:lnTo>
                  <a:lnTo>
                    <a:pt x="1333461" y="737003"/>
                  </a:lnTo>
                  <a:lnTo>
                    <a:pt x="1328013" y="738800"/>
                  </a:lnTo>
                  <a:lnTo>
                    <a:pt x="1324059" y="739249"/>
                  </a:lnTo>
                  <a:lnTo>
                    <a:pt x="1319929" y="739608"/>
                  </a:lnTo>
                  <a:lnTo>
                    <a:pt x="1316239" y="740866"/>
                  </a:lnTo>
                  <a:lnTo>
                    <a:pt x="1314218" y="742304"/>
                  </a:lnTo>
                  <a:lnTo>
                    <a:pt x="1311494" y="744910"/>
                  </a:lnTo>
                  <a:lnTo>
                    <a:pt x="1309122" y="747964"/>
                  </a:lnTo>
                  <a:lnTo>
                    <a:pt x="1306046" y="750300"/>
                  </a:lnTo>
                  <a:lnTo>
                    <a:pt x="1305343" y="750390"/>
                  </a:lnTo>
                  <a:lnTo>
                    <a:pt x="1301653" y="751648"/>
                  </a:lnTo>
                  <a:lnTo>
                    <a:pt x="1297523" y="752547"/>
                  </a:lnTo>
                  <a:lnTo>
                    <a:pt x="1293745" y="753625"/>
                  </a:lnTo>
                  <a:lnTo>
                    <a:pt x="1290582" y="753894"/>
                  </a:lnTo>
                  <a:lnTo>
                    <a:pt x="1285837" y="753984"/>
                  </a:lnTo>
                  <a:lnTo>
                    <a:pt x="1281795" y="756230"/>
                  </a:lnTo>
                  <a:lnTo>
                    <a:pt x="1276875" y="759016"/>
                  </a:lnTo>
                  <a:lnTo>
                    <a:pt x="1273096" y="759914"/>
                  </a:lnTo>
                  <a:lnTo>
                    <a:pt x="1270548" y="759375"/>
                  </a:lnTo>
                  <a:lnTo>
                    <a:pt x="1265891" y="759016"/>
                  </a:lnTo>
                  <a:lnTo>
                    <a:pt x="1263431" y="759735"/>
                  </a:lnTo>
                  <a:lnTo>
                    <a:pt x="1260180" y="762610"/>
                  </a:lnTo>
                  <a:lnTo>
                    <a:pt x="1257808" y="764137"/>
                  </a:lnTo>
                  <a:lnTo>
                    <a:pt x="1253766" y="763328"/>
                  </a:lnTo>
                  <a:lnTo>
                    <a:pt x="1250778" y="763508"/>
                  </a:lnTo>
                  <a:lnTo>
                    <a:pt x="1247791" y="766653"/>
                  </a:lnTo>
                  <a:lnTo>
                    <a:pt x="1246034" y="769708"/>
                  </a:lnTo>
                  <a:lnTo>
                    <a:pt x="1244364" y="772134"/>
                  </a:lnTo>
                  <a:lnTo>
                    <a:pt x="1236632" y="777165"/>
                  </a:lnTo>
                  <a:lnTo>
                    <a:pt x="1226966" y="781478"/>
                  </a:lnTo>
                  <a:lnTo>
                    <a:pt x="1222310" y="782736"/>
                  </a:lnTo>
                  <a:lnTo>
                    <a:pt x="1217741" y="783904"/>
                  </a:lnTo>
                  <a:lnTo>
                    <a:pt x="1206845" y="786420"/>
                  </a:lnTo>
                  <a:lnTo>
                    <a:pt x="1199728" y="789474"/>
                  </a:lnTo>
                  <a:lnTo>
                    <a:pt x="1190414" y="795404"/>
                  </a:lnTo>
                  <a:lnTo>
                    <a:pt x="1182067" y="796842"/>
                  </a:lnTo>
                  <a:lnTo>
                    <a:pt x="1181452" y="796932"/>
                  </a:lnTo>
                  <a:lnTo>
                    <a:pt x="1170293" y="799358"/>
                  </a:lnTo>
                  <a:lnTo>
                    <a:pt x="1167920" y="800526"/>
                  </a:lnTo>
                  <a:lnTo>
                    <a:pt x="1163439" y="802772"/>
                  </a:lnTo>
                  <a:lnTo>
                    <a:pt x="1161682" y="804569"/>
                  </a:lnTo>
                  <a:lnTo>
                    <a:pt x="1160364" y="806006"/>
                  </a:lnTo>
                  <a:lnTo>
                    <a:pt x="1158343" y="807983"/>
                  </a:lnTo>
                  <a:lnTo>
                    <a:pt x="1156585" y="809870"/>
                  </a:lnTo>
                  <a:lnTo>
                    <a:pt x="1153598" y="812925"/>
                  </a:lnTo>
                  <a:lnTo>
                    <a:pt x="1147008" y="819753"/>
                  </a:lnTo>
                  <a:lnTo>
                    <a:pt x="1146744" y="820292"/>
                  </a:lnTo>
                  <a:lnTo>
                    <a:pt x="1143054" y="827211"/>
                  </a:lnTo>
                  <a:lnTo>
                    <a:pt x="1140506" y="836196"/>
                  </a:lnTo>
                  <a:lnTo>
                    <a:pt x="1139452" y="838352"/>
                  </a:lnTo>
                  <a:lnTo>
                    <a:pt x="1139364" y="838621"/>
                  </a:lnTo>
                  <a:lnTo>
                    <a:pt x="1137079" y="843024"/>
                  </a:lnTo>
                  <a:lnTo>
                    <a:pt x="1135234" y="850751"/>
                  </a:lnTo>
                  <a:lnTo>
                    <a:pt x="1134970" y="860365"/>
                  </a:lnTo>
                  <a:lnTo>
                    <a:pt x="1129083" y="867732"/>
                  </a:lnTo>
                  <a:lnTo>
                    <a:pt x="1121966" y="876448"/>
                  </a:lnTo>
                  <a:lnTo>
                    <a:pt x="1117573" y="886061"/>
                  </a:lnTo>
                  <a:lnTo>
                    <a:pt x="1108523" y="893159"/>
                  </a:lnTo>
                  <a:lnTo>
                    <a:pt x="1104569" y="896214"/>
                  </a:lnTo>
                  <a:lnTo>
                    <a:pt x="1102020" y="897562"/>
                  </a:lnTo>
                  <a:lnTo>
                    <a:pt x="1087522" y="904930"/>
                  </a:lnTo>
                  <a:lnTo>
                    <a:pt x="1072673" y="910141"/>
                  </a:lnTo>
                  <a:lnTo>
                    <a:pt x="1071970" y="910500"/>
                  </a:lnTo>
                  <a:lnTo>
                    <a:pt x="1066434" y="913016"/>
                  </a:lnTo>
                  <a:lnTo>
                    <a:pt x="1055978" y="917868"/>
                  </a:lnTo>
                  <a:lnTo>
                    <a:pt x="1047719" y="919305"/>
                  </a:lnTo>
                  <a:lnTo>
                    <a:pt x="1037702" y="920923"/>
                  </a:lnTo>
                  <a:lnTo>
                    <a:pt x="1016614" y="921282"/>
                  </a:lnTo>
                  <a:lnTo>
                    <a:pt x="1010639" y="922270"/>
                  </a:lnTo>
                  <a:lnTo>
                    <a:pt x="1005016" y="923259"/>
                  </a:lnTo>
                  <a:lnTo>
                    <a:pt x="997371" y="924606"/>
                  </a:lnTo>
                  <a:lnTo>
                    <a:pt x="990781" y="925774"/>
                  </a:lnTo>
                  <a:lnTo>
                    <a:pt x="979183" y="927751"/>
                  </a:lnTo>
                  <a:lnTo>
                    <a:pt x="964246" y="929368"/>
                  </a:lnTo>
                  <a:lnTo>
                    <a:pt x="960643" y="929818"/>
                  </a:lnTo>
                  <a:lnTo>
                    <a:pt x="959940" y="929907"/>
                  </a:lnTo>
                  <a:lnTo>
                    <a:pt x="955283" y="930357"/>
                  </a:lnTo>
                  <a:lnTo>
                    <a:pt x="949748" y="930896"/>
                  </a:lnTo>
                  <a:lnTo>
                    <a:pt x="934459" y="931525"/>
                  </a:lnTo>
                  <a:lnTo>
                    <a:pt x="929890" y="931704"/>
                  </a:lnTo>
                  <a:lnTo>
                    <a:pt x="903091" y="936287"/>
                  </a:lnTo>
                  <a:lnTo>
                    <a:pt x="876994" y="944373"/>
                  </a:lnTo>
                  <a:lnTo>
                    <a:pt x="838070" y="950662"/>
                  </a:lnTo>
                  <a:lnTo>
                    <a:pt x="830250" y="951381"/>
                  </a:lnTo>
                  <a:lnTo>
                    <a:pt x="817948" y="953627"/>
                  </a:lnTo>
                  <a:lnTo>
                    <a:pt x="810480" y="955065"/>
                  </a:lnTo>
                  <a:lnTo>
                    <a:pt x="798178" y="958120"/>
                  </a:lnTo>
                  <a:lnTo>
                    <a:pt x="759605" y="967734"/>
                  </a:lnTo>
                  <a:lnTo>
                    <a:pt x="736232" y="973484"/>
                  </a:lnTo>
                  <a:lnTo>
                    <a:pt x="705918" y="983816"/>
                  </a:lnTo>
                  <a:lnTo>
                    <a:pt x="688872" y="987860"/>
                  </a:lnTo>
                  <a:lnTo>
                    <a:pt x="686588" y="987860"/>
                  </a:lnTo>
                  <a:lnTo>
                    <a:pt x="682722" y="988219"/>
                  </a:lnTo>
                  <a:lnTo>
                    <a:pt x="679471" y="988489"/>
                  </a:lnTo>
                  <a:lnTo>
                    <a:pt x="675077" y="988039"/>
                  </a:lnTo>
                  <a:lnTo>
                    <a:pt x="670596" y="989028"/>
                  </a:lnTo>
                  <a:lnTo>
                    <a:pt x="661546" y="989028"/>
                  </a:lnTo>
                  <a:lnTo>
                    <a:pt x="657768" y="988489"/>
                  </a:lnTo>
                  <a:lnTo>
                    <a:pt x="654517" y="988399"/>
                  </a:lnTo>
                  <a:lnTo>
                    <a:pt x="651090" y="988758"/>
                  </a:lnTo>
                  <a:lnTo>
                    <a:pt x="645642" y="989297"/>
                  </a:lnTo>
                  <a:lnTo>
                    <a:pt x="640458" y="990106"/>
                  </a:lnTo>
                  <a:lnTo>
                    <a:pt x="637910" y="989746"/>
                  </a:lnTo>
                  <a:lnTo>
                    <a:pt x="636943" y="989836"/>
                  </a:lnTo>
                  <a:lnTo>
                    <a:pt x="636153" y="989926"/>
                  </a:lnTo>
                  <a:lnTo>
                    <a:pt x="629650" y="992891"/>
                  </a:lnTo>
                  <a:lnTo>
                    <a:pt x="628860" y="993161"/>
                  </a:lnTo>
                  <a:lnTo>
                    <a:pt x="626487" y="994239"/>
                  </a:lnTo>
                  <a:lnTo>
                    <a:pt x="625257" y="995137"/>
                  </a:lnTo>
                  <a:lnTo>
                    <a:pt x="622797" y="995587"/>
                  </a:lnTo>
                  <a:lnTo>
                    <a:pt x="618667" y="997743"/>
                  </a:lnTo>
                  <a:lnTo>
                    <a:pt x="614977" y="998372"/>
                  </a:lnTo>
                  <a:lnTo>
                    <a:pt x="606014" y="1003314"/>
                  </a:lnTo>
                  <a:lnTo>
                    <a:pt x="594240" y="1009693"/>
                  </a:lnTo>
                  <a:lnTo>
                    <a:pt x="588793" y="1012927"/>
                  </a:lnTo>
                  <a:lnTo>
                    <a:pt x="576755" y="1022002"/>
                  </a:lnTo>
                  <a:lnTo>
                    <a:pt x="564805" y="1029819"/>
                  </a:lnTo>
                  <a:lnTo>
                    <a:pt x="542926" y="1037905"/>
                  </a:lnTo>
                  <a:lnTo>
                    <a:pt x="537391" y="1039522"/>
                  </a:lnTo>
                  <a:lnTo>
                    <a:pt x="527374" y="1041319"/>
                  </a:lnTo>
                  <a:lnTo>
                    <a:pt x="522014" y="1043027"/>
                  </a:lnTo>
                  <a:lnTo>
                    <a:pt x="517269" y="1045093"/>
                  </a:lnTo>
                  <a:lnTo>
                    <a:pt x="511294" y="1049406"/>
                  </a:lnTo>
                  <a:lnTo>
                    <a:pt x="509186" y="1052371"/>
                  </a:lnTo>
                  <a:lnTo>
                    <a:pt x="508922" y="1052550"/>
                  </a:lnTo>
                  <a:lnTo>
                    <a:pt x="507955" y="1053179"/>
                  </a:lnTo>
                  <a:lnTo>
                    <a:pt x="502332" y="1054887"/>
                  </a:lnTo>
                  <a:lnTo>
                    <a:pt x="497851" y="1057043"/>
                  </a:lnTo>
                  <a:lnTo>
                    <a:pt x="494951" y="1057402"/>
                  </a:lnTo>
                  <a:lnTo>
                    <a:pt x="486428" y="1058660"/>
                  </a:lnTo>
                  <a:lnTo>
                    <a:pt x="478169" y="1061715"/>
                  </a:lnTo>
                  <a:lnTo>
                    <a:pt x="469646" y="1064321"/>
                  </a:lnTo>
                  <a:lnTo>
                    <a:pt x="457959" y="1066387"/>
                  </a:lnTo>
                  <a:lnTo>
                    <a:pt x="453566" y="1066477"/>
                  </a:lnTo>
                  <a:lnTo>
                    <a:pt x="448118" y="1067375"/>
                  </a:lnTo>
                  <a:lnTo>
                    <a:pt x="437487" y="1071598"/>
                  </a:lnTo>
                  <a:lnTo>
                    <a:pt x="434323" y="1072766"/>
                  </a:lnTo>
                  <a:lnTo>
                    <a:pt x="427118" y="1074473"/>
                  </a:lnTo>
                  <a:lnTo>
                    <a:pt x="421583" y="1074653"/>
                  </a:lnTo>
                  <a:lnTo>
                    <a:pt x="415696" y="1074384"/>
                  </a:lnTo>
                  <a:lnTo>
                    <a:pt x="410336" y="1074024"/>
                  </a:lnTo>
                  <a:lnTo>
                    <a:pt x="409809" y="1073934"/>
                  </a:lnTo>
                  <a:lnTo>
                    <a:pt x="398825" y="1075013"/>
                  </a:lnTo>
                  <a:lnTo>
                    <a:pt x="394959" y="1075282"/>
                  </a:lnTo>
                  <a:lnTo>
                    <a:pt x="385470" y="1078427"/>
                  </a:lnTo>
                  <a:lnTo>
                    <a:pt x="373871" y="1078876"/>
                  </a:lnTo>
                  <a:lnTo>
                    <a:pt x="360164" y="1074384"/>
                  </a:lnTo>
                  <a:lnTo>
                    <a:pt x="353926" y="1074473"/>
                  </a:lnTo>
                  <a:lnTo>
                    <a:pt x="346369" y="1074384"/>
                  </a:lnTo>
                  <a:lnTo>
                    <a:pt x="334243" y="1074473"/>
                  </a:lnTo>
                  <a:lnTo>
                    <a:pt x="321415" y="1075192"/>
                  </a:lnTo>
                  <a:lnTo>
                    <a:pt x="307620" y="1072856"/>
                  </a:lnTo>
                  <a:lnTo>
                    <a:pt x="305950" y="1072766"/>
                  </a:lnTo>
                  <a:lnTo>
                    <a:pt x="305775" y="1072677"/>
                  </a:lnTo>
                  <a:lnTo>
                    <a:pt x="302524" y="1072137"/>
                  </a:lnTo>
                  <a:lnTo>
                    <a:pt x="289344" y="1069891"/>
                  </a:lnTo>
                  <a:lnTo>
                    <a:pt x="288114" y="1069891"/>
                  </a:lnTo>
                  <a:lnTo>
                    <a:pt x="284950" y="1069352"/>
                  </a:lnTo>
                  <a:lnTo>
                    <a:pt x="283193" y="1069083"/>
                  </a:lnTo>
                  <a:lnTo>
                    <a:pt x="276955" y="1067375"/>
                  </a:lnTo>
                  <a:lnTo>
                    <a:pt x="270013" y="1065219"/>
                  </a:lnTo>
                  <a:lnTo>
                    <a:pt x="265620" y="1065219"/>
                  </a:lnTo>
                  <a:lnTo>
                    <a:pt x="265444" y="1065219"/>
                  </a:lnTo>
                  <a:lnTo>
                    <a:pt x="263950" y="1064860"/>
                  </a:lnTo>
                  <a:lnTo>
                    <a:pt x="263335" y="1064860"/>
                  </a:lnTo>
                  <a:lnTo>
                    <a:pt x="258766" y="1064590"/>
                  </a:lnTo>
                  <a:lnTo>
                    <a:pt x="256042" y="1064770"/>
                  </a:lnTo>
                  <a:lnTo>
                    <a:pt x="252176" y="1064860"/>
                  </a:lnTo>
                  <a:lnTo>
                    <a:pt x="249804" y="1065309"/>
                  </a:lnTo>
                  <a:lnTo>
                    <a:pt x="249364" y="1065309"/>
                  </a:lnTo>
                  <a:lnTo>
                    <a:pt x="241808" y="1065578"/>
                  </a:lnTo>
                  <a:lnTo>
                    <a:pt x="237590" y="1065309"/>
                  </a:lnTo>
                  <a:lnTo>
                    <a:pt x="233812" y="1064770"/>
                  </a:lnTo>
                  <a:lnTo>
                    <a:pt x="228013" y="1063422"/>
                  </a:lnTo>
                  <a:lnTo>
                    <a:pt x="223092" y="1063063"/>
                  </a:lnTo>
                  <a:lnTo>
                    <a:pt x="213779" y="1062613"/>
                  </a:lnTo>
                  <a:lnTo>
                    <a:pt x="205431" y="1062074"/>
                  </a:lnTo>
                  <a:lnTo>
                    <a:pt x="197348" y="1061625"/>
                  </a:lnTo>
                  <a:lnTo>
                    <a:pt x="191900" y="1061625"/>
                  </a:lnTo>
                  <a:lnTo>
                    <a:pt x="188824" y="1063782"/>
                  </a:lnTo>
                  <a:lnTo>
                    <a:pt x="152536" y="1064410"/>
                  </a:lnTo>
                  <a:lnTo>
                    <a:pt x="150603" y="1059020"/>
                  </a:lnTo>
                  <a:lnTo>
                    <a:pt x="153326" y="1052371"/>
                  </a:lnTo>
                  <a:lnTo>
                    <a:pt x="155347" y="1043655"/>
                  </a:lnTo>
                  <a:lnTo>
                    <a:pt x="155611" y="1039612"/>
                  </a:lnTo>
                  <a:lnTo>
                    <a:pt x="154908" y="1038983"/>
                  </a:lnTo>
                  <a:lnTo>
                    <a:pt x="154381" y="1036018"/>
                  </a:lnTo>
                  <a:lnTo>
                    <a:pt x="153854" y="1033143"/>
                  </a:lnTo>
                  <a:lnTo>
                    <a:pt x="153942" y="1031346"/>
                  </a:lnTo>
                  <a:lnTo>
                    <a:pt x="154293" y="1026764"/>
                  </a:lnTo>
                  <a:lnTo>
                    <a:pt x="151745" y="1026944"/>
                  </a:lnTo>
                  <a:lnTo>
                    <a:pt x="149197" y="1026225"/>
                  </a:lnTo>
                  <a:lnTo>
                    <a:pt x="149021" y="1026135"/>
                  </a:lnTo>
                  <a:lnTo>
                    <a:pt x="148494" y="1024787"/>
                  </a:lnTo>
                  <a:lnTo>
                    <a:pt x="147879" y="1023080"/>
                  </a:lnTo>
                  <a:lnTo>
                    <a:pt x="143749" y="1012837"/>
                  </a:lnTo>
                  <a:lnTo>
                    <a:pt x="142167" y="1012478"/>
                  </a:lnTo>
                  <a:lnTo>
                    <a:pt x="139795" y="1012298"/>
                  </a:lnTo>
                  <a:lnTo>
                    <a:pt x="137247" y="1010861"/>
                  </a:lnTo>
                  <a:lnTo>
                    <a:pt x="135402" y="1009423"/>
                  </a:lnTo>
                  <a:lnTo>
                    <a:pt x="134084" y="1006189"/>
                  </a:lnTo>
                  <a:lnTo>
                    <a:pt x="134611" y="1003314"/>
                  </a:lnTo>
                  <a:lnTo>
                    <a:pt x="135753" y="1000798"/>
                  </a:lnTo>
                  <a:lnTo>
                    <a:pt x="135665" y="998731"/>
                  </a:lnTo>
                  <a:lnTo>
                    <a:pt x="137247" y="997833"/>
                  </a:lnTo>
                  <a:lnTo>
                    <a:pt x="140146" y="993251"/>
                  </a:lnTo>
                  <a:lnTo>
                    <a:pt x="138301" y="986871"/>
                  </a:lnTo>
                  <a:lnTo>
                    <a:pt x="133644" y="981391"/>
                  </a:lnTo>
                  <a:lnTo>
                    <a:pt x="128636" y="978336"/>
                  </a:lnTo>
                  <a:lnTo>
                    <a:pt x="126967" y="975371"/>
                  </a:lnTo>
                  <a:lnTo>
                    <a:pt x="125297" y="971597"/>
                  </a:lnTo>
                  <a:lnTo>
                    <a:pt x="123891" y="967644"/>
                  </a:lnTo>
                  <a:lnTo>
                    <a:pt x="121870" y="963601"/>
                  </a:lnTo>
                  <a:lnTo>
                    <a:pt x="118619" y="960096"/>
                  </a:lnTo>
                  <a:lnTo>
                    <a:pt x="113699" y="958839"/>
                  </a:lnTo>
                  <a:lnTo>
                    <a:pt x="109130" y="956772"/>
                  </a:lnTo>
                  <a:lnTo>
                    <a:pt x="106054" y="955334"/>
                  </a:lnTo>
                  <a:lnTo>
                    <a:pt x="102100" y="954526"/>
                  </a:lnTo>
                  <a:lnTo>
                    <a:pt x="98937" y="952729"/>
                  </a:lnTo>
                  <a:lnTo>
                    <a:pt x="97004" y="949764"/>
                  </a:lnTo>
                  <a:lnTo>
                    <a:pt x="95335" y="944643"/>
                  </a:lnTo>
                  <a:lnTo>
                    <a:pt x="90941" y="942576"/>
                  </a:lnTo>
                  <a:lnTo>
                    <a:pt x="89184" y="939701"/>
                  </a:lnTo>
                  <a:lnTo>
                    <a:pt x="88042" y="935927"/>
                  </a:lnTo>
                  <a:lnTo>
                    <a:pt x="85054" y="931255"/>
                  </a:lnTo>
                  <a:lnTo>
                    <a:pt x="80573" y="931255"/>
                  </a:lnTo>
                  <a:lnTo>
                    <a:pt x="76180" y="931255"/>
                  </a:lnTo>
                  <a:lnTo>
                    <a:pt x="72050" y="928650"/>
                  </a:lnTo>
                  <a:lnTo>
                    <a:pt x="70644" y="928380"/>
                  </a:lnTo>
                  <a:lnTo>
                    <a:pt x="56849" y="925685"/>
                  </a:lnTo>
                  <a:lnTo>
                    <a:pt x="41648" y="918676"/>
                  </a:lnTo>
                  <a:lnTo>
                    <a:pt x="30928" y="915442"/>
                  </a:lnTo>
                  <a:lnTo>
                    <a:pt x="20648" y="910410"/>
                  </a:lnTo>
                  <a:lnTo>
                    <a:pt x="5184" y="876627"/>
                  </a:lnTo>
                  <a:lnTo>
                    <a:pt x="966" y="864498"/>
                  </a:lnTo>
                  <a:lnTo>
                    <a:pt x="1142" y="859197"/>
                  </a:lnTo>
                  <a:lnTo>
                    <a:pt x="878" y="854435"/>
                  </a:lnTo>
                  <a:lnTo>
                    <a:pt x="0" y="841047"/>
                  </a:lnTo>
                  <a:lnTo>
                    <a:pt x="3163" y="826402"/>
                  </a:lnTo>
                  <a:lnTo>
                    <a:pt x="13619" y="814273"/>
                  </a:lnTo>
                  <a:lnTo>
                    <a:pt x="24426" y="804838"/>
                  </a:lnTo>
                  <a:lnTo>
                    <a:pt x="28908" y="794057"/>
                  </a:lnTo>
                  <a:lnTo>
                    <a:pt x="33477" y="787947"/>
                  </a:lnTo>
                  <a:lnTo>
                    <a:pt x="38836" y="773661"/>
                  </a:lnTo>
                  <a:lnTo>
                    <a:pt x="52192" y="762250"/>
                  </a:lnTo>
                  <a:lnTo>
                    <a:pt x="53686" y="757039"/>
                  </a:lnTo>
                  <a:lnTo>
                    <a:pt x="52719" y="748683"/>
                  </a:lnTo>
                  <a:lnTo>
                    <a:pt x="57640" y="743742"/>
                  </a:lnTo>
                  <a:lnTo>
                    <a:pt x="59661" y="736913"/>
                  </a:lnTo>
                  <a:lnTo>
                    <a:pt x="64845" y="726401"/>
                  </a:lnTo>
                  <a:lnTo>
                    <a:pt x="76883" y="707982"/>
                  </a:lnTo>
                  <a:lnTo>
                    <a:pt x="92962" y="683633"/>
                  </a:lnTo>
                  <a:lnTo>
                    <a:pt x="104033" y="659733"/>
                  </a:lnTo>
                  <a:lnTo>
                    <a:pt x="105703" y="656139"/>
                  </a:lnTo>
                  <a:lnTo>
                    <a:pt x="112996" y="643920"/>
                  </a:lnTo>
                  <a:lnTo>
                    <a:pt x="132063" y="618133"/>
                  </a:lnTo>
                  <a:lnTo>
                    <a:pt x="135314" y="611934"/>
                  </a:lnTo>
                  <a:lnTo>
                    <a:pt x="142870" y="597378"/>
                  </a:lnTo>
                  <a:lnTo>
                    <a:pt x="166243" y="535563"/>
                  </a:lnTo>
                  <a:lnTo>
                    <a:pt x="168703" y="518941"/>
                  </a:lnTo>
                  <a:lnTo>
                    <a:pt x="171251" y="493604"/>
                  </a:lnTo>
                  <a:lnTo>
                    <a:pt x="173272" y="472220"/>
                  </a:lnTo>
                  <a:lnTo>
                    <a:pt x="172130" y="456406"/>
                  </a:lnTo>
                  <a:lnTo>
                    <a:pt x="175996" y="451644"/>
                  </a:lnTo>
                  <a:lnTo>
                    <a:pt x="180565" y="445984"/>
                  </a:lnTo>
                  <a:lnTo>
                    <a:pt x="190142" y="441761"/>
                  </a:lnTo>
                  <a:lnTo>
                    <a:pt x="206925" y="444816"/>
                  </a:lnTo>
                  <a:lnTo>
                    <a:pt x="220808" y="450656"/>
                  </a:lnTo>
                  <a:lnTo>
                    <a:pt x="238118" y="448050"/>
                  </a:lnTo>
                  <a:lnTo>
                    <a:pt x="253582" y="442929"/>
                  </a:lnTo>
                  <a:lnTo>
                    <a:pt x="263775" y="434304"/>
                  </a:lnTo>
                  <a:lnTo>
                    <a:pt x="271067" y="422983"/>
                  </a:lnTo>
                  <a:lnTo>
                    <a:pt x="274758" y="415346"/>
                  </a:lnTo>
                  <a:lnTo>
                    <a:pt x="277657" y="409505"/>
                  </a:lnTo>
                  <a:lnTo>
                    <a:pt x="278536" y="407619"/>
                  </a:lnTo>
                  <a:lnTo>
                    <a:pt x="286708" y="401060"/>
                  </a:lnTo>
                  <a:lnTo>
                    <a:pt x="300151" y="393602"/>
                  </a:lnTo>
                  <a:lnTo>
                    <a:pt x="306038" y="390997"/>
                  </a:lnTo>
                  <a:lnTo>
                    <a:pt x="318164" y="385516"/>
                  </a:lnTo>
                  <a:lnTo>
                    <a:pt x="328356" y="375004"/>
                  </a:lnTo>
                  <a:lnTo>
                    <a:pt x="331520" y="362515"/>
                  </a:lnTo>
                  <a:lnTo>
                    <a:pt x="337319" y="352362"/>
                  </a:lnTo>
                  <a:lnTo>
                    <a:pt x="356825" y="358022"/>
                  </a:lnTo>
                  <a:lnTo>
                    <a:pt x="369126" y="364851"/>
                  </a:lnTo>
                  <a:lnTo>
                    <a:pt x="386524" y="378508"/>
                  </a:lnTo>
                  <a:lnTo>
                    <a:pt x="406558" y="398454"/>
                  </a:lnTo>
                  <a:lnTo>
                    <a:pt x="417277" y="423073"/>
                  </a:lnTo>
                  <a:lnTo>
                    <a:pt x="431687" y="456586"/>
                  </a:lnTo>
                  <a:lnTo>
                    <a:pt x="434235" y="481744"/>
                  </a:lnTo>
                  <a:lnTo>
                    <a:pt x="435202" y="492795"/>
                  </a:lnTo>
                  <a:lnTo>
                    <a:pt x="441353" y="504296"/>
                  </a:lnTo>
                  <a:lnTo>
                    <a:pt x="452336" y="512921"/>
                  </a:lnTo>
                  <a:lnTo>
                    <a:pt x="467537" y="511124"/>
                  </a:lnTo>
                  <a:lnTo>
                    <a:pt x="481332" y="495940"/>
                  </a:lnTo>
                  <a:lnTo>
                    <a:pt x="494160" y="484349"/>
                  </a:lnTo>
                  <a:lnTo>
                    <a:pt x="505934" y="473388"/>
                  </a:lnTo>
                  <a:lnTo>
                    <a:pt x="521311" y="463954"/>
                  </a:lnTo>
                  <a:lnTo>
                    <a:pt x="531504" y="461977"/>
                  </a:lnTo>
                  <a:lnTo>
                    <a:pt x="542838" y="459731"/>
                  </a:lnTo>
                  <a:lnTo>
                    <a:pt x="561818" y="464493"/>
                  </a:lnTo>
                  <a:lnTo>
                    <a:pt x="591516" y="467098"/>
                  </a:lnTo>
                  <a:lnTo>
                    <a:pt x="614098" y="471770"/>
                  </a:lnTo>
                  <a:lnTo>
                    <a:pt x="647927" y="479138"/>
                  </a:lnTo>
                  <a:lnTo>
                    <a:pt x="667872" y="478599"/>
                  </a:lnTo>
                  <a:lnTo>
                    <a:pt x="696077" y="466559"/>
                  </a:lnTo>
                  <a:lnTo>
                    <a:pt x="732454" y="443468"/>
                  </a:lnTo>
                  <a:lnTo>
                    <a:pt x="759166" y="436190"/>
                  </a:lnTo>
                  <a:lnTo>
                    <a:pt x="772082" y="432866"/>
                  </a:lnTo>
                  <a:lnTo>
                    <a:pt x="790270" y="432417"/>
                  </a:lnTo>
                  <a:lnTo>
                    <a:pt x="802923" y="431159"/>
                  </a:lnTo>
                  <a:lnTo>
                    <a:pt x="817860" y="420737"/>
                  </a:lnTo>
                  <a:lnTo>
                    <a:pt x="840706" y="409056"/>
                  </a:lnTo>
                  <a:lnTo>
                    <a:pt x="883321" y="399263"/>
                  </a:lnTo>
                  <a:lnTo>
                    <a:pt x="912668" y="389919"/>
                  </a:lnTo>
                  <a:lnTo>
                    <a:pt x="933756" y="378328"/>
                  </a:lnTo>
                  <a:lnTo>
                    <a:pt x="951769" y="366738"/>
                  </a:lnTo>
                  <a:lnTo>
                    <a:pt x="968551" y="356225"/>
                  </a:lnTo>
                  <a:lnTo>
                    <a:pt x="987794" y="339693"/>
                  </a:lnTo>
                  <a:lnTo>
                    <a:pt x="1001589" y="322532"/>
                  </a:lnTo>
                  <a:lnTo>
                    <a:pt x="1011167" y="307797"/>
                  </a:lnTo>
                  <a:lnTo>
                    <a:pt x="1030409" y="295488"/>
                  </a:lnTo>
                  <a:lnTo>
                    <a:pt x="1049476" y="289378"/>
                  </a:lnTo>
                  <a:lnTo>
                    <a:pt x="1060899" y="288659"/>
                  </a:lnTo>
                  <a:lnTo>
                    <a:pt x="1062568" y="288570"/>
                  </a:lnTo>
                  <a:lnTo>
                    <a:pt x="1080405" y="289648"/>
                  </a:lnTo>
                  <a:lnTo>
                    <a:pt x="1091828" y="294949"/>
                  </a:lnTo>
                  <a:lnTo>
                    <a:pt x="1099648" y="303215"/>
                  </a:lnTo>
                  <a:lnTo>
                    <a:pt x="1104217" y="309055"/>
                  </a:lnTo>
                  <a:lnTo>
                    <a:pt x="1114849" y="322712"/>
                  </a:lnTo>
                  <a:lnTo>
                    <a:pt x="1142000" y="345354"/>
                  </a:lnTo>
                  <a:lnTo>
                    <a:pt x="1149644" y="350026"/>
                  </a:lnTo>
                  <a:lnTo>
                    <a:pt x="1166427" y="359909"/>
                  </a:lnTo>
                  <a:lnTo>
                    <a:pt x="1181188" y="368265"/>
                  </a:lnTo>
                  <a:lnTo>
                    <a:pt x="1198322" y="374015"/>
                  </a:lnTo>
                  <a:lnTo>
                    <a:pt x="1198586" y="374105"/>
                  </a:lnTo>
                  <a:lnTo>
                    <a:pt x="1210448" y="379227"/>
                  </a:lnTo>
                  <a:lnTo>
                    <a:pt x="1224243" y="379316"/>
                  </a:lnTo>
                  <a:lnTo>
                    <a:pt x="1234084" y="377699"/>
                  </a:lnTo>
                  <a:lnTo>
                    <a:pt x="1242080" y="372218"/>
                  </a:lnTo>
                  <a:lnTo>
                    <a:pt x="1247967" y="367277"/>
                  </a:lnTo>
                  <a:lnTo>
                    <a:pt x="1250163" y="365570"/>
                  </a:lnTo>
                  <a:lnTo>
                    <a:pt x="1254469" y="360808"/>
                  </a:lnTo>
                  <a:lnTo>
                    <a:pt x="1259038" y="353889"/>
                  </a:lnTo>
                  <a:lnTo>
                    <a:pt x="1264046" y="342119"/>
                  </a:lnTo>
                  <a:lnTo>
                    <a:pt x="1263958" y="318399"/>
                  </a:lnTo>
                  <a:lnTo>
                    <a:pt x="1262904" y="302137"/>
                  </a:lnTo>
                  <a:lnTo>
                    <a:pt x="1265188" y="295128"/>
                  </a:lnTo>
                  <a:lnTo>
                    <a:pt x="1269494" y="281741"/>
                  </a:lnTo>
                  <a:lnTo>
                    <a:pt x="1290318" y="260806"/>
                  </a:lnTo>
                  <a:lnTo>
                    <a:pt x="1314306" y="233672"/>
                  </a:lnTo>
                  <a:lnTo>
                    <a:pt x="1332055" y="222711"/>
                  </a:lnTo>
                  <a:lnTo>
                    <a:pt x="1333021" y="222261"/>
                  </a:lnTo>
                  <a:lnTo>
                    <a:pt x="1339963" y="218937"/>
                  </a:lnTo>
                  <a:lnTo>
                    <a:pt x="1347783" y="214445"/>
                  </a:lnTo>
                  <a:lnTo>
                    <a:pt x="1356218" y="213097"/>
                  </a:lnTo>
                  <a:lnTo>
                    <a:pt x="1362193" y="213726"/>
                  </a:lnTo>
                  <a:lnTo>
                    <a:pt x="1363072" y="213816"/>
                  </a:lnTo>
                  <a:lnTo>
                    <a:pt x="1367992" y="216691"/>
                  </a:lnTo>
                  <a:lnTo>
                    <a:pt x="1368168" y="216781"/>
                  </a:lnTo>
                  <a:lnTo>
                    <a:pt x="1375637" y="221093"/>
                  </a:lnTo>
                  <a:lnTo>
                    <a:pt x="1384687" y="225316"/>
                  </a:lnTo>
                  <a:lnTo>
                    <a:pt x="1395846" y="226754"/>
                  </a:lnTo>
                  <a:lnTo>
                    <a:pt x="1408674" y="224418"/>
                  </a:lnTo>
                  <a:lnTo>
                    <a:pt x="1425105" y="222351"/>
                  </a:lnTo>
                  <a:lnTo>
                    <a:pt x="1440921" y="224148"/>
                  </a:lnTo>
                  <a:lnTo>
                    <a:pt x="1453662" y="226125"/>
                  </a:lnTo>
                  <a:lnTo>
                    <a:pt x="1466842" y="228191"/>
                  </a:lnTo>
                  <a:lnTo>
                    <a:pt x="1471587" y="227922"/>
                  </a:lnTo>
                  <a:lnTo>
                    <a:pt x="1483185" y="229719"/>
                  </a:lnTo>
                  <a:lnTo>
                    <a:pt x="1487578" y="231606"/>
                  </a:lnTo>
                  <a:lnTo>
                    <a:pt x="1490390" y="232864"/>
                  </a:lnTo>
                  <a:lnTo>
                    <a:pt x="1491181" y="233043"/>
                  </a:lnTo>
                  <a:lnTo>
                    <a:pt x="1499177" y="235110"/>
                  </a:lnTo>
                  <a:lnTo>
                    <a:pt x="1509106" y="237266"/>
                  </a:lnTo>
                  <a:lnTo>
                    <a:pt x="1527470" y="235110"/>
                  </a:lnTo>
                  <a:lnTo>
                    <a:pt x="1533884" y="233942"/>
                  </a:lnTo>
                  <a:lnTo>
                    <a:pt x="1548733" y="227023"/>
                  </a:lnTo>
                  <a:lnTo>
                    <a:pt x="1558487" y="222980"/>
                  </a:lnTo>
                  <a:lnTo>
                    <a:pt x="1564725" y="221543"/>
                  </a:lnTo>
                  <a:lnTo>
                    <a:pt x="1572369" y="212558"/>
                  </a:lnTo>
                  <a:lnTo>
                    <a:pt x="1579750" y="204292"/>
                  </a:lnTo>
                  <a:lnTo>
                    <a:pt x="1581771" y="202046"/>
                  </a:lnTo>
                  <a:lnTo>
                    <a:pt x="1588449" y="186681"/>
                  </a:lnTo>
                  <a:lnTo>
                    <a:pt x="1594072" y="175989"/>
                  </a:lnTo>
                  <a:lnTo>
                    <a:pt x="1607165" y="162422"/>
                  </a:lnTo>
                  <a:lnTo>
                    <a:pt x="1621750" y="148406"/>
                  </a:lnTo>
                  <a:lnTo>
                    <a:pt x="1623947" y="146160"/>
                  </a:lnTo>
                  <a:lnTo>
                    <a:pt x="1638094" y="137445"/>
                  </a:lnTo>
                  <a:lnTo>
                    <a:pt x="1649340" y="127651"/>
                  </a:lnTo>
                  <a:lnTo>
                    <a:pt x="1665684" y="115342"/>
                  </a:lnTo>
                  <a:lnTo>
                    <a:pt x="1671131" y="112467"/>
                  </a:lnTo>
                  <a:lnTo>
                    <a:pt x="1677985" y="110400"/>
                  </a:lnTo>
                  <a:lnTo>
                    <a:pt x="1683960" y="112017"/>
                  </a:lnTo>
                  <a:lnTo>
                    <a:pt x="1688265" y="114803"/>
                  </a:lnTo>
                  <a:lnTo>
                    <a:pt x="1694064" y="114443"/>
                  </a:lnTo>
                  <a:lnTo>
                    <a:pt x="1707596" y="105099"/>
                  </a:lnTo>
                  <a:lnTo>
                    <a:pt x="1730793" y="91981"/>
                  </a:lnTo>
                  <a:lnTo>
                    <a:pt x="1748717" y="72394"/>
                  </a:lnTo>
                  <a:lnTo>
                    <a:pt x="1764709" y="59007"/>
                  </a:lnTo>
                  <a:lnTo>
                    <a:pt x="1771475" y="55143"/>
                  </a:lnTo>
                  <a:lnTo>
                    <a:pt x="1789400" y="42744"/>
                  </a:lnTo>
                  <a:lnTo>
                    <a:pt x="1806358" y="30435"/>
                  </a:lnTo>
                  <a:lnTo>
                    <a:pt x="1817868" y="22888"/>
                  </a:lnTo>
                  <a:lnTo>
                    <a:pt x="1835705" y="15969"/>
                  </a:lnTo>
                  <a:lnTo>
                    <a:pt x="1843613" y="12016"/>
                  </a:lnTo>
                  <a:lnTo>
                    <a:pt x="1854596" y="7074"/>
                  </a:lnTo>
                  <a:lnTo>
                    <a:pt x="1868022" y="0"/>
                  </a:lnTo>
                  <a:lnTo>
                    <a:pt x="1868022" y="611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868829" y="4766141"/>
              <a:ext cx="1608641" cy="967146"/>
            </a:xfrm>
            <a:custGeom>
              <a:avLst/>
              <a:pathLst>
                <a:path w="1608641" h="967146">
                  <a:moveTo>
                    <a:pt x="1607604" y="615820"/>
                  </a:moveTo>
                  <a:lnTo>
                    <a:pt x="1605495" y="613215"/>
                  </a:lnTo>
                  <a:lnTo>
                    <a:pt x="1603386" y="608992"/>
                  </a:lnTo>
                  <a:lnTo>
                    <a:pt x="1600223" y="599198"/>
                  </a:lnTo>
                  <a:lnTo>
                    <a:pt x="1597587" y="594437"/>
                  </a:lnTo>
                  <a:lnTo>
                    <a:pt x="1596181" y="593538"/>
                  </a:lnTo>
                  <a:lnTo>
                    <a:pt x="1593282" y="592460"/>
                  </a:lnTo>
                  <a:lnTo>
                    <a:pt x="1591173" y="592190"/>
                  </a:lnTo>
                  <a:lnTo>
                    <a:pt x="1589503" y="592370"/>
                  </a:lnTo>
                  <a:lnTo>
                    <a:pt x="1586428" y="594257"/>
                  </a:lnTo>
                  <a:lnTo>
                    <a:pt x="1580541" y="599558"/>
                  </a:lnTo>
                  <a:lnTo>
                    <a:pt x="1577026" y="601535"/>
                  </a:lnTo>
                  <a:lnTo>
                    <a:pt x="1564461" y="606836"/>
                  </a:lnTo>
                  <a:lnTo>
                    <a:pt x="1554005" y="610250"/>
                  </a:lnTo>
                  <a:lnTo>
                    <a:pt x="1551018" y="612945"/>
                  </a:lnTo>
                  <a:lnTo>
                    <a:pt x="1548909" y="616539"/>
                  </a:lnTo>
                  <a:lnTo>
                    <a:pt x="1544955" y="625165"/>
                  </a:lnTo>
                  <a:lnTo>
                    <a:pt x="1538453" y="634060"/>
                  </a:lnTo>
                  <a:lnTo>
                    <a:pt x="1534499" y="641966"/>
                  </a:lnTo>
                  <a:lnTo>
                    <a:pt x="1533005" y="646549"/>
                  </a:lnTo>
                  <a:lnTo>
                    <a:pt x="1528963" y="653467"/>
                  </a:lnTo>
                  <a:lnTo>
                    <a:pt x="1527733" y="657241"/>
                  </a:lnTo>
                  <a:lnTo>
                    <a:pt x="1527733" y="662003"/>
                  </a:lnTo>
                  <a:lnTo>
                    <a:pt x="1527470" y="665686"/>
                  </a:lnTo>
                  <a:lnTo>
                    <a:pt x="1526240" y="670718"/>
                  </a:lnTo>
                  <a:lnTo>
                    <a:pt x="1525185" y="673144"/>
                  </a:lnTo>
                  <a:lnTo>
                    <a:pt x="1521671" y="678535"/>
                  </a:lnTo>
                  <a:lnTo>
                    <a:pt x="1515696" y="684914"/>
                  </a:lnTo>
                  <a:lnTo>
                    <a:pt x="1512884" y="686621"/>
                  </a:lnTo>
                  <a:lnTo>
                    <a:pt x="1503219" y="688598"/>
                  </a:lnTo>
                  <a:lnTo>
                    <a:pt x="1491532" y="688418"/>
                  </a:lnTo>
                  <a:lnTo>
                    <a:pt x="1486348" y="689047"/>
                  </a:lnTo>
                  <a:lnTo>
                    <a:pt x="1483361" y="690484"/>
                  </a:lnTo>
                  <a:lnTo>
                    <a:pt x="1479143" y="692641"/>
                  </a:lnTo>
                  <a:lnTo>
                    <a:pt x="1468775" y="700547"/>
                  </a:lnTo>
                  <a:lnTo>
                    <a:pt x="1462800" y="702524"/>
                  </a:lnTo>
                  <a:lnTo>
                    <a:pt x="1458319" y="703153"/>
                  </a:lnTo>
                  <a:lnTo>
                    <a:pt x="1447863" y="703063"/>
                  </a:lnTo>
                  <a:lnTo>
                    <a:pt x="1435825" y="702255"/>
                  </a:lnTo>
                  <a:lnTo>
                    <a:pt x="1431871" y="702614"/>
                  </a:lnTo>
                  <a:lnTo>
                    <a:pt x="1416055" y="711060"/>
                  </a:lnTo>
                  <a:lnTo>
                    <a:pt x="1408674" y="716271"/>
                  </a:lnTo>
                  <a:lnTo>
                    <a:pt x="1404984" y="717529"/>
                  </a:lnTo>
                  <a:lnTo>
                    <a:pt x="1397691" y="718158"/>
                  </a:lnTo>
                  <a:lnTo>
                    <a:pt x="1393122" y="717529"/>
                  </a:lnTo>
                  <a:lnTo>
                    <a:pt x="1378800" y="716810"/>
                  </a:lnTo>
                  <a:lnTo>
                    <a:pt x="1367465" y="714025"/>
                  </a:lnTo>
                  <a:lnTo>
                    <a:pt x="1357097" y="712857"/>
                  </a:lnTo>
                  <a:lnTo>
                    <a:pt x="1349804" y="710341"/>
                  </a:lnTo>
                  <a:lnTo>
                    <a:pt x="1343214" y="710341"/>
                  </a:lnTo>
                  <a:lnTo>
                    <a:pt x="1339523" y="711779"/>
                  </a:lnTo>
                  <a:lnTo>
                    <a:pt x="1333812" y="716451"/>
                  </a:lnTo>
                  <a:lnTo>
                    <a:pt x="1328276" y="720134"/>
                  </a:lnTo>
                  <a:lnTo>
                    <a:pt x="1325640" y="720404"/>
                  </a:lnTo>
                  <a:lnTo>
                    <a:pt x="1319841" y="719955"/>
                  </a:lnTo>
                  <a:lnTo>
                    <a:pt x="1316854" y="720494"/>
                  </a:lnTo>
                  <a:lnTo>
                    <a:pt x="1314218" y="721482"/>
                  </a:lnTo>
                  <a:lnTo>
                    <a:pt x="1302619" y="727412"/>
                  </a:lnTo>
                  <a:lnTo>
                    <a:pt x="1298753" y="730287"/>
                  </a:lnTo>
                  <a:lnTo>
                    <a:pt x="1287331" y="741339"/>
                  </a:lnTo>
                  <a:lnTo>
                    <a:pt x="1280038" y="746819"/>
                  </a:lnTo>
                  <a:lnTo>
                    <a:pt x="1270548" y="752929"/>
                  </a:lnTo>
                  <a:lnTo>
                    <a:pt x="1267649" y="756164"/>
                  </a:lnTo>
                  <a:lnTo>
                    <a:pt x="1265188" y="760926"/>
                  </a:lnTo>
                  <a:lnTo>
                    <a:pt x="1256929" y="768024"/>
                  </a:lnTo>
                  <a:lnTo>
                    <a:pt x="1255347" y="770270"/>
                  </a:lnTo>
                  <a:lnTo>
                    <a:pt x="1253414" y="774493"/>
                  </a:lnTo>
                  <a:lnTo>
                    <a:pt x="1249460" y="780692"/>
                  </a:lnTo>
                  <a:lnTo>
                    <a:pt x="1242167" y="790126"/>
                  </a:lnTo>
                  <a:lnTo>
                    <a:pt x="1241904" y="790486"/>
                  </a:lnTo>
                  <a:lnTo>
                    <a:pt x="1238301" y="796056"/>
                  </a:lnTo>
                  <a:lnTo>
                    <a:pt x="1225209" y="809354"/>
                  </a:lnTo>
                  <a:lnTo>
                    <a:pt x="1186372" y="837207"/>
                  </a:lnTo>
                  <a:lnTo>
                    <a:pt x="1159661" y="852571"/>
                  </a:lnTo>
                  <a:lnTo>
                    <a:pt x="1104481" y="873685"/>
                  </a:lnTo>
                  <a:lnTo>
                    <a:pt x="1092091" y="876560"/>
                  </a:lnTo>
                  <a:lnTo>
                    <a:pt x="1068983" y="882850"/>
                  </a:lnTo>
                  <a:lnTo>
                    <a:pt x="1063183" y="886084"/>
                  </a:lnTo>
                  <a:lnTo>
                    <a:pt x="1062656" y="887163"/>
                  </a:lnTo>
                  <a:lnTo>
                    <a:pt x="1059229" y="894530"/>
                  </a:lnTo>
                  <a:lnTo>
                    <a:pt x="1053694" y="904863"/>
                  </a:lnTo>
                  <a:lnTo>
                    <a:pt x="1040250" y="917801"/>
                  </a:lnTo>
                  <a:lnTo>
                    <a:pt x="1022062" y="938286"/>
                  </a:lnTo>
                  <a:lnTo>
                    <a:pt x="987889" y="967146"/>
                  </a:lnTo>
                  <a:lnTo>
                    <a:pt x="600738" y="967146"/>
                  </a:lnTo>
                  <a:lnTo>
                    <a:pt x="599424" y="966409"/>
                  </a:lnTo>
                  <a:lnTo>
                    <a:pt x="596173" y="965331"/>
                  </a:lnTo>
                  <a:lnTo>
                    <a:pt x="593449" y="964522"/>
                  </a:lnTo>
                  <a:lnTo>
                    <a:pt x="590989" y="963624"/>
                  </a:lnTo>
                  <a:lnTo>
                    <a:pt x="590198" y="962635"/>
                  </a:lnTo>
                  <a:lnTo>
                    <a:pt x="589144" y="961916"/>
                  </a:lnTo>
                  <a:lnTo>
                    <a:pt x="587475" y="961827"/>
                  </a:lnTo>
                  <a:lnTo>
                    <a:pt x="586332" y="960659"/>
                  </a:lnTo>
                  <a:lnTo>
                    <a:pt x="584926" y="960748"/>
                  </a:lnTo>
                  <a:lnTo>
                    <a:pt x="583433" y="959760"/>
                  </a:lnTo>
                  <a:lnTo>
                    <a:pt x="582378" y="959131"/>
                  </a:lnTo>
                  <a:lnTo>
                    <a:pt x="581236" y="959041"/>
                  </a:lnTo>
                  <a:lnTo>
                    <a:pt x="580269" y="958682"/>
                  </a:lnTo>
                  <a:lnTo>
                    <a:pt x="579567" y="957694"/>
                  </a:lnTo>
                  <a:lnTo>
                    <a:pt x="578161" y="957424"/>
                  </a:lnTo>
                  <a:lnTo>
                    <a:pt x="576403" y="956166"/>
                  </a:lnTo>
                  <a:lnTo>
                    <a:pt x="574997" y="955986"/>
                  </a:lnTo>
                  <a:lnTo>
                    <a:pt x="573679" y="955358"/>
                  </a:lnTo>
                  <a:lnTo>
                    <a:pt x="572977" y="954459"/>
                  </a:lnTo>
                  <a:lnTo>
                    <a:pt x="571834" y="954100"/>
                  </a:lnTo>
                  <a:lnTo>
                    <a:pt x="570692" y="953920"/>
                  </a:lnTo>
                  <a:lnTo>
                    <a:pt x="569989" y="953381"/>
                  </a:lnTo>
                  <a:lnTo>
                    <a:pt x="568144" y="952842"/>
                  </a:lnTo>
                  <a:lnTo>
                    <a:pt x="565947" y="951314"/>
                  </a:lnTo>
                  <a:lnTo>
                    <a:pt x="565156" y="951135"/>
                  </a:lnTo>
                  <a:lnTo>
                    <a:pt x="564014" y="950146"/>
                  </a:lnTo>
                  <a:lnTo>
                    <a:pt x="563311" y="950146"/>
                  </a:lnTo>
                  <a:lnTo>
                    <a:pt x="561818" y="949877"/>
                  </a:lnTo>
                  <a:lnTo>
                    <a:pt x="560763" y="949248"/>
                  </a:lnTo>
                  <a:lnTo>
                    <a:pt x="559709" y="949158"/>
                  </a:lnTo>
                  <a:lnTo>
                    <a:pt x="558742" y="948439"/>
                  </a:lnTo>
                  <a:lnTo>
                    <a:pt x="558039" y="947720"/>
                  </a:lnTo>
                  <a:lnTo>
                    <a:pt x="556282" y="947361"/>
                  </a:lnTo>
                  <a:lnTo>
                    <a:pt x="555491" y="946822"/>
                  </a:lnTo>
                  <a:lnTo>
                    <a:pt x="555228" y="946373"/>
                  </a:lnTo>
                  <a:lnTo>
                    <a:pt x="554612" y="946103"/>
                  </a:lnTo>
                  <a:lnTo>
                    <a:pt x="553822" y="946193"/>
                  </a:lnTo>
                  <a:lnTo>
                    <a:pt x="552240" y="945025"/>
                  </a:lnTo>
                  <a:lnTo>
                    <a:pt x="551098" y="944755"/>
                  </a:lnTo>
                  <a:lnTo>
                    <a:pt x="550131" y="944666"/>
                  </a:lnTo>
                  <a:lnTo>
                    <a:pt x="549340" y="944306"/>
                  </a:lnTo>
                  <a:lnTo>
                    <a:pt x="549077" y="943587"/>
                  </a:lnTo>
                  <a:lnTo>
                    <a:pt x="548022" y="943138"/>
                  </a:lnTo>
                  <a:lnTo>
                    <a:pt x="546089" y="942958"/>
                  </a:lnTo>
                  <a:lnTo>
                    <a:pt x="544508" y="941521"/>
                  </a:lnTo>
                  <a:lnTo>
                    <a:pt x="543366" y="941251"/>
                  </a:lnTo>
                  <a:lnTo>
                    <a:pt x="542135" y="941251"/>
                  </a:lnTo>
                  <a:lnTo>
                    <a:pt x="541169" y="940982"/>
                  </a:lnTo>
                  <a:lnTo>
                    <a:pt x="540115" y="939724"/>
                  </a:lnTo>
                  <a:lnTo>
                    <a:pt x="538181" y="939454"/>
                  </a:lnTo>
                  <a:lnTo>
                    <a:pt x="536863" y="938376"/>
                  </a:lnTo>
                  <a:lnTo>
                    <a:pt x="535897" y="937568"/>
                  </a:lnTo>
                  <a:lnTo>
                    <a:pt x="534843" y="937388"/>
                  </a:lnTo>
                  <a:lnTo>
                    <a:pt x="533964" y="936849"/>
                  </a:lnTo>
                  <a:lnTo>
                    <a:pt x="532646" y="935591"/>
                  </a:lnTo>
                  <a:lnTo>
                    <a:pt x="531943" y="935321"/>
                  </a:lnTo>
                  <a:lnTo>
                    <a:pt x="530010" y="935321"/>
                  </a:lnTo>
                  <a:lnTo>
                    <a:pt x="528955" y="934513"/>
                  </a:lnTo>
                  <a:lnTo>
                    <a:pt x="528077" y="933974"/>
                  </a:lnTo>
                  <a:lnTo>
                    <a:pt x="526319" y="933435"/>
                  </a:lnTo>
                  <a:lnTo>
                    <a:pt x="525001" y="931997"/>
                  </a:lnTo>
                  <a:lnTo>
                    <a:pt x="524035" y="931907"/>
                  </a:lnTo>
                  <a:lnTo>
                    <a:pt x="522717" y="930739"/>
                  </a:lnTo>
                  <a:lnTo>
                    <a:pt x="520608" y="930470"/>
                  </a:lnTo>
                  <a:lnTo>
                    <a:pt x="519642" y="930110"/>
                  </a:lnTo>
                  <a:lnTo>
                    <a:pt x="519114" y="929481"/>
                  </a:lnTo>
                  <a:lnTo>
                    <a:pt x="517621" y="929481"/>
                  </a:lnTo>
                  <a:lnTo>
                    <a:pt x="516391" y="928313"/>
                  </a:lnTo>
                  <a:lnTo>
                    <a:pt x="514897" y="928223"/>
                  </a:lnTo>
                  <a:lnTo>
                    <a:pt x="513930" y="927684"/>
                  </a:lnTo>
                  <a:lnTo>
                    <a:pt x="513315" y="926876"/>
                  </a:lnTo>
                  <a:lnTo>
                    <a:pt x="512524" y="926337"/>
                  </a:lnTo>
                  <a:lnTo>
                    <a:pt x="510504" y="925887"/>
                  </a:lnTo>
                  <a:lnTo>
                    <a:pt x="509537" y="925348"/>
                  </a:lnTo>
                  <a:lnTo>
                    <a:pt x="509098" y="924719"/>
                  </a:lnTo>
                  <a:lnTo>
                    <a:pt x="508219" y="924540"/>
                  </a:lnTo>
                  <a:lnTo>
                    <a:pt x="507692" y="924719"/>
                  </a:lnTo>
                  <a:lnTo>
                    <a:pt x="506813" y="924450"/>
                  </a:lnTo>
                  <a:lnTo>
                    <a:pt x="505407" y="923461"/>
                  </a:lnTo>
                  <a:lnTo>
                    <a:pt x="504177" y="922922"/>
                  </a:lnTo>
                  <a:lnTo>
                    <a:pt x="503298" y="922832"/>
                  </a:lnTo>
                  <a:lnTo>
                    <a:pt x="501805" y="922473"/>
                  </a:lnTo>
                  <a:lnTo>
                    <a:pt x="501102" y="921934"/>
                  </a:lnTo>
                  <a:lnTo>
                    <a:pt x="500487" y="920856"/>
                  </a:lnTo>
                  <a:lnTo>
                    <a:pt x="499169" y="920586"/>
                  </a:lnTo>
                  <a:lnTo>
                    <a:pt x="498378" y="920496"/>
                  </a:lnTo>
                  <a:lnTo>
                    <a:pt x="497148" y="919688"/>
                  </a:lnTo>
                  <a:lnTo>
                    <a:pt x="494248" y="919328"/>
                  </a:lnTo>
                  <a:lnTo>
                    <a:pt x="493370" y="918340"/>
                  </a:lnTo>
                  <a:lnTo>
                    <a:pt x="492491" y="917442"/>
                  </a:lnTo>
                  <a:lnTo>
                    <a:pt x="491349" y="917352"/>
                  </a:lnTo>
                  <a:lnTo>
                    <a:pt x="491085" y="916813"/>
                  </a:lnTo>
                  <a:lnTo>
                    <a:pt x="488713" y="915824"/>
                  </a:lnTo>
                  <a:lnTo>
                    <a:pt x="487219" y="916004"/>
                  </a:lnTo>
                  <a:lnTo>
                    <a:pt x="485989" y="914926"/>
                  </a:lnTo>
                  <a:lnTo>
                    <a:pt x="485374" y="914926"/>
                  </a:lnTo>
                  <a:lnTo>
                    <a:pt x="484056" y="914387"/>
                  </a:lnTo>
                  <a:lnTo>
                    <a:pt x="483001" y="914477"/>
                  </a:lnTo>
                  <a:lnTo>
                    <a:pt x="480629" y="913398"/>
                  </a:lnTo>
                  <a:lnTo>
                    <a:pt x="478696" y="913129"/>
                  </a:lnTo>
                  <a:lnTo>
                    <a:pt x="476939" y="912051"/>
                  </a:lnTo>
                  <a:lnTo>
                    <a:pt x="475357" y="911961"/>
                  </a:lnTo>
                  <a:lnTo>
                    <a:pt x="474303" y="911691"/>
                  </a:lnTo>
                  <a:lnTo>
                    <a:pt x="473072" y="910613"/>
                  </a:lnTo>
                  <a:lnTo>
                    <a:pt x="472194" y="910613"/>
                  </a:lnTo>
                  <a:lnTo>
                    <a:pt x="470876" y="909984"/>
                  </a:lnTo>
                  <a:lnTo>
                    <a:pt x="469382" y="909804"/>
                  </a:lnTo>
                  <a:lnTo>
                    <a:pt x="468240" y="909175"/>
                  </a:lnTo>
                  <a:lnTo>
                    <a:pt x="467449" y="908996"/>
                  </a:lnTo>
                  <a:lnTo>
                    <a:pt x="465780" y="908097"/>
                  </a:lnTo>
                  <a:lnTo>
                    <a:pt x="464110" y="907378"/>
                  </a:lnTo>
                  <a:lnTo>
                    <a:pt x="462792" y="907019"/>
                  </a:lnTo>
                  <a:lnTo>
                    <a:pt x="461913" y="907378"/>
                  </a:lnTo>
                  <a:lnTo>
                    <a:pt x="461035" y="907289"/>
                  </a:lnTo>
                  <a:lnTo>
                    <a:pt x="460420" y="906570"/>
                  </a:lnTo>
                  <a:lnTo>
                    <a:pt x="459629" y="906210"/>
                  </a:lnTo>
                  <a:lnTo>
                    <a:pt x="458135" y="906121"/>
                  </a:lnTo>
                  <a:lnTo>
                    <a:pt x="457520" y="905492"/>
                  </a:lnTo>
                  <a:lnTo>
                    <a:pt x="457256" y="904773"/>
                  </a:lnTo>
                  <a:lnTo>
                    <a:pt x="456114" y="904413"/>
                  </a:lnTo>
                  <a:lnTo>
                    <a:pt x="455411" y="904234"/>
                  </a:lnTo>
                  <a:lnTo>
                    <a:pt x="454796" y="904413"/>
                  </a:lnTo>
                  <a:lnTo>
                    <a:pt x="453654" y="904413"/>
                  </a:lnTo>
                  <a:lnTo>
                    <a:pt x="452248" y="903066"/>
                  </a:lnTo>
                  <a:lnTo>
                    <a:pt x="450666" y="902706"/>
                  </a:lnTo>
                  <a:lnTo>
                    <a:pt x="449876" y="901808"/>
                  </a:lnTo>
                  <a:lnTo>
                    <a:pt x="448909" y="901448"/>
                  </a:lnTo>
                  <a:lnTo>
                    <a:pt x="448030" y="900909"/>
                  </a:lnTo>
                  <a:lnTo>
                    <a:pt x="447415" y="900280"/>
                  </a:lnTo>
                  <a:lnTo>
                    <a:pt x="446800" y="899921"/>
                  </a:lnTo>
                  <a:lnTo>
                    <a:pt x="446010" y="900101"/>
                  </a:lnTo>
                  <a:lnTo>
                    <a:pt x="444867" y="899562"/>
                  </a:lnTo>
                  <a:lnTo>
                    <a:pt x="440913" y="897585"/>
                  </a:lnTo>
                  <a:lnTo>
                    <a:pt x="437926" y="896058"/>
                  </a:lnTo>
                  <a:lnTo>
                    <a:pt x="431512" y="892104"/>
                  </a:lnTo>
                  <a:lnTo>
                    <a:pt x="430194" y="891206"/>
                  </a:lnTo>
                  <a:lnTo>
                    <a:pt x="428876" y="890128"/>
                  </a:lnTo>
                  <a:lnTo>
                    <a:pt x="426767" y="889139"/>
                  </a:lnTo>
                  <a:lnTo>
                    <a:pt x="425185" y="887881"/>
                  </a:lnTo>
                  <a:lnTo>
                    <a:pt x="422813" y="886264"/>
                  </a:lnTo>
                  <a:lnTo>
                    <a:pt x="421319" y="885276"/>
                  </a:lnTo>
                  <a:lnTo>
                    <a:pt x="418595" y="882580"/>
                  </a:lnTo>
                  <a:lnTo>
                    <a:pt x="417717" y="882311"/>
                  </a:lnTo>
                  <a:lnTo>
                    <a:pt x="416223" y="881143"/>
                  </a:lnTo>
                  <a:lnTo>
                    <a:pt x="414553" y="880065"/>
                  </a:lnTo>
                  <a:lnTo>
                    <a:pt x="413148" y="879436"/>
                  </a:lnTo>
                  <a:lnTo>
                    <a:pt x="412532" y="878627"/>
                  </a:lnTo>
                  <a:lnTo>
                    <a:pt x="411039" y="877729"/>
                  </a:lnTo>
                  <a:lnTo>
                    <a:pt x="409896" y="876740"/>
                  </a:lnTo>
                  <a:lnTo>
                    <a:pt x="409106" y="876111"/>
                  </a:lnTo>
                  <a:lnTo>
                    <a:pt x="407876" y="875482"/>
                  </a:lnTo>
                  <a:lnTo>
                    <a:pt x="406118" y="874135"/>
                  </a:lnTo>
                  <a:lnTo>
                    <a:pt x="404537" y="873146"/>
                  </a:lnTo>
                  <a:lnTo>
                    <a:pt x="403746" y="872787"/>
                  </a:lnTo>
                  <a:lnTo>
                    <a:pt x="401988" y="871529"/>
                  </a:lnTo>
                  <a:lnTo>
                    <a:pt x="401286" y="871259"/>
                  </a:lnTo>
                  <a:lnTo>
                    <a:pt x="401110" y="870541"/>
                  </a:lnTo>
                  <a:lnTo>
                    <a:pt x="399792" y="869732"/>
                  </a:lnTo>
                  <a:lnTo>
                    <a:pt x="397419" y="868384"/>
                  </a:lnTo>
                  <a:lnTo>
                    <a:pt x="396453" y="867845"/>
                  </a:lnTo>
                  <a:lnTo>
                    <a:pt x="395047" y="866767"/>
                  </a:lnTo>
                  <a:lnTo>
                    <a:pt x="394168" y="866228"/>
                  </a:lnTo>
                  <a:lnTo>
                    <a:pt x="393641" y="865509"/>
                  </a:lnTo>
                  <a:lnTo>
                    <a:pt x="393026" y="864880"/>
                  </a:lnTo>
                  <a:lnTo>
                    <a:pt x="392323" y="864161"/>
                  </a:lnTo>
                  <a:lnTo>
                    <a:pt x="391444" y="863083"/>
                  </a:lnTo>
                  <a:lnTo>
                    <a:pt x="390917" y="862185"/>
                  </a:lnTo>
                  <a:lnTo>
                    <a:pt x="389951" y="861107"/>
                  </a:lnTo>
                  <a:lnTo>
                    <a:pt x="389599" y="860567"/>
                  </a:lnTo>
                  <a:lnTo>
                    <a:pt x="387842" y="859399"/>
                  </a:lnTo>
                  <a:lnTo>
                    <a:pt x="386612" y="858321"/>
                  </a:lnTo>
                  <a:lnTo>
                    <a:pt x="384679" y="856345"/>
                  </a:lnTo>
                  <a:lnTo>
                    <a:pt x="383273" y="855177"/>
                  </a:lnTo>
                  <a:lnTo>
                    <a:pt x="381867" y="853559"/>
                  </a:lnTo>
                  <a:lnTo>
                    <a:pt x="380637" y="852301"/>
                  </a:lnTo>
                  <a:lnTo>
                    <a:pt x="380110" y="851762"/>
                  </a:lnTo>
                  <a:lnTo>
                    <a:pt x="375541" y="850055"/>
                  </a:lnTo>
                  <a:lnTo>
                    <a:pt x="372114" y="845922"/>
                  </a:lnTo>
                  <a:lnTo>
                    <a:pt x="370532" y="844664"/>
                  </a:lnTo>
                  <a:lnTo>
                    <a:pt x="368687" y="842418"/>
                  </a:lnTo>
                  <a:lnTo>
                    <a:pt x="366403" y="839633"/>
                  </a:lnTo>
                  <a:lnTo>
                    <a:pt x="363854" y="837656"/>
                  </a:lnTo>
                  <a:lnTo>
                    <a:pt x="361306" y="834062"/>
                  </a:lnTo>
                  <a:lnTo>
                    <a:pt x="360340" y="832086"/>
                  </a:lnTo>
                  <a:lnTo>
                    <a:pt x="357704" y="829390"/>
                  </a:lnTo>
                  <a:lnTo>
                    <a:pt x="355946" y="828132"/>
                  </a:lnTo>
                  <a:lnTo>
                    <a:pt x="353486" y="825886"/>
                  </a:lnTo>
                  <a:lnTo>
                    <a:pt x="350850" y="824179"/>
                  </a:lnTo>
                  <a:lnTo>
                    <a:pt x="349620" y="822831"/>
                  </a:lnTo>
                  <a:lnTo>
                    <a:pt x="348038" y="822112"/>
                  </a:lnTo>
                  <a:lnTo>
                    <a:pt x="344524" y="818878"/>
                  </a:lnTo>
                  <a:lnTo>
                    <a:pt x="341273" y="816721"/>
                  </a:lnTo>
                  <a:lnTo>
                    <a:pt x="336967" y="813217"/>
                  </a:lnTo>
                  <a:lnTo>
                    <a:pt x="333628" y="811780"/>
                  </a:lnTo>
                  <a:lnTo>
                    <a:pt x="332662" y="809983"/>
                  </a:lnTo>
                  <a:lnTo>
                    <a:pt x="332486" y="807377"/>
                  </a:lnTo>
                  <a:lnTo>
                    <a:pt x="330992" y="805760"/>
                  </a:lnTo>
                  <a:lnTo>
                    <a:pt x="329850" y="803154"/>
                  </a:lnTo>
                  <a:lnTo>
                    <a:pt x="327566" y="802795"/>
                  </a:lnTo>
                  <a:lnTo>
                    <a:pt x="326072" y="802525"/>
                  </a:lnTo>
                  <a:lnTo>
                    <a:pt x="324051" y="800818"/>
                  </a:lnTo>
                  <a:lnTo>
                    <a:pt x="321415" y="799650"/>
                  </a:lnTo>
                  <a:lnTo>
                    <a:pt x="319658" y="799291"/>
                  </a:lnTo>
                  <a:lnTo>
                    <a:pt x="318603" y="798572"/>
                  </a:lnTo>
                  <a:lnTo>
                    <a:pt x="316670" y="796506"/>
                  </a:lnTo>
                  <a:lnTo>
                    <a:pt x="314298" y="793990"/>
                  </a:lnTo>
                  <a:lnTo>
                    <a:pt x="311398" y="792642"/>
                  </a:lnTo>
                  <a:lnTo>
                    <a:pt x="309377" y="790216"/>
                  </a:lnTo>
                  <a:lnTo>
                    <a:pt x="305599" y="788240"/>
                  </a:lnTo>
                  <a:lnTo>
                    <a:pt x="302524" y="787611"/>
                  </a:lnTo>
                  <a:lnTo>
                    <a:pt x="300239" y="785454"/>
                  </a:lnTo>
                  <a:lnTo>
                    <a:pt x="297076" y="781591"/>
                  </a:lnTo>
                  <a:lnTo>
                    <a:pt x="295494" y="779973"/>
                  </a:lnTo>
                  <a:lnTo>
                    <a:pt x="292419" y="777907"/>
                  </a:lnTo>
                  <a:lnTo>
                    <a:pt x="290574" y="776290"/>
                  </a:lnTo>
                  <a:lnTo>
                    <a:pt x="288377" y="775751"/>
                  </a:lnTo>
                  <a:lnTo>
                    <a:pt x="286268" y="774672"/>
                  </a:lnTo>
                  <a:lnTo>
                    <a:pt x="283720" y="773145"/>
                  </a:lnTo>
                  <a:lnTo>
                    <a:pt x="281963" y="770719"/>
                  </a:lnTo>
                  <a:lnTo>
                    <a:pt x="280206" y="769551"/>
                  </a:lnTo>
                  <a:lnTo>
                    <a:pt x="276339" y="766317"/>
                  </a:lnTo>
                  <a:lnTo>
                    <a:pt x="273352" y="765148"/>
                  </a:lnTo>
                  <a:lnTo>
                    <a:pt x="270980" y="762812"/>
                  </a:lnTo>
                  <a:lnTo>
                    <a:pt x="268959" y="761465"/>
                  </a:lnTo>
                  <a:lnTo>
                    <a:pt x="267641" y="761015"/>
                  </a:lnTo>
                  <a:lnTo>
                    <a:pt x="265795" y="760387"/>
                  </a:lnTo>
                  <a:lnTo>
                    <a:pt x="263862" y="759218"/>
                  </a:lnTo>
                  <a:lnTo>
                    <a:pt x="262720" y="757601"/>
                  </a:lnTo>
                  <a:lnTo>
                    <a:pt x="261754" y="757242"/>
                  </a:lnTo>
                  <a:lnTo>
                    <a:pt x="260611" y="756164"/>
                  </a:lnTo>
                  <a:lnTo>
                    <a:pt x="259206" y="755535"/>
                  </a:lnTo>
                  <a:lnTo>
                    <a:pt x="258151" y="755175"/>
                  </a:lnTo>
                  <a:lnTo>
                    <a:pt x="256570" y="753917"/>
                  </a:lnTo>
                  <a:lnTo>
                    <a:pt x="255427" y="753648"/>
                  </a:lnTo>
                  <a:lnTo>
                    <a:pt x="253758" y="752031"/>
                  </a:lnTo>
                  <a:lnTo>
                    <a:pt x="250858" y="749964"/>
                  </a:lnTo>
                  <a:lnTo>
                    <a:pt x="249101" y="748077"/>
                  </a:lnTo>
                  <a:lnTo>
                    <a:pt x="246904" y="745831"/>
                  </a:lnTo>
                  <a:lnTo>
                    <a:pt x="244883" y="744304"/>
                  </a:lnTo>
                  <a:lnTo>
                    <a:pt x="243477" y="743675"/>
                  </a:lnTo>
                  <a:lnTo>
                    <a:pt x="241720" y="742776"/>
                  </a:lnTo>
                  <a:lnTo>
                    <a:pt x="240051" y="741428"/>
                  </a:lnTo>
                  <a:lnTo>
                    <a:pt x="238030" y="739811"/>
                  </a:lnTo>
                  <a:lnTo>
                    <a:pt x="236272" y="737835"/>
                  </a:lnTo>
                  <a:lnTo>
                    <a:pt x="234779" y="736936"/>
                  </a:lnTo>
                  <a:lnTo>
                    <a:pt x="232846" y="736307"/>
                  </a:lnTo>
                  <a:lnTo>
                    <a:pt x="230473" y="734870"/>
                  </a:lnTo>
                  <a:lnTo>
                    <a:pt x="229067" y="733971"/>
                  </a:lnTo>
                  <a:lnTo>
                    <a:pt x="226783" y="732534"/>
                  </a:lnTo>
                  <a:lnTo>
                    <a:pt x="225025" y="731545"/>
                  </a:lnTo>
                  <a:lnTo>
                    <a:pt x="222389" y="729479"/>
                  </a:lnTo>
                  <a:lnTo>
                    <a:pt x="220720" y="728041"/>
                  </a:lnTo>
                  <a:lnTo>
                    <a:pt x="218699" y="726693"/>
                  </a:lnTo>
                  <a:lnTo>
                    <a:pt x="216063" y="726244"/>
                  </a:lnTo>
                  <a:lnTo>
                    <a:pt x="214306" y="724267"/>
                  </a:lnTo>
                  <a:lnTo>
                    <a:pt x="212548" y="722201"/>
                  </a:lnTo>
                  <a:lnTo>
                    <a:pt x="209122" y="720674"/>
                  </a:lnTo>
                  <a:lnTo>
                    <a:pt x="206925" y="718966"/>
                  </a:lnTo>
                  <a:lnTo>
                    <a:pt x="205607" y="716990"/>
                  </a:lnTo>
                  <a:lnTo>
                    <a:pt x="203147" y="714923"/>
                  </a:lnTo>
                  <a:lnTo>
                    <a:pt x="201565" y="713126"/>
                  </a:lnTo>
                  <a:lnTo>
                    <a:pt x="199632" y="711239"/>
                  </a:lnTo>
                  <a:lnTo>
                    <a:pt x="197348" y="709802"/>
                  </a:lnTo>
                  <a:lnTo>
                    <a:pt x="195063" y="708634"/>
                  </a:lnTo>
                  <a:lnTo>
                    <a:pt x="191373" y="707376"/>
                  </a:lnTo>
                  <a:lnTo>
                    <a:pt x="189527" y="705669"/>
                  </a:lnTo>
                  <a:lnTo>
                    <a:pt x="188649" y="703423"/>
                  </a:lnTo>
                  <a:lnTo>
                    <a:pt x="186716" y="701805"/>
                  </a:lnTo>
                  <a:lnTo>
                    <a:pt x="183465" y="699469"/>
                  </a:lnTo>
                  <a:lnTo>
                    <a:pt x="182059" y="697942"/>
                  </a:lnTo>
                  <a:lnTo>
                    <a:pt x="180389" y="695875"/>
                  </a:lnTo>
                  <a:lnTo>
                    <a:pt x="178808" y="694168"/>
                  </a:lnTo>
                  <a:lnTo>
                    <a:pt x="177841" y="693629"/>
                  </a:lnTo>
                  <a:lnTo>
                    <a:pt x="175996" y="692641"/>
                  </a:lnTo>
                  <a:lnTo>
                    <a:pt x="174502" y="691832"/>
                  </a:lnTo>
                  <a:lnTo>
                    <a:pt x="172657" y="690305"/>
                  </a:lnTo>
                  <a:lnTo>
                    <a:pt x="168264" y="688598"/>
                  </a:lnTo>
                  <a:lnTo>
                    <a:pt x="165101" y="686262"/>
                  </a:lnTo>
                  <a:lnTo>
                    <a:pt x="162992" y="684734"/>
                  </a:lnTo>
                  <a:lnTo>
                    <a:pt x="161234" y="683027"/>
                  </a:lnTo>
                  <a:lnTo>
                    <a:pt x="158071" y="681230"/>
                  </a:lnTo>
                  <a:lnTo>
                    <a:pt x="155260" y="679164"/>
                  </a:lnTo>
                  <a:lnTo>
                    <a:pt x="152887" y="677456"/>
                  </a:lnTo>
                  <a:lnTo>
                    <a:pt x="150339" y="675300"/>
                  </a:lnTo>
                  <a:lnTo>
                    <a:pt x="147791" y="673503"/>
                  </a:lnTo>
                  <a:lnTo>
                    <a:pt x="146034" y="672964"/>
                  </a:lnTo>
                  <a:lnTo>
                    <a:pt x="143485" y="671167"/>
                  </a:lnTo>
                  <a:lnTo>
                    <a:pt x="140937" y="668202"/>
                  </a:lnTo>
                  <a:lnTo>
                    <a:pt x="138477" y="667483"/>
                  </a:lnTo>
                  <a:lnTo>
                    <a:pt x="135402" y="665956"/>
                  </a:lnTo>
                  <a:lnTo>
                    <a:pt x="132854" y="664788"/>
                  </a:lnTo>
                  <a:lnTo>
                    <a:pt x="130569" y="661823"/>
                  </a:lnTo>
                  <a:lnTo>
                    <a:pt x="126176" y="659127"/>
                  </a:lnTo>
                  <a:lnTo>
                    <a:pt x="121343" y="655354"/>
                  </a:lnTo>
                  <a:lnTo>
                    <a:pt x="119586" y="653287"/>
                  </a:lnTo>
                  <a:lnTo>
                    <a:pt x="117565" y="651850"/>
                  </a:lnTo>
                  <a:lnTo>
                    <a:pt x="115456" y="650322"/>
                  </a:lnTo>
                  <a:lnTo>
                    <a:pt x="113435" y="648525"/>
                  </a:lnTo>
                  <a:lnTo>
                    <a:pt x="110360" y="645650"/>
                  </a:lnTo>
                  <a:lnTo>
                    <a:pt x="107548" y="644662"/>
                  </a:lnTo>
                  <a:lnTo>
                    <a:pt x="105703" y="642416"/>
                  </a:lnTo>
                  <a:lnTo>
                    <a:pt x="102364" y="640529"/>
                  </a:lnTo>
                  <a:lnTo>
                    <a:pt x="99113" y="638552"/>
                  </a:lnTo>
                  <a:lnTo>
                    <a:pt x="96565" y="636216"/>
                  </a:lnTo>
                  <a:lnTo>
                    <a:pt x="94720" y="635048"/>
                  </a:lnTo>
                  <a:lnTo>
                    <a:pt x="92259" y="634778"/>
                  </a:lnTo>
                  <a:lnTo>
                    <a:pt x="90502" y="633161"/>
                  </a:lnTo>
                  <a:lnTo>
                    <a:pt x="86460" y="630556"/>
                  </a:lnTo>
                  <a:lnTo>
                    <a:pt x="85318" y="629208"/>
                  </a:lnTo>
                  <a:lnTo>
                    <a:pt x="82682" y="628040"/>
                  </a:lnTo>
                  <a:lnTo>
                    <a:pt x="80661" y="626692"/>
                  </a:lnTo>
                  <a:lnTo>
                    <a:pt x="77498" y="624626"/>
                  </a:lnTo>
                  <a:lnTo>
                    <a:pt x="74335" y="622559"/>
                  </a:lnTo>
                  <a:lnTo>
                    <a:pt x="72226" y="620313"/>
                  </a:lnTo>
                  <a:lnTo>
                    <a:pt x="69150" y="618426"/>
                  </a:lnTo>
                  <a:lnTo>
                    <a:pt x="66339" y="616988"/>
                  </a:lnTo>
                  <a:lnTo>
                    <a:pt x="65021" y="616180"/>
                  </a:lnTo>
                  <a:lnTo>
                    <a:pt x="62736" y="615012"/>
                  </a:lnTo>
                  <a:lnTo>
                    <a:pt x="59924" y="613574"/>
                  </a:lnTo>
                  <a:lnTo>
                    <a:pt x="59134" y="611777"/>
                  </a:lnTo>
                  <a:lnTo>
                    <a:pt x="57376" y="611148"/>
                  </a:lnTo>
                  <a:lnTo>
                    <a:pt x="55707" y="609441"/>
                  </a:lnTo>
                  <a:lnTo>
                    <a:pt x="50523" y="607375"/>
                  </a:lnTo>
                  <a:lnTo>
                    <a:pt x="45866" y="602882"/>
                  </a:lnTo>
                  <a:lnTo>
                    <a:pt x="41736" y="600816"/>
                  </a:lnTo>
                  <a:lnTo>
                    <a:pt x="39803" y="599288"/>
                  </a:lnTo>
                  <a:lnTo>
                    <a:pt x="37782" y="597851"/>
                  </a:lnTo>
                  <a:lnTo>
                    <a:pt x="37167" y="597402"/>
                  </a:lnTo>
                  <a:lnTo>
                    <a:pt x="36288" y="597042"/>
                  </a:lnTo>
                  <a:lnTo>
                    <a:pt x="34531" y="595874"/>
                  </a:lnTo>
                  <a:lnTo>
                    <a:pt x="32246" y="594616"/>
                  </a:lnTo>
                  <a:lnTo>
                    <a:pt x="29435" y="592909"/>
                  </a:lnTo>
                  <a:lnTo>
                    <a:pt x="26447" y="591202"/>
                  </a:lnTo>
                  <a:lnTo>
                    <a:pt x="23987" y="589675"/>
                  </a:lnTo>
                  <a:lnTo>
                    <a:pt x="20824" y="587069"/>
                  </a:lnTo>
                  <a:lnTo>
                    <a:pt x="18539" y="586440"/>
                  </a:lnTo>
                  <a:lnTo>
                    <a:pt x="16958" y="584553"/>
                  </a:lnTo>
                  <a:lnTo>
                    <a:pt x="13355" y="582487"/>
                  </a:lnTo>
                  <a:lnTo>
                    <a:pt x="11246" y="581678"/>
                  </a:lnTo>
                  <a:lnTo>
                    <a:pt x="10192" y="580510"/>
                  </a:lnTo>
                  <a:lnTo>
                    <a:pt x="7029" y="578084"/>
                  </a:lnTo>
                  <a:lnTo>
                    <a:pt x="2548" y="576736"/>
                  </a:lnTo>
                  <a:lnTo>
                    <a:pt x="0" y="575479"/>
                  </a:lnTo>
                  <a:lnTo>
                    <a:pt x="17836" y="549422"/>
                  </a:lnTo>
                  <a:lnTo>
                    <a:pt x="40857" y="561911"/>
                  </a:lnTo>
                  <a:lnTo>
                    <a:pt x="44987" y="564337"/>
                  </a:lnTo>
                  <a:lnTo>
                    <a:pt x="47447" y="565775"/>
                  </a:lnTo>
                  <a:lnTo>
                    <a:pt x="49205" y="567033"/>
                  </a:lnTo>
                  <a:lnTo>
                    <a:pt x="51841" y="568740"/>
                  </a:lnTo>
                  <a:lnTo>
                    <a:pt x="56937" y="572514"/>
                  </a:lnTo>
                  <a:lnTo>
                    <a:pt x="59837" y="574850"/>
                  </a:lnTo>
                  <a:lnTo>
                    <a:pt x="60715" y="575479"/>
                  </a:lnTo>
                  <a:lnTo>
                    <a:pt x="61594" y="576107"/>
                  </a:lnTo>
                  <a:lnTo>
                    <a:pt x="63000" y="577275"/>
                  </a:lnTo>
                  <a:lnTo>
                    <a:pt x="64318" y="578354"/>
                  </a:lnTo>
                  <a:lnTo>
                    <a:pt x="64757" y="578623"/>
                  </a:lnTo>
                  <a:lnTo>
                    <a:pt x="76531" y="587878"/>
                  </a:lnTo>
                  <a:lnTo>
                    <a:pt x="91381" y="599378"/>
                  </a:lnTo>
                  <a:lnTo>
                    <a:pt x="101573" y="607465"/>
                  </a:lnTo>
                  <a:lnTo>
                    <a:pt x="106494" y="611328"/>
                  </a:lnTo>
                  <a:lnTo>
                    <a:pt x="110975" y="614652"/>
                  </a:lnTo>
                  <a:lnTo>
                    <a:pt x="111766" y="615102"/>
                  </a:lnTo>
                  <a:lnTo>
                    <a:pt x="112293" y="613574"/>
                  </a:lnTo>
                  <a:lnTo>
                    <a:pt x="112381" y="613215"/>
                  </a:lnTo>
                  <a:lnTo>
                    <a:pt x="112469" y="612945"/>
                  </a:lnTo>
                  <a:lnTo>
                    <a:pt x="112820" y="611867"/>
                  </a:lnTo>
                  <a:lnTo>
                    <a:pt x="113699" y="610519"/>
                  </a:lnTo>
                  <a:lnTo>
                    <a:pt x="114226" y="609441"/>
                  </a:lnTo>
                  <a:lnTo>
                    <a:pt x="115280" y="607644"/>
                  </a:lnTo>
                  <a:lnTo>
                    <a:pt x="115895" y="606746"/>
                  </a:lnTo>
                  <a:lnTo>
                    <a:pt x="116862" y="606027"/>
                  </a:lnTo>
                  <a:lnTo>
                    <a:pt x="117653" y="605218"/>
                  </a:lnTo>
                  <a:lnTo>
                    <a:pt x="118268" y="604500"/>
                  </a:lnTo>
                  <a:lnTo>
                    <a:pt x="118619" y="604140"/>
                  </a:lnTo>
                  <a:lnTo>
                    <a:pt x="118971" y="603601"/>
                  </a:lnTo>
                  <a:lnTo>
                    <a:pt x="119234" y="603152"/>
                  </a:lnTo>
                  <a:lnTo>
                    <a:pt x="118268" y="602343"/>
                  </a:lnTo>
                  <a:lnTo>
                    <a:pt x="117213" y="601445"/>
                  </a:lnTo>
                  <a:lnTo>
                    <a:pt x="117038" y="601265"/>
                  </a:lnTo>
                  <a:lnTo>
                    <a:pt x="116774" y="600995"/>
                  </a:lnTo>
                  <a:lnTo>
                    <a:pt x="115544" y="599917"/>
                  </a:lnTo>
                  <a:lnTo>
                    <a:pt x="112732" y="595155"/>
                  </a:lnTo>
                  <a:lnTo>
                    <a:pt x="112205" y="594167"/>
                  </a:lnTo>
                  <a:lnTo>
                    <a:pt x="112029" y="593897"/>
                  </a:lnTo>
                  <a:lnTo>
                    <a:pt x="112469" y="591561"/>
                  </a:lnTo>
                  <a:lnTo>
                    <a:pt x="112908" y="587878"/>
                  </a:lnTo>
                  <a:lnTo>
                    <a:pt x="112996" y="587338"/>
                  </a:lnTo>
                  <a:lnTo>
                    <a:pt x="113874" y="583026"/>
                  </a:lnTo>
                  <a:lnTo>
                    <a:pt x="114489" y="579791"/>
                  </a:lnTo>
                  <a:lnTo>
                    <a:pt x="114577" y="577006"/>
                  </a:lnTo>
                  <a:lnTo>
                    <a:pt x="114489" y="573142"/>
                  </a:lnTo>
                  <a:lnTo>
                    <a:pt x="114577" y="570537"/>
                  </a:lnTo>
                  <a:lnTo>
                    <a:pt x="114402" y="565595"/>
                  </a:lnTo>
                  <a:lnTo>
                    <a:pt x="118004" y="565595"/>
                  </a:lnTo>
                  <a:lnTo>
                    <a:pt x="120816" y="565505"/>
                  </a:lnTo>
                  <a:lnTo>
                    <a:pt x="122925" y="565326"/>
                  </a:lnTo>
                  <a:lnTo>
                    <a:pt x="124946" y="565056"/>
                  </a:lnTo>
                  <a:lnTo>
                    <a:pt x="125473" y="565056"/>
                  </a:lnTo>
                  <a:lnTo>
                    <a:pt x="127054" y="564787"/>
                  </a:lnTo>
                  <a:lnTo>
                    <a:pt x="127142" y="565146"/>
                  </a:lnTo>
                  <a:lnTo>
                    <a:pt x="128460" y="565415"/>
                  </a:lnTo>
                  <a:lnTo>
                    <a:pt x="132854" y="566224"/>
                  </a:lnTo>
                  <a:lnTo>
                    <a:pt x="134699" y="566584"/>
                  </a:lnTo>
                  <a:lnTo>
                    <a:pt x="137071" y="566943"/>
                  </a:lnTo>
                  <a:lnTo>
                    <a:pt x="140674" y="567392"/>
                  </a:lnTo>
                  <a:lnTo>
                    <a:pt x="142958" y="567662"/>
                  </a:lnTo>
                  <a:lnTo>
                    <a:pt x="148845" y="568380"/>
                  </a:lnTo>
                  <a:lnTo>
                    <a:pt x="154205" y="569099"/>
                  </a:lnTo>
                  <a:lnTo>
                    <a:pt x="159038" y="569728"/>
                  </a:lnTo>
                  <a:lnTo>
                    <a:pt x="164837" y="570447"/>
                  </a:lnTo>
                  <a:lnTo>
                    <a:pt x="170900" y="571256"/>
                  </a:lnTo>
                  <a:lnTo>
                    <a:pt x="171075" y="571256"/>
                  </a:lnTo>
                  <a:lnTo>
                    <a:pt x="178456" y="572334"/>
                  </a:lnTo>
                  <a:lnTo>
                    <a:pt x="186804" y="573412"/>
                  </a:lnTo>
                  <a:lnTo>
                    <a:pt x="187682" y="573502"/>
                  </a:lnTo>
                  <a:lnTo>
                    <a:pt x="193481" y="574221"/>
                  </a:lnTo>
                  <a:lnTo>
                    <a:pt x="193394" y="575748"/>
                  </a:lnTo>
                  <a:lnTo>
                    <a:pt x="192427" y="587428"/>
                  </a:lnTo>
                  <a:lnTo>
                    <a:pt x="193130" y="587608"/>
                  </a:lnTo>
                  <a:lnTo>
                    <a:pt x="201389" y="588956"/>
                  </a:lnTo>
                  <a:lnTo>
                    <a:pt x="201389" y="591921"/>
                  </a:lnTo>
                  <a:lnTo>
                    <a:pt x="202971" y="592100"/>
                  </a:lnTo>
                  <a:lnTo>
                    <a:pt x="212285" y="588417"/>
                  </a:lnTo>
                  <a:lnTo>
                    <a:pt x="217030" y="586530"/>
                  </a:lnTo>
                  <a:lnTo>
                    <a:pt x="222829" y="581498"/>
                  </a:lnTo>
                  <a:lnTo>
                    <a:pt x="224586" y="575209"/>
                  </a:lnTo>
                  <a:lnTo>
                    <a:pt x="223005" y="566763"/>
                  </a:lnTo>
                  <a:lnTo>
                    <a:pt x="220808" y="559216"/>
                  </a:lnTo>
                  <a:lnTo>
                    <a:pt x="222214" y="549333"/>
                  </a:lnTo>
                  <a:lnTo>
                    <a:pt x="231088" y="536394"/>
                  </a:lnTo>
                  <a:lnTo>
                    <a:pt x="241193" y="527499"/>
                  </a:lnTo>
                  <a:lnTo>
                    <a:pt x="250507" y="519772"/>
                  </a:lnTo>
                  <a:lnTo>
                    <a:pt x="254197" y="515460"/>
                  </a:lnTo>
                  <a:lnTo>
                    <a:pt x="255252" y="514292"/>
                  </a:lnTo>
                  <a:lnTo>
                    <a:pt x="254373" y="512854"/>
                  </a:lnTo>
                  <a:lnTo>
                    <a:pt x="252879" y="510608"/>
                  </a:lnTo>
                  <a:lnTo>
                    <a:pt x="251034" y="507194"/>
                  </a:lnTo>
                  <a:lnTo>
                    <a:pt x="250595" y="506475"/>
                  </a:lnTo>
                  <a:lnTo>
                    <a:pt x="247783" y="502342"/>
                  </a:lnTo>
                  <a:lnTo>
                    <a:pt x="245410" y="499467"/>
                  </a:lnTo>
                  <a:lnTo>
                    <a:pt x="244356" y="495244"/>
                  </a:lnTo>
                  <a:lnTo>
                    <a:pt x="243390" y="490751"/>
                  </a:lnTo>
                  <a:lnTo>
                    <a:pt x="243126" y="488954"/>
                  </a:lnTo>
                  <a:lnTo>
                    <a:pt x="242950" y="487517"/>
                  </a:lnTo>
                  <a:lnTo>
                    <a:pt x="242774" y="486439"/>
                  </a:lnTo>
                  <a:lnTo>
                    <a:pt x="242774" y="485271"/>
                  </a:lnTo>
                  <a:lnTo>
                    <a:pt x="242862" y="483024"/>
                  </a:lnTo>
                  <a:lnTo>
                    <a:pt x="242862" y="482396"/>
                  </a:lnTo>
                  <a:lnTo>
                    <a:pt x="243126" y="479970"/>
                  </a:lnTo>
                  <a:lnTo>
                    <a:pt x="243565" y="477903"/>
                  </a:lnTo>
                  <a:lnTo>
                    <a:pt x="244180" y="475567"/>
                  </a:lnTo>
                  <a:lnTo>
                    <a:pt x="244708" y="473950"/>
                  </a:lnTo>
                  <a:lnTo>
                    <a:pt x="245410" y="472153"/>
                  </a:lnTo>
                  <a:lnTo>
                    <a:pt x="246026" y="470625"/>
                  </a:lnTo>
                  <a:lnTo>
                    <a:pt x="247256" y="467391"/>
                  </a:lnTo>
                  <a:lnTo>
                    <a:pt x="247783" y="465863"/>
                  </a:lnTo>
                  <a:lnTo>
                    <a:pt x="255427" y="446007"/>
                  </a:lnTo>
                  <a:lnTo>
                    <a:pt x="256042" y="444480"/>
                  </a:lnTo>
                  <a:lnTo>
                    <a:pt x="256306" y="443671"/>
                  </a:lnTo>
                  <a:lnTo>
                    <a:pt x="256921" y="442143"/>
                  </a:lnTo>
                  <a:lnTo>
                    <a:pt x="280557" y="451308"/>
                  </a:lnTo>
                  <a:lnTo>
                    <a:pt x="283193" y="451488"/>
                  </a:lnTo>
                  <a:lnTo>
                    <a:pt x="284247" y="451218"/>
                  </a:lnTo>
                  <a:lnTo>
                    <a:pt x="286620" y="450050"/>
                  </a:lnTo>
                  <a:lnTo>
                    <a:pt x="291365" y="447175"/>
                  </a:lnTo>
                  <a:lnTo>
                    <a:pt x="308059" y="424353"/>
                  </a:lnTo>
                  <a:lnTo>
                    <a:pt x="335386" y="386258"/>
                  </a:lnTo>
                  <a:lnTo>
                    <a:pt x="339955" y="374218"/>
                  </a:lnTo>
                  <a:lnTo>
                    <a:pt x="347160" y="359393"/>
                  </a:lnTo>
                  <a:lnTo>
                    <a:pt x="355683" y="345377"/>
                  </a:lnTo>
                  <a:lnTo>
                    <a:pt x="368511" y="328934"/>
                  </a:lnTo>
                  <a:lnTo>
                    <a:pt x="383449" y="310785"/>
                  </a:lnTo>
                  <a:lnTo>
                    <a:pt x="393202" y="303597"/>
                  </a:lnTo>
                  <a:lnTo>
                    <a:pt x="447064" y="271971"/>
                  </a:lnTo>
                  <a:lnTo>
                    <a:pt x="447767" y="268826"/>
                  </a:lnTo>
                  <a:lnTo>
                    <a:pt x="446010" y="259032"/>
                  </a:lnTo>
                  <a:lnTo>
                    <a:pt x="441704" y="244836"/>
                  </a:lnTo>
                  <a:lnTo>
                    <a:pt x="437487" y="230371"/>
                  </a:lnTo>
                  <a:lnTo>
                    <a:pt x="433093" y="211413"/>
                  </a:lnTo>
                  <a:lnTo>
                    <a:pt x="437135" y="215815"/>
                  </a:lnTo>
                  <a:lnTo>
                    <a:pt x="443286" y="222105"/>
                  </a:lnTo>
                  <a:lnTo>
                    <a:pt x="449085" y="226417"/>
                  </a:lnTo>
                  <a:lnTo>
                    <a:pt x="455499" y="228214"/>
                  </a:lnTo>
                  <a:lnTo>
                    <a:pt x="464110" y="232527"/>
                  </a:lnTo>
                  <a:lnTo>
                    <a:pt x="473424" y="234414"/>
                  </a:lnTo>
                  <a:lnTo>
                    <a:pt x="482474" y="234414"/>
                  </a:lnTo>
                  <a:lnTo>
                    <a:pt x="489855" y="235133"/>
                  </a:lnTo>
                  <a:lnTo>
                    <a:pt x="493457" y="236391"/>
                  </a:lnTo>
                  <a:lnTo>
                    <a:pt x="497675" y="239625"/>
                  </a:lnTo>
                  <a:lnTo>
                    <a:pt x="501190" y="246004"/>
                  </a:lnTo>
                  <a:lnTo>
                    <a:pt x="506989" y="252384"/>
                  </a:lnTo>
                  <a:lnTo>
                    <a:pt x="511558" y="257685"/>
                  </a:lnTo>
                  <a:lnTo>
                    <a:pt x="515248" y="263974"/>
                  </a:lnTo>
                  <a:lnTo>
                    <a:pt x="526671" y="271611"/>
                  </a:lnTo>
                  <a:lnTo>
                    <a:pt x="531767" y="275834"/>
                  </a:lnTo>
                  <a:lnTo>
                    <a:pt x="535545" y="279069"/>
                  </a:lnTo>
                  <a:lnTo>
                    <a:pt x="538797" y="283561"/>
                  </a:lnTo>
                  <a:lnTo>
                    <a:pt x="539587" y="284280"/>
                  </a:lnTo>
                  <a:lnTo>
                    <a:pt x="547407" y="291198"/>
                  </a:lnTo>
                  <a:lnTo>
                    <a:pt x="552152" y="298476"/>
                  </a:lnTo>
                  <a:lnTo>
                    <a:pt x="556370" y="300722"/>
                  </a:lnTo>
                  <a:lnTo>
                    <a:pt x="566387" y="307730"/>
                  </a:lnTo>
                  <a:lnTo>
                    <a:pt x="570780" y="309976"/>
                  </a:lnTo>
                  <a:lnTo>
                    <a:pt x="571834" y="310695"/>
                  </a:lnTo>
                  <a:lnTo>
                    <a:pt x="575173" y="312852"/>
                  </a:lnTo>
                  <a:lnTo>
                    <a:pt x="581060" y="317344"/>
                  </a:lnTo>
                  <a:lnTo>
                    <a:pt x="583608" y="317883"/>
                  </a:lnTo>
                  <a:lnTo>
                    <a:pt x="591253" y="318332"/>
                  </a:lnTo>
                  <a:lnTo>
                    <a:pt x="593625" y="318871"/>
                  </a:lnTo>
                  <a:lnTo>
                    <a:pt x="597403" y="321208"/>
                  </a:lnTo>
                  <a:lnTo>
                    <a:pt x="604169" y="325251"/>
                  </a:lnTo>
                  <a:lnTo>
                    <a:pt x="608650" y="326598"/>
                  </a:lnTo>
                  <a:lnTo>
                    <a:pt x="610056" y="327138"/>
                  </a:lnTo>
                  <a:lnTo>
                    <a:pt x="608475" y="328575"/>
                  </a:lnTo>
                  <a:lnTo>
                    <a:pt x="607069" y="329833"/>
                  </a:lnTo>
                  <a:lnTo>
                    <a:pt x="606454" y="331001"/>
                  </a:lnTo>
                  <a:lnTo>
                    <a:pt x="606981" y="332528"/>
                  </a:lnTo>
                  <a:lnTo>
                    <a:pt x="606629" y="337829"/>
                  </a:lnTo>
                  <a:lnTo>
                    <a:pt x="604521" y="342322"/>
                  </a:lnTo>
                  <a:lnTo>
                    <a:pt x="597579" y="354272"/>
                  </a:lnTo>
                  <a:lnTo>
                    <a:pt x="595119" y="360022"/>
                  </a:lnTo>
                  <a:lnTo>
                    <a:pt x="593889" y="366940"/>
                  </a:lnTo>
                  <a:lnTo>
                    <a:pt x="596437" y="371253"/>
                  </a:lnTo>
                  <a:lnTo>
                    <a:pt x="601972" y="378531"/>
                  </a:lnTo>
                  <a:lnTo>
                    <a:pt x="608035" y="385090"/>
                  </a:lnTo>
                  <a:lnTo>
                    <a:pt x="609880" y="388324"/>
                  </a:lnTo>
                  <a:lnTo>
                    <a:pt x="612604" y="391918"/>
                  </a:lnTo>
                  <a:lnTo>
                    <a:pt x="631496" y="406833"/>
                  </a:lnTo>
                  <a:lnTo>
                    <a:pt x="634132" y="409079"/>
                  </a:lnTo>
                  <a:lnTo>
                    <a:pt x="638964" y="418783"/>
                  </a:lnTo>
                  <a:lnTo>
                    <a:pt x="646345" y="432979"/>
                  </a:lnTo>
                  <a:lnTo>
                    <a:pt x="646345" y="434956"/>
                  </a:lnTo>
                  <a:lnTo>
                    <a:pt x="644588" y="439268"/>
                  </a:lnTo>
                  <a:lnTo>
                    <a:pt x="644939" y="443222"/>
                  </a:lnTo>
                  <a:lnTo>
                    <a:pt x="648102" y="448073"/>
                  </a:lnTo>
                  <a:lnTo>
                    <a:pt x="657416" y="454543"/>
                  </a:lnTo>
                  <a:lnTo>
                    <a:pt x="653726" y="464426"/>
                  </a:lnTo>
                  <a:lnTo>
                    <a:pt x="647399" y="480149"/>
                  </a:lnTo>
                  <a:lnTo>
                    <a:pt x="647312" y="480329"/>
                  </a:lnTo>
                  <a:lnTo>
                    <a:pt x="646433" y="482575"/>
                  </a:lnTo>
                  <a:lnTo>
                    <a:pt x="643533" y="489583"/>
                  </a:lnTo>
                  <a:lnTo>
                    <a:pt x="645203" y="490123"/>
                  </a:lnTo>
                  <a:lnTo>
                    <a:pt x="652847" y="493177"/>
                  </a:lnTo>
                  <a:lnTo>
                    <a:pt x="654077" y="493716"/>
                  </a:lnTo>
                  <a:lnTo>
                    <a:pt x="654517" y="493896"/>
                  </a:lnTo>
                  <a:lnTo>
                    <a:pt x="655220" y="494166"/>
                  </a:lnTo>
                  <a:lnTo>
                    <a:pt x="655307" y="493806"/>
                  </a:lnTo>
                  <a:lnTo>
                    <a:pt x="658295" y="485989"/>
                  </a:lnTo>
                  <a:lnTo>
                    <a:pt x="658646" y="484732"/>
                  </a:lnTo>
                  <a:lnTo>
                    <a:pt x="659613" y="483564"/>
                  </a:lnTo>
                  <a:lnTo>
                    <a:pt x="660579" y="482396"/>
                  </a:lnTo>
                  <a:lnTo>
                    <a:pt x="664621" y="477364"/>
                  </a:lnTo>
                  <a:lnTo>
                    <a:pt x="665939" y="475926"/>
                  </a:lnTo>
                  <a:lnTo>
                    <a:pt x="671738" y="468918"/>
                  </a:lnTo>
                  <a:lnTo>
                    <a:pt x="677098" y="462449"/>
                  </a:lnTo>
                  <a:lnTo>
                    <a:pt x="677362" y="462809"/>
                  </a:lnTo>
                  <a:lnTo>
                    <a:pt x="677538" y="462988"/>
                  </a:lnTo>
                  <a:lnTo>
                    <a:pt x="678065" y="463438"/>
                  </a:lnTo>
                  <a:lnTo>
                    <a:pt x="679207" y="464426"/>
                  </a:lnTo>
                  <a:lnTo>
                    <a:pt x="681667" y="466492"/>
                  </a:lnTo>
                  <a:lnTo>
                    <a:pt x="682546" y="467211"/>
                  </a:lnTo>
                  <a:lnTo>
                    <a:pt x="683337" y="467840"/>
                  </a:lnTo>
                  <a:lnTo>
                    <a:pt x="683776" y="468200"/>
                  </a:lnTo>
                  <a:lnTo>
                    <a:pt x="684479" y="468739"/>
                  </a:lnTo>
                  <a:lnTo>
                    <a:pt x="685182" y="469098"/>
                  </a:lnTo>
                  <a:lnTo>
                    <a:pt x="686324" y="469368"/>
                  </a:lnTo>
                  <a:lnTo>
                    <a:pt x="687554" y="469637"/>
                  </a:lnTo>
                  <a:lnTo>
                    <a:pt x="688257" y="469727"/>
                  </a:lnTo>
                  <a:lnTo>
                    <a:pt x="689487" y="469817"/>
                  </a:lnTo>
                  <a:lnTo>
                    <a:pt x="690103" y="470176"/>
                  </a:lnTo>
                  <a:lnTo>
                    <a:pt x="691684" y="471254"/>
                  </a:lnTo>
                  <a:lnTo>
                    <a:pt x="691860" y="471434"/>
                  </a:lnTo>
                  <a:lnTo>
                    <a:pt x="691860" y="471704"/>
                  </a:lnTo>
                  <a:lnTo>
                    <a:pt x="691860" y="472243"/>
                  </a:lnTo>
                  <a:lnTo>
                    <a:pt x="691772" y="474848"/>
                  </a:lnTo>
                  <a:lnTo>
                    <a:pt x="691508" y="475567"/>
                  </a:lnTo>
                  <a:lnTo>
                    <a:pt x="691421" y="476106"/>
                  </a:lnTo>
                  <a:lnTo>
                    <a:pt x="691333" y="476555"/>
                  </a:lnTo>
                  <a:lnTo>
                    <a:pt x="691421" y="477184"/>
                  </a:lnTo>
                  <a:lnTo>
                    <a:pt x="691508" y="477544"/>
                  </a:lnTo>
                  <a:lnTo>
                    <a:pt x="691772" y="478173"/>
                  </a:lnTo>
                  <a:lnTo>
                    <a:pt x="693529" y="480239"/>
                  </a:lnTo>
                  <a:lnTo>
                    <a:pt x="694232" y="480958"/>
                  </a:lnTo>
                  <a:lnTo>
                    <a:pt x="694496" y="481138"/>
                  </a:lnTo>
                  <a:lnTo>
                    <a:pt x="694847" y="481228"/>
                  </a:lnTo>
                  <a:lnTo>
                    <a:pt x="695199" y="481228"/>
                  </a:lnTo>
                  <a:lnTo>
                    <a:pt x="695638" y="481228"/>
                  </a:lnTo>
                  <a:lnTo>
                    <a:pt x="696077" y="481228"/>
                  </a:lnTo>
                  <a:lnTo>
                    <a:pt x="696517" y="481407"/>
                  </a:lnTo>
                  <a:lnTo>
                    <a:pt x="696868" y="481677"/>
                  </a:lnTo>
                  <a:lnTo>
                    <a:pt x="697308" y="481946"/>
                  </a:lnTo>
                  <a:lnTo>
                    <a:pt x="697483" y="482036"/>
                  </a:lnTo>
                  <a:lnTo>
                    <a:pt x="697835" y="482126"/>
                  </a:lnTo>
                  <a:lnTo>
                    <a:pt x="698186" y="482575"/>
                  </a:lnTo>
                  <a:lnTo>
                    <a:pt x="698362" y="483024"/>
                  </a:lnTo>
                  <a:lnTo>
                    <a:pt x="698450" y="483294"/>
                  </a:lnTo>
                  <a:lnTo>
                    <a:pt x="698538" y="483564"/>
                  </a:lnTo>
                  <a:lnTo>
                    <a:pt x="698713" y="484103"/>
                  </a:lnTo>
                  <a:lnTo>
                    <a:pt x="698801" y="484282"/>
                  </a:lnTo>
                  <a:lnTo>
                    <a:pt x="698889" y="484552"/>
                  </a:lnTo>
                  <a:lnTo>
                    <a:pt x="698889" y="484821"/>
                  </a:lnTo>
                  <a:lnTo>
                    <a:pt x="699153" y="485450"/>
                  </a:lnTo>
                  <a:lnTo>
                    <a:pt x="699856" y="485989"/>
                  </a:lnTo>
                  <a:lnTo>
                    <a:pt x="701086" y="487337"/>
                  </a:lnTo>
                  <a:lnTo>
                    <a:pt x="701174" y="487517"/>
                  </a:lnTo>
                  <a:lnTo>
                    <a:pt x="701349" y="487786"/>
                  </a:lnTo>
                  <a:lnTo>
                    <a:pt x="701613" y="488146"/>
                  </a:lnTo>
                  <a:lnTo>
                    <a:pt x="702140" y="488595"/>
                  </a:lnTo>
                  <a:lnTo>
                    <a:pt x="702492" y="488595"/>
                  </a:lnTo>
                  <a:lnTo>
                    <a:pt x="704073" y="488865"/>
                  </a:lnTo>
                  <a:lnTo>
                    <a:pt x="704600" y="489044"/>
                  </a:lnTo>
                  <a:lnTo>
                    <a:pt x="705040" y="489044"/>
                  </a:lnTo>
                  <a:lnTo>
                    <a:pt x="705479" y="489044"/>
                  </a:lnTo>
                  <a:lnTo>
                    <a:pt x="705831" y="489134"/>
                  </a:lnTo>
                  <a:lnTo>
                    <a:pt x="706006" y="489224"/>
                  </a:lnTo>
                  <a:lnTo>
                    <a:pt x="706270" y="489404"/>
                  </a:lnTo>
                  <a:lnTo>
                    <a:pt x="706973" y="489673"/>
                  </a:lnTo>
                  <a:lnTo>
                    <a:pt x="707412" y="490033"/>
                  </a:lnTo>
                  <a:lnTo>
                    <a:pt x="707676" y="490392"/>
                  </a:lnTo>
                  <a:lnTo>
                    <a:pt x="708115" y="490751"/>
                  </a:lnTo>
                  <a:lnTo>
                    <a:pt x="711454" y="482935"/>
                  </a:lnTo>
                  <a:lnTo>
                    <a:pt x="713914" y="476286"/>
                  </a:lnTo>
                  <a:lnTo>
                    <a:pt x="714705" y="472333"/>
                  </a:lnTo>
                  <a:lnTo>
                    <a:pt x="718044" y="468649"/>
                  </a:lnTo>
                  <a:lnTo>
                    <a:pt x="720416" y="466133"/>
                  </a:lnTo>
                  <a:lnTo>
                    <a:pt x="724195" y="462090"/>
                  </a:lnTo>
                  <a:lnTo>
                    <a:pt x="728939" y="458316"/>
                  </a:lnTo>
                  <a:lnTo>
                    <a:pt x="731663" y="456160"/>
                  </a:lnTo>
                  <a:lnTo>
                    <a:pt x="734739" y="452296"/>
                  </a:lnTo>
                  <a:lnTo>
                    <a:pt x="738341" y="444390"/>
                  </a:lnTo>
                  <a:lnTo>
                    <a:pt x="742471" y="440975"/>
                  </a:lnTo>
                  <a:lnTo>
                    <a:pt x="747655" y="438999"/>
                  </a:lnTo>
                  <a:lnTo>
                    <a:pt x="749852" y="439628"/>
                  </a:lnTo>
                  <a:lnTo>
                    <a:pt x="752312" y="443042"/>
                  </a:lnTo>
                  <a:lnTo>
                    <a:pt x="755036" y="446097"/>
                  </a:lnTo>
                  <a:lnTo>
                    <a:pt x="758287" y="449331"/>
                  </a:lnTo>
                  <a:lnTo>
                    <a:pt x="761099" y="452027"/>
                  </a:lnTo>
                  <a:lnTo>
                    <a:pt x="761626" y="452206"/>
                  </a:lnTo>
                  <a:lnTo>
                    <a:pt x="763295" y="452746"/>
                  </a:lnTo>
                  <a:lnTo>
                    <a:pt x="764965" y="453195"/>
                  </a:lnTo>
                  <a:lnTo>
                    <a:pt x="768392" y="453105"/>
                  </a:lnTo>
                  <a:lnTo>
                    <a:pt x="770500" y="454632"/>
                  </a:lnTo>
                  <a:lnTo>
                    <a:pt x="772609" y="457418"/>
                  </a:lnTo>
                  <a:lnTo>
                    <a:pt x="777178" y="467121"/>
                  </a:lnTo>
                  <a:lnTo>
                    <a:pt x="779814" y="473051"/>
                  </a:lnTo>
                  <a:lnTo>
                    <a:pt x="781044" y="477903"/>
                  </a:lnTo>
                  <a:lnTo>
                    <a:pt x="781923" y="482396"/>
                  </a:lnTo>
                  <a:lnTo>
                    <a:pt x="782889" y="485540"/>
                  </a:lnTo>
                  <a:lnTo>
                    <a:pt x="787634" y="490123"/>
                  </a:lnTo>
                  <a:lnTo>
                    <a:pt x="791852" y="493806"/>
                  </a:lnTo>
                  <a:lnTo>
                    <a:pt x="795015" y="496771"/>
                  </a:lnTo>
                  <a:lnTo>
                    <a:pt x="799584" y="496592"/>
                  </a:lnTo>
                  <a:lnTo>
                    <a:pt x="813555" y="488326"/>
                  </a:lnTo>
                  <a:lnTo>
                    <a:pt x="826032" y="481048"/>
                  </a:lnTo>
                  <a:lnTo>
                    <a:pt x="851953" y="468020"/>
                  </a:lnTo>
                  <a:lnTo>
                    <a:pt x="854676" y="464336"/>
                  </a:lnTo>
                  <a:lnTo>
                    <a:pt x="852304" y="452476"/>
                  </a:lnTo>
                  <a:lnTo>
                    <a:pt x="847647" y="439897"/>
                  </a:lnTo>
                  <a:lnTo>
                    <a:pt x="847823" y="439089"/>
                  </a:lnTo>
                  <a:lnTo>
                    <a:pt x="849404" y="432799"/>
                  </a:lnTo>
                  <a:lnTo>
                    <a:pt x="849141" y="431541"/>
                  </a:lnTo>
                  <a:lnTo>
                    <a:pt x="848262" y="427139"/>
                  </a:lnTo>
                  <a:lnTo>
                    <a:pt x="842111" y="421119"/>
                  </a:lnTo>
                  <a:lnTo>
                    <a:pt x="842199" y="418873"/>
                  </a:lnTo>
                  <a:lnTo>
                    <a:pt x="842287" y="414830"/>
                  </a:lnTo>
                  <a:lnTo>
                    <a:pt x="848350" y="410247"/>
                  </a:lnTo>
                  <a:lnTo>
                    <a:pt x="851865" y="406294"/>
                  </a:lnTo>
                  <a:lnTo>
                    <a:pt x="852919" y="400544"/>
                  </a:lnTo>
                  <a:lnTo>
                    <a:pt x="853271" y="397489"/>
                  </a:lnTo>
                  <a:lnTo>
                    <a:pt x="853446" y="395782"/>
                  </a:lnTo>
                  <a:lnTo>
                    <a:pt x="853095" y="392727"/>
                  </a:lnTo>
                  <a:lnTo>
                    <a:pt x="851513" y="391469"/>
                  </a:lnTo>
                  <a:lnTo>
                    <a:pt x="849053" y="390121"/>
                  </a:lnTo>
                  <a:lnTo>
                    <a:pt x="847559" y="388414"/>
                  </a:lnTo>
                  <a:lnTo>
                    <a:pt x="847296" y="386168"/>
                  </a:lnTo>
                  <a:lnTo>
                    <a:pt x="846768" y="381676"/>
                  </a:lnTo>
                  <a:lnTo>
                    <a:pt x="846768" y="373859"/>
                  </a:lnTo>
                  <a:lnTo>
                    <a:pt x="840530" y="363886"/>
                  </a:lnTo>
                  <a:lnTo>
                    <a:pt x="837894" y="358495"/>
                  </a:lnTo>
                  <a:lnTo>
                    <a:pt x="837542" y="356518"/>
                  </a:lnTo>
                  <a:lnTo>
                    <a:pt x="839563" y="355260"/>
                  </a:lnTo>
                  <a:lnTo>
                    <a:pt x="840618" y="354541"/>
                  </a:lnTo>
                  <a:lnTo>
                    <a:pt x="844923" y="351486"/>
                  </a:lnTo>
                  <a:lnTo>
                    <a:pt x="843429" y="347353"/>
                  </a:lnTo>
                  <a:lnTo>
                    <a:pt x="838597" y="337560"/>
                  </a:lnTo>
                  <a:lnTo>
                    <a:pt x="837630" y="335763"/>
                  </a:lnTo>
                  <a:lnTo>
                    <a:pt x="835785" y="331540"/>
                  </a:lnTo>
                  <a:lnTo>
                    <a:pt x="834994" y="329923"/>
                  </a:lnTo>
                  <a:lnTo>
                    <a:pt x="834291" y="328485"/>
                  </a:lnTo>
                  <a:lnTo>
                    <a:pt x="834116" y="328306"/>
                  </a:lnTo>
                  <a:lnTo>
                    <a:pt x="832973" y="327946"/>
                  </a:lnTo>
                  <a:lnTo>
                    <a:pt x="832183" y="328036"/>
                  </a:lnTo>
                  <a:lnTo>
                    <a:pt x="831743" y="327856"/>
                  </a:lnTo>
                  <a:lnTo>
                    <a:pt x="832358" y="326778"/>
                  </a:lnTo>
                  <a:lnTo>
                    <a:pt x="834994" y="322825"/>
                  </a:lnTo>
                  <a:lnTo>
                    <a:pt x="836839" y="319860"/>
                  </a:lnTo>
                  <a:lnTo>
                    <a:pt x="839827" y="317524"/>
                  </a:lnTo>
                  <a:lnTo>
                    <a:pt x="843166" y="317164"/>
                  </a:lnTo>
                  <a:lnTo>
                    <a:pt x="845714" y="314110"/>
                  </a:lnTo>
                  <a:lnTo>
                    <a:pt x="847296" y="312762"/>
                  </a:lnTo>
                  <a:lnTo>
                    <a:pt x="847999" y="311953"/>
                  </a:lnTo>
                  <a:lnTo>
                    <a:pt x="848701" y="311234"/>
                  </a:lnTo>
                  <a:lnTo>
                    <a:pt x="849053" y="310246"/>
                  </a:lnTo>
                  <a:lnTo>
                    <a:pt x="849492" y="309437"/>
                  </a:lnTo>
                  <a:lnTo>
                    <a:pt x="849844" y="308629"/>
                  </a:lnTo>
                  <a:lnTo>
                    <a:pt x="850283" y="307730"/>
                  </a:lnTo>
                  <a:lnTo>
                    <a:pt x="850898" y="307011"/>
                  </a:lnTo>
                  <a:lnTo>
                    <a:pt x="851689" y="306293"/>
                  </a:lnTo>
                  <a:lnTo>
                    <a:pt x="852480" y="305664"/>
                  </a:lnTo>
                  <a:lnTo>
                    <a:pt x="853183" y="305125"/>
                  </a:lnTo>
                  <a:lnTo>
                    <a:pt x="853973" y="304675"/>
                  </a:lnTo>
                  <a:lnTo>
                    <a:pt x="854764" y="304136"/>
                  </a:lnTo>
                  <a:lnTo>
                    <a:pt x="855555" y="303597"/>
                  </a:lnTo>
                  <a:lnTo>
                    <a:pt x="856346" y="303148"/>
                  </a:lnTo>
                  <a:lnTo>
                    <a:pt x="857312" y="302699"/>
                  </a:lnTo>
                  <a:lnTo>
                    <a:pt x="858191" y="302160"/>
                  </a:lnTo>
                  <a:lnTo>
                    <a:pt x="859070" y="301710"/>
                  </a:lnTo>
                  <a:lnTo>
                    <a:pt x="859860" y="301171"/>
                  </a:lnTo>
                  <a:lnTo>
                    <a:pt x="860651" y="300542"/>
                  </a:lnTo>
                  <a:lnTo>
                    <a:pt x="861442" y="300003"/>
                  </a:lnTo>
                  <a:lnTo>
                    <a:pt x="862233" y="299554"/>
                  </a:lnTo>
                  <a:lnTo>
                    <a:pt x="863024" y="299105"/>
                  </a:lnTo>
                  <a:lnTo>
                    <a:pt x="863814" y="298656"/>
                  </a:lnTo>
                  <a:lnTo>
                    <a:pt x="864693" y="298116"/>
                  </a:lnTo>
                  <a:lnTo>
                    <a:pt x="865572" y="297488"/>
                  </a:lnTo>
                  <a:lnTo>
                    <a:pt x="866275" y="296769"/>
                  </a:lnTo>
                  <a:lnTo>
                    <a:pt x="867066" y="296320"/>
                  </a:lnTo>
                  <a:lnTo>
                    <a:pt x="867856" y="295870"/>
                  </a:lnTo>
                  <a:lnTo>
                    <a:pt x="868735" y="295151"/>
                  </a:lnTo>
                  <a:lnTo>
                    <a:pt x="869965" y="294612"/>
                  </a:lnTo>
                  <a:lnTo>
                    <a:pt x="871020" y="294163"/>
                  </a:lnTo>
                  <a:lnTo>
                    <a:pt x="871810" y="293804"/>
                  </a:lnTo>
                  <a:lnTo>
                    <a:pt x="872601" y="293444"/>
                  </a:lnTo>
                  <a:lnTo>
                    <a:pt x="873480" y="293085"/>
                  </a:lnTo>
                  <a:lnTo>
                    <a:pt x="874271" y="292726"/>
                  </a:lnTo>
                  <a:lnTo>
                    <a:pt x="875149" y="292456"/>
                  </a:lnTo>
                  <a:lnTo>
                    <a:pt x="875940" y="292366"/>
                  </a:lnTo>
                  <a:lnTo>
                    <a:pt x="876819" y="292276"/>
                  </a:lnTo>
                  <a:lnTo>
                    <a:pt x="877785" y="292097"/>
                  </a:lnTo>
                  <a:lnTo>
                    <a:pt x="878752" y="291917"/>
                  </a:lnTo>
                  <a:lnTo>
                    <a:pt x="879718" y="291737"/>
                  </a:lnTo>
                  <a:lnTo>
                    <a:pt x="880685" y="291468"/>
                  </a:lnTo>
                  <a:lnTo>
                    <a:pt x="881651" y="291198"/>
                  </a:lnTo>
                  <a:lnTo>
                    <a:pt x="882706" y="291018"/>
                  </a:lnTo>
                  <a:lnTo>
                    <a:pt x="883584" y="290929"/>
                  </a:lnTo>
                  <a:lnTo>
                    <a:pt x="884463" y="290659"/>
                  </a:lnTo>
                  <a:lnTo>
                    <a:pt x="885693" y="290390"/>
                  </a:lnTo>
                  <a:lnTo>
                    <a:pt x="886660" y="290030"/>
                  </a:lnTo>
                  <a:lnTo>
                    <a:pt x="887538" y="289581"/>
                  </a:lnTo>
                  <a:lnTo>
                    <a:pt x="888329" y="289132"/>
                  </a:lnTo>
                  <a:lnTo>
                    <a:pt x="889296" y="288682"/>
                  </a:lnTo>
                  <a:lnTo>
                    <a:pt x="890438" y="288143"/>
                  </a:lnTo>
                  <a:lnTo>
                    <a:pt x="891141" y="287604"/>
                  </a:lnTo>
                  <a:lnTo>
                    <a:pt x="891932" y="287155"/>
                  </a:lnTo>
                  <a:lnTo>
                    <a:pt x="892635" y="286706"/>
                  </a:lnTo>
                  <a:lnTo>
                    <a:pt x="893513" y="286167"/>
                  </a:lnTo>
                  <a:lnTo>
                    <a:pt x="894392" y="285628"/>
                  </a:lnTo>
                  <a:lnTo>
                    <a:pt x="895271" y="284909"/>
                  </a:lnTo>
                  <a:lnTo>
                    <a:pt x="896149" y="284280"/>
                  </a:lnTo>
                  <a:lnTo>
                    <a:pt x="897028" y="283651"/>
                  </a:lnTo>
                  <a:lnTo>
                    <a:pt x="897819" y="283381"/>
                  </a:lnTo>
                  <a:lnTo>
                    <a:pt x="898961" y="282932"/>
                  </a:lnTo>
                  <a:lnTo>
                    <a:pt x="900103" y="282663"/>
                  </a:lnTo>
                  <a:lnTo>
                    <a:pt x="901158" y="282483"/>
                  </a:lnTo>
                  <a:lnTo>
                    <a:pt x="902124" y="282393"/>
                  </a:lnTo>
                  <a:lnTo>
                    <a:pt x="903091" y="282393"/>
                  </a:lnTo>
                  <a:lnTo>
                    <a:pt x="903969" y="282393"/>
                  </a:lnTo>
                  <a:lnTo>
                    <a:pt x="904936" y="282303"/>
                  </a:lnTo>
                  <a:lnTo>
                    <a:pt x="905903" y="282303"/>
                  </a:lnTo>
                  <a:lnTo>
                    <a:pt x="906869" y="282303"/>
                  </a:lnTo>
                  <a:lnTo>
                    <a:pt x="907836" y="282303"/>
                  </a:lnTo>
                  <a:lnTo>
                    <a:pt x="908714" y="282483"/>
                  </a:lnTo>
                  <a:lnTo>
                    <a:pt x="909593" y="282483"/>
                  </a:lnTo>
                  <a:lnTo>
                    <a:pt x="910472" y="282483"/>
                  </a:lnTo>
                  <a:lnTo>
                    <a:pt x="911262" y="282752"/>
                  </a:lnTo>
                  <a:lnTo>
                    <a:pt x="912141" y="282842"/>
                  </a:lnTo>
                  <a:lnTo>
                    <a:pt x="913020" y="282932"/>
                  </a:lnTo>
                  <a:lnTo>
                    <a:pt x="913898" y="283022"/>
                  </a:lnTo>
                  <a:lnTo>
                    <a:pt x="914953" y="283112"/>
                  </a:lnTo>
                  <a:lnTo>
                    <a:pt x="915831" y="283202"/>
                  </a:lnTo>
                  <a:lnTo>
                    <a:pt x="916798" y="283202"/>
                  </a:lnTo>
                  <a:lnTo>
                    <a:pt x="917764" y="283292"/>
                  </a:lnTo>
                  <a:lnTo>
                    <a:pt x="918643" y="283381"/>
                  </a:lnTo>
                  <a:lnTo>
                    <a:pt x="919522" y="283381"/>
                  </a:lnTo>
                  <a:lnTo>
                    <a:pt x="920313" y="283381"/>
                  </a:lnTo>
                  <a:lnTo>
                    <a:pt x="921191" y="283471"/>
                  </a:lnTo>
                  <a:lnTo>
                    <a:pt x="922685" y="283561"/>
                  </a:lnTo>
                  <a:lnTo>
                    <a:pt x="923652" y="283471"/>
                  </a:lnTo>
                  <a:lnTo>
                    <a:pt x="924706" y="283381"/>
                  </a:lnTo>
                  <a:lnTo>
                    <a:pt x="925585" y="283112"/>
                  </a:lnTo>
                  <a:lnTo>
                    <a:pt x="926639" y="283292"/>
                  </a:lnTo>
                  <a:lnTo>
                    <a:pt x="927430" y="283381"/>
                  </a:lnTo>
                  <a:lnTo>
                    <a:pt x="928396" y="283471"/>
                  </a:lnTo>
                  <a:lnTo>
                    <a:pt x="929363" y="283561"/>
                  </a:lnTo>
                  <a:lnTo>
                    <a:pt x="930417" y="283741"/>
                  </a:lnTo>
                  <a:lnTo>
                    <a:pt x="931384" y="283920"/>
                  </a:lnTo>
                  <a:lnTo>
                    <a:pt x="932350" y="284100"/>
                  </a:lnTo>
                  <a:lnTo>
                    <a:pt x="933405" y="284280"/>
                  </a:lnTo>
                  <a:lnTo>
                    <a:pt x="934371" y="284190"/>
                  </a:lnTo>
                  <a:lnTo>
                    <a:pt x="935250" y="284010"/>
                  </a:lnTo>
                  <a:lnTo>
                    <a:pt x="936216" y="283920"/>
                  </a:lnTo>
                  <a:lnTo>
                    <a:pt x="937183" y="284010"/>
                  </a:lnTo>
                  <a:lnTo>
                    <a:pt x="938237" y="283920"/>
                  </a:lnTo>
                  <a:lnTo>
                    <a:pt x="939380" y="283741"/>
                  </a:lnTo>
                  <a:lnTo>
                    <a:pt x="940522" y="283651"/>
                  </a:lnTo>
                  <a:lnTo>
                    <a:pt x="941576" y="283561"/>
                  </a:lnTo>
                  <a:lnTo>
                    <a:pt x="942719" y="283471"/>
                  </a:lnTo>
                  <a:lnTo>
                    <a:pt x="943949" y="283471"/>
                  </a:lnTo>
                  <a:lnTo>
                    <a:pt x="945179" y="283292"/>
                  </a:lnTo>
                  <a:lnTo>
                    <a:pt x="946321" y="283112"/>
                  </a:lnTo>
                  <a:lnTo>
                    <a:pt x="947463" y="283112"/>
                  </a:lnTo>
                  <a:lnTo>
                    <a:pt x="948606" y="283022"/>
                  </a:lnTo>
                  <a:lnTo>
                    <a:pt x="949660" y="283022"/>
                  </a:lnTo>
                  <a:lnTo>
                    <a:pt x="950714" y="282932"/>
                  </a:lnTo>
                  <a:lnTo>
                    <a:pt x="951769" y="282842"/>
                  </a:lnTo>
                  <a:lnTo>
                    <a:pt x="952823" y="282752"/>
                  </a:lnTo>
                  <a:lnTo>
                    <a:pt x="953702" y="282573"/>
                  </a:lnTo>
                  <a:lnTo>
                    <a:pt x="954581" y="282483"/>
                  </a:lnTo>
                  <a:lnTo>
                    <a:pt x="955459" y="282213"/>
                  </a:lnTo>
                  <a:lnTo>
                    <a:pt x="956514" y="281944"/>
                  </a:lnTo>
                  <a:lnTo>
                    <a:pt x="957656" y="281764"/>
                  </a:lnTo>
                  <a:lnTo>
                    <a:pt x="958710" y="281405"/>
                  </a:lnTo>
                  <a:lnTo>
                    <a:pt x="959765" y="281135"/>
                  </a:lnTo>
                  <a:lnTo>
                    <a:pt x="960731" y="280596"/>
                  </a:lnTo>
                  <a:lnTo>
                    <a:pt x="961873" y="280237"/>
                  </a:lnTo>
                  <a:lnTo>
                    <a:pt x="962928" y="279877"/>
                  </a:lnTo>
                  <a:lnTo>
                    <a:pt x="963982" y="279428"/>
                  </a:lnTo>
                  <a:lnTo>
                    <a:pt x="965037" y="279069"/>
                  </a:lnTo>
                  <a:lnTo>
                    <a:pt x="966179" y="278709"/>
                  </a:lnTo>
                  <a:lnTo>
                    <a:pt x="967145" y="278440"/>
                  </a:lnTo>
                  <a:lnTo>
                    <a:pt x="968024" y="278080"/>
                  </a:lnTo>
                  <a:lnTo>
                    <a:pt x="968991" y="277811"/>
                  </a:lnTo>
                  <a:lnTo>
                    <a:pt x="969957" y="277362"/>
                  </a:lnTo>
                  <a:lnTo>
                    <a:pt x="970836" y="277002"/>
                  </a:lnTo>
                  <a:lnTo>
                    <a:pt x="971802" y="276553"/>
                  </a:lnTo>
                  <a:lnTo>
                    <a:pt x="972769" y="276283"/>
                  </a:lnTo>
                  <a:lnTo>
                    <a:pt x="973648" y="276014"/>
                  </a:lnTo>
                  <a:lnTo>
                    <a:pt x="974438" y="275744"/>
                  </a:lnTo>
                  <a:lnTo>
                    <a:pt x="975141" y="275654"/>
                  </a:lnTo>
                  <a:lnTo>
                    <a:pt x="976108" y="275295"/>
                  </a:lnTo>
                  <a:lnTo>
                    <a:pt x="976986" y="274936"/>
                  </a:lnTo>
                  <a:lnTo>
                    <a:pt x="977953" y="274936"/>
                  </a:lnTo>
                  <a:lnTo>
                    <a:pt x="978920" y="274936"/>
                  </a:lnTo>
                  <a:lnTo>
                    <a:pt x="979798" y="274756"/>
                  </a:lnTo>
                  <a:lnTo>
                    <a:pt x="980589" y="274397"/>
                  </a:lnTo>
                  <a:lnTo>
                    <a:pt x="981380" y="274037"/>
                  </a:lnTo>
                  <a:lnTo>
                    <a:pt x="982258" y="273588"/>
                  </a:lnTo>
                  <a:lnTo>
                    <a:pt x="983049" y="273228"/>
                  </a:lnTo>
                  <a:lnTo>
                    <a:pt x="983928" y="272869"/>
                  </a:lnTo>
                  <a:lnTo>
                    <a:pt x="984807" y="272330"/>
                  </a:lnTo>
                  <a:lnTo>
                    <a:pt x="985597" y="271701"/>
                  </a:lnTo>
                  <a:lnTo>
                    <a:pt x="986476" y="271072"/>
                  </a:lnTo>
                  <a:lnTo>
                    <a:pt x="987267" y="270353"/>
                  </a:lnTo>
                  <a:lnTo>
                    <a:pt x="988058" y="269545"/>
                  </a:lnTo>
                  <a:lnTo>
                    <a:pt x="988761" y="268736"/>
                  </a:lnTo>
                  <a:lnTo>
                    <a:pt x="989639" y="268107"/>
                  </a:lnTo>
                  <a:lnTo>
                    <a:pt x="990606" y="267568"/>
                  </a:lnTo>
                  <a:lnTo>
                    <a:pt x="991484" y="267119"/>
                  </a:lnTo>
                  <a:lnTo>
                    <a:pt x="992363" y="266580"/>
                  </a:lnTo>
                  <a:lnTo>
                    <a:pt x="993242" y="265951"/>
                  </a:lnTo>
                  <a:lnTo>
                    <a:pt x="994120" y="265502"/>
                  </a:lnTo>
                  <a:lnTo>
                    <a:pt x="994911" y="264873"/>
                  </a:lnTo>
                  <a:lnTo>
                    <a:pt x="995790" y="264154"/>
                  </a:lnTo>
                  <a:lnTo>
                    <a:pt x="996581" y="263345"/>
                  </a:lnTo>
                  <a:lnTo>
                    <a:pt x="997459" y="262537"/>
                  </a:lnTo>
                  <a:lnTo>
                    <a:pt x="998250" y="261728"/>
                  </a:lnTo>
                  <a:lnTo>
                    <a:pt x="999217" y="261009"/>
                  </a:lnTo>
                  <a:lnTo>
                    <a:pt x="1000271" y="260290"/>
                  </a:lnTo>
                  <a:lnTo>
                    <a:pt x="1001238" y="259482"/>
                  </a:lnTo>
                  <a:lnTo>
                    <a:pt x="1002116" y="258673"/>
                  </a:lnTo>
                  <a:lnTo>
                    <a:pt x="1003083" y="257775"/>
                  </a:lnTo>
                  <a:lnTo>
                    <a:pt x="1004049" y="256876"/>
                  </a:lnTo>
                  <a:lnTo>
                    <a:pt x="1004928" y="256067"/>
                  </a:lnTo>
                  <a:lnTo>
                    <a:pt x="1005982" y="255169"/>
                  </a:lnTo>
                  <a:lnTo>
                    <a:pt x="1006861" y="254450"/>
                  </a:lnTo>
                  <a:lnTo>
                    <a:pt x="1007828" y="253642"/>
                  </a:lnTo>
                  <a:lnTo>
                    <a:pt x="1008706" y="252923"/>
                  </a:lnTo>
                  <a:lnTo>
                    <a:pt x="1009497" y="252384"/>
                  </a:lnTo>
                  <a:lnTo>
                    <a:pt x="1010376" y="251755"/>
                  </a:lnTo>
                  <a:lnTo>
                    <a:pt x="1011342" y="251036"/>
                  </a:lnTo>
                  <a:lnTo>
                    <a:pt x="1012309" y="250227"/>
                  </a:lnTo>
                  <a:lnTo>
                    <a:pt x="1013100" y="249509"/>
                  </a:lnTo>
                  <a:lnTo>
                    <a:pt x="1014945" y="248071"/>
                  </a:lnTo>
                  <a:lnTo>
                    <a:pt x="1018020" y="245375"/>
                  </a:lnTo>
                  <a:lnTo>
                    <a:pt x="1019777" y="243758"/>
                  </a:lnTo>
                  <a:lnTo>
                    <a:pt x="1021447" y="241692"/>
                  </a:lnTo>
                  <a:lnTo>
                    <a:pt x="1022677" y="240074"/>
                  </a:lnTo>
                  <a:lnTo>
                    <a:pt x="1023731" y="238367"/>
                  </a:lnTo>
                  <a:lnTo>
                    <a:pt x="1024874" y="236750"/>
                  </a:lnTo>
                  <a:lnTo>
                    <a:pt x="1028125" y="233336"/>
                  </a:lnTo>
                  <a:lnTo>
                    <a:pt x="1043238" y="216175"/>
                  </a:lnTo>
                  <a:lnTo>
                    <a:pt x="1047104" y="211233"/>
                  </a:lnTo>
                  <a:lnTo>
                    <a:pt x="1050267" y="207819"/>
                  </a:lnTo>
                  <a:lnTo>
                    <a:pt x="1052903" y="205213"/>
                  </a:lnTo>
                  <a:lnTo>
                    <a:pt x="1056769" y="201619"/>
                  </a:lnTo>
                  <a:lnTo>
                    <a:pt x="1063359" y="195869"/>
                  </a:lnTo>
                  <a:lnTo>
                    <a:pt x="1066698" y="192275"/>
                  </a:lnTo>
                  <a:lnTo>
                    <a:pt x="1069686" y="188861"/>
                  </a:lnTo>
                  <a:lnTo>
                    <a:pt x="1071355" y="186076"/>
                  </a:lnTo>
                  <a:lnTo>
                    <a:pt x="1072673" y="183200"/>
                  </a:lnTo>
                  <a:lnTo>
                    <a:pt x="1073464" y="179876"/>
                  </a:lnTo>
                  <a:lnTo>
                    <a:pt x="1074167" y="176552"/>
                  </a:lnTo>
                  <a:lnTo>
                    <a:pt x="1074782" y="172239"/>
                  </a:lnTo>
                  <a:lnTo>
                    <a:pt x="1075309" y="168645"/>
                  </a:lnTo>
                  <a:lnTo>
                    <a:pt x="1075573" y="167387"/>
                  </a:lnTo>
                  <a:lnTo>
                    <a:pt x="1075924" y="166219"/>
                  </a:lnTo>
                  <a:lnTo>
                    <a:pt x="1076451" y="165051"/>
                  </a:lnTo>
                  <a:lnTo>
                    <a:pt x="1078384" y="161727"/>
                  </a:lnTo>
                  <a:lnTo>
                    <a:pt x="1083481" y="152742"/>
                  </a:lnTo>
                  <a:lnTo>
                    <a:pt x="1086820" y="146273"/>
                  </a:lnTo>
                  <a:lnTo>
                    <a:pt x="1087698" y="144476"/>
                  </a:lnTo>
                  <a:lnTo>
                    <a:pt x="1088665" y="143128"/>
                  </a:lnTo>
                  <a:lnTo>
                    <a:pt x="1089895" y="141780"/>
                  </a:lnTo>
                  <a:lnTo>
                    <a:pt x="1092267" y="139714"/>
                  </a:lnTo>
                  <a:lnTo>
                    <a:pt x="1094552" y="137917"/>
                  </a:lnTo>
                  <a:lnTo>
                    <a:pt x="1096661" y="135940"/>
                  </a:lnTo>
                  <a:lnTo>
                    <a:pt x="1098418" y="134053"/>
                  </a:lnTo>
                  <a:lnTo>
                    <a:pt x="1099472" y="133155"/>
                  </a:lnTo>
                  <a:lnTo>
                    <a:pt x="1100878" y="132436"/>
                  </a:lnTo>
                  <a:lnTo>
                    <a:pt x="1102548" y="131717"/>
                  </a:lnTo>
                  <a:lnTo>
                    <a:pt x="1104041" y="131268"/>
                  </a:lnTo>
                  <a:lnTo>
                    <a:pt x="1105711" y="130370"/>
                  </a:lnTo>
                  <a:lnTo>
                    <a:pt x="1107292" y="129741"/>
                  </a:lnTo>
                  <a:lnTo>
                    <a:pt x="1108347" y="129471"/>
                  </a:lnTo>
                  <a:lnTo>
                    <a:pt x="1109401" y="129381"/>
                  </a:lnTo>
                  <a:lnTo>
                    <a:pt x="1111071" y="129471"/>
                  </a:lnTo>
                  <a:lnTo>
                    <a:pt x="1113707" y="129651"/>
                  </a:lnTo>
                  <a:lnTo>
                    <a:pt x="1115991" y="129741"/>
                  </a:lnTo>
                  <a:lnTo>
                    <a:pt x="1118627" y="129920"/>
                  </a:lnTo>
                  <a:lnTo>
                    <a:pt x="1123548" y="130100"/>
                  </a:lnTo>
                  <a:lnTo>
                    <a:pt x="1128908" y="130459"/>
                  </a:lnTo>
                  <a:lnTo>
                    <a:pt x="1132598" y="130549"/>
                  </a:lnTo>
                  <a:lnTo>
                    <a:pt x="1135937" y="130639"/>
                  </a:lnTo>
                  <a:lnTo>
                    <a:pt x="1139452" y="130549"/>
                  </a:lnTo>
                  <a:lnTo>
                    <a:pt x="1141824" y="130370"/>
                  </a:lnTo>
                  <a:lnTo>
                    <a:pt x="1143845" y="129830"/>
                  </a:lnTo>
                  <a:lnTo>
                    <a:pt x="1145690" y="129381"/>
                  </a:lnTo>
                  <a:lnTo>
                    <a:pt x="1146393" y="128932"/>
                  </a:lnTo>
                  <a:lnTo>
                    <a:pt x="1146920" y="128303"/>
                  </a:lnTo>
                  <a:lnTo>
                    <a:pt x="1147799" y="127494"/>
                  </a:lnTo>
                  <a:lnTo>
                    <a:pt x="1149029" y="126506"/>
                  </a:lnTo>
                  <a:lnTo>
                    <a:pt x="1150962" y="125338"/>
                  </a:lnTo>
                  <a:lnTo>
                    <a:pt x="1152104" y="124619"/>
                  </a:lnTo>
                  <a:lnTo>
                    <a:pt x="1153247" y="123990"/>
                  </a:lnTo>
                  <a:lnTo>
                    <a:pt x="1154301" y="123272"/>
                  </a:lnTo>
                  <a:lnTo>
                    <a:pt x="1155092" y="123092"/>
                  </a:lnTo>
                  <a:lnTo>
                    <a:pt x="1155531" y="123092"/>
                  </a:lnTo>
                  <a:lnTo>
                    <a:pt x="1156234" y="123002"/>
                  </a:lnTo>
                  <a:lnTo>
                    <a:pt x="1157288" y="123002"/>
                  </a:lnTo>
                  <a:lnTo>
                    <a:pt x="1158782" y="123092"/>
                  </a:lnTo>
                  <a:lnTo>
                    <a:pt x="1159573" y="123182"/>
                  </a:lnTo>
                  <a:lnTo>
                    <a:pt x="1160979" y="123631"/>
                  </a:lnTo>
                  <a:lnTo>
                    <a:pt x="1161945" y="123811"/>
                  </a:lnTo>
                  <a:lnTo>
                    <a:pt x="1163263" y="123721"/>
                  </a:lnTo>
                  <a:lnTo>
                    <a:pt x="1166339" y="123721"/>
                  </a:lnTo>
                  <a:lnTo>
                    <a:pt x="1168799" y="123721"/>
                  </a:lnTo>
                  <a:lnTo>
                    <a:pt x="1170468" y="123811"/>
                  </a:lnTo>
                  <a:lnTo>
                    <a:pt x="1171698" y="123990"/>
                  </a:lnTo>
                  <a:lnTo>
                    <a:pt x="1172841" y="124170"/>
                  </a:lnTo>
                  <a:lnTo>
                    <a:pt x="1174686" y="124080"/>
                  </a:lnTo>
                  <a:lnTo>
                    <a:pt x="1176180" y="124080"/>
                  </a:lnTo>
                  <a:lnTo>
                    <a:pt x="1177498" y="124440"/>
                  </a:lnTo>
                  <a:lnTo>
                    <a:pt x="1178288" y="124889"/>
                  </a:lnTo>
                  <a:lnTo>
                    <a:pt x="1178904" y="125608"/>
                  </a:lnTo>
                  <a:lnTo>
                    <a:pt x="1179958" y="126147"/>
                  </a:lnTo>
                  <a:lnTo>
                    <a:pt x="1180661" y="126416"/>
                  </a:lnTo>
                  <a:lnTo>
                    <a:pt x="1181627" y="126326"/>
                  </a:lnTo>
                  <a:lnTo>
                    <a:pt x="1182682" y="126147"/>
                  </a:lnTo>
                  <a:lnTo>
                    <a:pt x="1183648" y="126057"/>
                  </a:lnTo>
                  <a:lnTo>
                    <a:pt x="1184878" y="126237"/>
                  </a:lnTo>
                  <a:lnTo>
                    <a:pt x="1186372" y="126416"/>
                  </a:lnTo>
                  <a:lnTo>
                    <a:pt x="1186812" y="126596"/>
                  </a:lnTo>
                  <a:lnTo>
                    <a:pt x="1186987" y="126506"/>
                  </a:lnTo>
                  <a:lnTo>
                    <a:pt x="1188042" y="125608"/>
                  </a:lnTo>
                  <a:lnTo>
                    <a:pt x="1204033" y="124979"/>
                  </a:lnTo>
                  <a:lnTo>
                    <a:pt x="1235665" y="129830"/>
                  </a:lnTo>
                  <a:lnTo>
                    <a:pt x="1261059" y="131807"/>
                  </a:lnTo>
                  <a:lnTo>
                    <a:pt x="1275117" y="138546"/>
                  </a:lnTo>
                  <a:lnTo>
                    <a:pt x="1286013" y="151304"/>
                  </a:lnTo>
                  <a:lnTo>
                    <a:pt x="1290142" y="155797"/>
                  </a:lnTo>
                  <a:lnTo>
                    <a:pt x="1293657" y="159660"/>
                  </a:lnTo>
                  <a:lnTo>
                    <a:pt x="1297348" y="163703"/>
                  </a:lnTo>
                  <a:lnTo>
                    <a:pt x="1311055" y="169274"/>
                  </a:lnTo>
                  <a:lnTo>
                    <a:pt x="1327134" y="167836"/>
                  </a:lnTo>
                  <a:lnTo>
                    <a:pt x="1327661" y="167477"/>
                  </a:lnTo>
                  <a:lnTo>
                    <a:pt x="1341017" y="156785"/>
                  </a:lnTo>
                  <a:lnTo>
                    <a:pt x="1348662" y="147441"/>
                  </a:lnTo>
                  <a:lnTo>
                    <a:pt x="1375021" y="130190"/>
                  </a:lnTo>
                  <a:lnTo>
                    <a:pt x="1395406" y="116982"/>
                  </a:lnTo>
                  <a:lnTo>
                    <a:pt x="1409026" y="102606"/>
                  </a:lnTo>
                  <a:lnTo>
                    <a:pt x="1425808" y="87063"/>
                  </a:lnTo>
                  <a:lnTo>
                    <a:pt x="1442591" y="66308"/>
                  </a:lnTo>
                  <a:lnTo>
                    <a:pt x="1460603" y="57952"/>
                  </a:lnTo>
                  <a:lnTo>
                    <a:pt x="1465348" y="55795"/>
                  </a:lnTo>
                  <a:lnTo>
                    <a:pt x="1473871" y="51932"/>
                  </a:lnTo>
                  <a:lnTo>
                    <a:pt x="1486700" y="44385"/>
                  </a:lnTo>
                  <a:lnTo>
                    <a:pt x="1494520" y="32794"/>
                  </a:lnTo>
                  <a:lnTo>
                    <a:pt x="1501988" y="17161"/>
                  </a:lnTo>
                  <a:lnTo>
                    <a:pt x="1513675" y="10422"/>
                  </a:lnTo>
                  <a:lnTo>
                    <a:pt x="1537135" y="4043"/>
                  </a:lnTo>
                  <a:lnTo>
                    <a:pt x="1537486" y="3953"/>
                  </a:lnTo>
                  <a:lnTo>
                    <a:pt x="1568767" y="0"/>
                  </a:lnTo>
                  <a:lnTo>
                    <a:pt x="1572633" y="898"/>
                  </a:lnTo>
                  <a:lnTo>
                    <a:pt x="1587043" y="4043"/>
                  </a:lnTo>
                  <a:lnTo>
                    <a:pt x="1596006" y="6289"/>
                  </a:lnTo>
                  <a:lnTo>
                    <a:pt x="1598026" y="6828"/>
                  </a:lnTo>
                  <a:lnTo>
                    <a:pt x="1608641" y="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767880" y="3882848"/>
              <a:ext cx="92417" cy="196402"/>
            </a:xfrm>
            <a:custGeom>
              <a:avLst/>
              <a:pathLst>
                <a:path w="92417" h="196402">
                  <a:moveTo>
                    <a:pt x="1212" y="442"/>
                  </a:moveTo>
                  <a:lnTo>
                    <a:pt x="4990" y="1790"/>
                  </a:lnTo>
                  <a:lnTo>
                    <a:pt x="6045" y="2149"/>
                  </a:lnTo>
                  <a:lnTo>
                    <a:pt x="9823" y="3497"/>
                  </a:lnTo>
                  <a:lnTo>
                    <a:pt x="9999" y="3587"/>
                  </a:lnTo>
                  <a:lnTo>
                    <a:pt x="14568" y="5294"/>
                  </a:lnTo>
                  <a:lnTo>
                    <a:pt x="19400" y="7091"/>
                  </a:lnTo>
                  <a:lnTo>
                    <a:pt x="20367" y="5923"/>
                  </a:lnTo>
                  <a:lnTo>
                    <a:pt x="20982" y="5025"/>
                  </a:lnTo>
                  <a:lnTo>
                    <a:pt x="21333" y="5294"/>
                  </a:lnTo>
                  <a:lnTo>
                    <a:pt x="34426" y="14459"/>
                  </a:lnTo>
                  <a:lnTo>
                    <a:pt x="46024" y="22006"/>
                  </a:lnTo>
                  <a:lnTo>
                    <a:pt x="60258" y="31440"/>
                  </a:lnTo>
                  <a:lnTo>
                    <a:pt x="68078" y="36831"/>
                  </a:lnTo>
                  <a:lnTo>
                    <a:pt x="68869" y="37280"/>
                  </a:lnTo>
                  <a:lnTo>
                    <a:pt x="72647" y="39886"/>
                  </a:lnTo>
                  <a:lnTo>
                    <a:pt x="76338" y="42402"/>
                  </a:lnTo>
                  <a:lnTo>
                    <a:pt x="78183" y="43659"/>
                  </a:lnTo>
                  <a:lnTo>
                    <a:pt x="80731" y="45367"/>
                  </a:lnTo>
                  <a:lnTo>
                    <a:pt x="81083" y="45636"/>
                  </a:lnTo>
                  <a:lnTo>
                    <a:pt x="82137" y="46265"/>
                  </a:lnTo>
                  <a:lnTo>
                    <a:pt x="85388" y="48601"/>
                  </a:lnTo>
                  <a:lnTo>
                    <a:pt x="87848" y="50218"/>
                  </a:lnTo>
                  <a:lnTo>
                    <a:pt x="90221" y="51925"/>
                  </a:lnTo>
                  <a:lnTo>
                    <a:pt x="92417" y="53363"/>
                  </a:lnTo>
                  <a:lnTo>
                    <a:pt x="91890" y="54441"/>
                  </a:lnTo>
                  <a:lnTo>
                    <a:pt x="85827" y="66750"/>
                  </a:lnTo>
                  <a:lnTo>
                    <a:pt x="71505" y="59563"/>
                  </a:lnTo>
                  <a:lnTo>
                    <a:pt x="70890" y="61090"/>
                  </a:lnTo>
                  <a:lnTo>
                    <a:pt x="67639" y="69985"/>
                  </a:lnTo>
                  <a:lnTo>
                    <a:pt x="65179" y="76454"/>
                  </a:lnTo>
                  <a:lnTo>
                    <a:pt x="65091" y="76724"/>
                  </a:lnTo>
                  <a:lnTo>
                    <a:pt x="63509" y="80946"/>
                  </a:lnTo>
                  <a:lnTo>
                    <a:pt x="63070" y="82204"/>
                  </a:lnTo>
                  <a:lnTo>
                    <a:pt x="62982" y="82474"/>
                  </a:lnTo>
                  <a:lnTo>
                    <a:pt x="61928" y="85080"/>
                  </a:lnTo>
                  <a:lnTo>
                    <a:pt x="58501" y="94154"/>
                  </a:lnTo>
                  <a:lnTo>
                    <a:pt x="62455" y="96400"/>
                  </a:lnTo>
                  <a:lnTo>
                    <a:pt x="62279" y="96760"/>
                  </a:lnTo>
                  <a:lnTo>
                    <a:pt x="60610" y="100354"/>
                  </a:lnTo>
                  <a:lnTo>
                    <a:pt x="60346" y="101612"/>
                  </a:lnTo>
                  <a:lnTo>
                    <a:pt x="60083" y="102241"/>
                  </a:lnTo>
                  <a:lnTo>
                    <a:pt x="59907" y="102510"/>
                  </a:lnTo>
                  <a:lnTo>
                    <a:pt x="56216" y="110057"/>
                  </a:lnTo>
                  <a:lnTo>
                    <a:pt x="54986" y="112663"/>
                  </a:lnTo>
                  <a:lnTo>
                    <a:pt x="54635" y="113202"/>
                  </a:lnTo>
                  <a:lnTo>
                    <a:pt x="54196" y="114101"/>
                  </a:lnTo>
                  <a:lnTo>
                    <a:pt x="53229" y="117605"/>
                  </a:lnTo>
                  <a:lnTo>
                    <a:pt x="51911" y="120480"/>
                  </a:lnTo>
                  <a:lnTo>
                    <a:pt x="51735" y="120839"/>
                  </a:lnTo>
                  <a:lnTo>
                    <a:pt x="49802" y="125062"/>
                  </a:lnTo>
                  <a:lnTo>
                    <a:pt x="49099" y="126679"/>
                  </a:lnTo>
                  <a:lnTo>
                    <a:pt x="49011" y="126859"/>
                  </a:lnTo>
                  <a:lnTo>
                    <a:pt x="48836" y="126769"/>
                  </a:lnTo>
                  <a:lnTo>
                    <a:pt x="47606" y="126140"/>
                  </a:lnTo>
                  <a:lnTo>
                    <a:pt x="46815" y="125691"/>
                  </a:lnTo>
                  <a:lnTo>
                    <a:pt x="46375" y="125511"/>
                  </a:lnTo>
                  <a:lnTo>
                    <a:pt x="44882" y="128297"/>
                  </a:lnTo>
                  <a:lnTo>
                    <a:pt x="41279" y="135215"/>
                  </a:lnTo>
                  <a:lnTo>
                    <a:pt x="43124" y="135934"/>
                  </a:lnTo>
                  <a:lnTo>
                    <a:pt x="42685" y="137281"/>
                  </a:lnTo>
                  <a:lnTo>
                    <a:pt x="43036" y="138270"/>
                  </a:lnTo>
                  <a:lnTo>
                    <a:pt x="42158" y="141864"/>
                  </a:lnTo>
                  <a:lnTo>
                    <a:pt x="41718" y="145547"/>
                  </a:lnTo>
                  <a:lnTo>
                    <a:pt x="42773" y="150040"/>
                  </a:lnTo>
                  <a:lnTo>
                    <a:pt x="44003" y="153724"/>
                  </a:lnTo>
                  <a:lnTo>
                    <a:pt x="42949" y="157497"/>
                  </a:lnTo>
                  <a:lnTo>
                    <a:pt x="42685" y="159115"/>
                  </a:lnTo>
                  <a:lnTo>
                    <a:pt x="42685" y="159833"/>
                  </a:lnTo>
                  <a:lnTo>
                    <a:pt x="42861" y="161271"/>
                  </a:lnTo>
                  <a:lnTo>
                    <a:pt x="43124" y="162080"/>
                  </a:lnTo>
                  <a:lnTo>
                    <a:pt x="43212" y="162259"/>
                  </a:lnTo>
                  <a:lnTo>
                    <a:pt x="44179" y="164326"/>
                  </a:lnTo>
                  <a:lnTo>
                    <a:pt x="44970" y="166662"/>
                  </a:lnTo>
                  <a:lnTo>
                    <a:pt x="45497" y="168279"/>
                  </a:lnTo>
                  <a:lnTo>
                    <a:pt x="45672" y="169357"/>
                  </a:lnTo>
                  <a:lnTo>
                    <a:pt x="45936" y="172951"/>
                  </a:lnTo>
                  <a:lnTo>
                    <a:pt x="45233" y="181756"/>
                  </a:lnTo>
                  <a:lnTo>
                    <a:pt x="44530" y="189483"/>
                  </a:lnTo>
                  <a:lnTo>
                    <a:pt x="41982" y="196402"/>
                  </a:lnTo>
                  <a:lnTo>
                    <a:pt x="41367" y="196402"/>
                  </a:lnTo>
                  <a:lnTo>
                    <a:pt x="41103" y="196132"/>
                  </a:lnTo>
                  <a:lnTo>
                    <a:pt x="40752" y="195773"/>
                  </a:lnTo>
                  <a:lnTo>
                    <a:pt x="40225" y="195413"/>
                  </a:lnTo>
                  <a:lnTo>
                    <a:pt x="39610" y="194964"/>
                  </a:lnTo>
                  <a:lnTo>
                    <a:pt x="39258" y="194695"/>
                  </a:lnTo>
                  <a:lnTo>
                    <a:pt x="38995" y="194515"/>
                  </a:lnTo>
                  <a:lnTo>
                    <a:pt x="38907" y="194335"/>
                  </a:lnTo>
                  <a:lnTo>
                    <a:pt x="38731" y="194155"/>
                  </a:lnTo>
                  <a:lnTo>
                    <a:pt x="37852" y="193616"/>
                  </a:lnTo>
                  <a:lnTo>
                    <a:pt x="37062" y="193167"/>
                  </a:lnTo>
                  <a:lnTo>
                    <a:pt x="36446" y="192898"/>
                  </a:lnTo>
                  <a:lnTo>
                    <a:pt x="35831" y="192448"/>
                  </a:lnTo>
                  <a:lnTo>
                    <a:pt x="35480" y="191909"/>
                  </a:lnTo>
                  <a:lnTo>
                    <a:pt x="35129" y="191460"/>
                  </a:lnTo>
                  <a:lnTo>
                    <a:pt x="34953" y="190831"/>
                  </a:lnTo>
                  <a:lnTo>
                    <a:pt x="34777" y="190382"/>
                  </a:lnTo>
                  <a:lnTo>
                    <a:pt x="34513" y="189933"/>
                  </a:lnTo>
                  <a:lnTo>
                    <a:pt x="34338" y="189394"/>
                  </a:lnTo>
                  <a:lnTo>
                    <a:pt x="34074" y="189214"/>
                  </a:lnTo>
                  <a:lnTo>
                    <a:pt x="33811" y="188854"/>
                  </a:lnTo>
                  <a:lnTo>
                    <a:pt x="33547" y="188675"/>
                  </a:lnTo>
                  <a:lnTo>
                    <a:pt x="33195" y="188405"/>
                  </a:lnTo>
                  <a:lnTo>
                    <a:pt x="33108" y="188225"/>
                  </a:lnTo>
                  <a:lnTo>
                    <a:pt x="32932" y="188046"/>
                  </a:lnTo>
                  <a:lnTo>
                    <a:pt x="32493" y="187866"/>
                  </a:lnTo>
                  <a:lnTo>
                    <a:pt x="31965" y="187327"/>
                  </a:lnTo>
                  <a:lnTo>
                    <a:pt x="31175" y="186518"/>
                  </a:lnTo>
                  <a:lnTo>
                    <a:pt x="30472" y="185800"/>
                  </a:lnTo>
                  <a:lnTo>
                    <a:pt x="29681" y="185350"/>
                  </a:lnTo>
                  <a:lnTo>
                    <a:pt x="29066" y="185081"/>
                  </a:lnTo>
                  <a:lnTo>
                    <a:pt x="28802" y="184811"/>
                  </a:lnTo>
                  <a:lnTo>
                    <a:pt x="28187" y="184632"/>
                  </a:lnTo>
                  <a:lnTo>
                    <a:pt x="27572" y="184182"/>
                  </a:lnTo>
                  <a:lnTo>
                    <a:pt x="27133" y="183823"/>
                  </a:lnTo>
                  <a:lnTo>
                    <a:pt x="26693" y="183464"/>
                  </a:lnTo>
                  <a:lnTo>
                    <a:pt x="24760" y="182475"/>
                  </a:lnTo>
                  <a:lnTo>
                    <a:pt x="23530" y="181397"/>
                  </a:lnTo>
                  <a:lnTo>
                    <a:pt x="21949" y="180319"/>
                  </a:lnTo>
                  <a:lnTo>
                    <a:pt x="20718" y="179510"/>
                  </a:lnTo>
                  <a:lnTo>
                    <a:pt x="19576" y="178791"/>
                  </a:lnTo>
                  <a:lnTo>
                    <a:pt x="17643" y="177264"/>
                  </a:lnTo>
                  <a:lnTo>
                    <a:pt x="15710" y="175826"/>
                  </a:lnTo>
                  <a:lnTo>
                    <a:pt x="14304" y="174928"/>
                  </a:lnTo>
                  <a:lnTo>
                    <a:pt x="13601" y="174479"/>
                  </a:lnTo>
                  <a:lnTo>
                    <a:pt x="13074" y="174119"/>
                  </a:lnTo>
                  <a:lnTo>
                    <a:pt x="12371" y="173760"/>
                  </a:lnTo>
                  <a:lnTo>
                    <a:pt x="11844" y="173311"/>
                  </a:lnTo>
                  <a:lnTo>
                    <a:pt x="11580" y="172772"/>
                  </a:lnTo>
                  <a:lnTo>
                    <a:pt x="10965" y="172143"/>
                  </a:lnTo>
                  <a:lnTo>
                    <a:pt x="10350" y="171963"/>
                  </a:lnTo>
                  <a:lnTo>
                    <a:pt x="9823" y="171693"/>
                  </a:lnTo>
                  <a:lnTo>
                    <a:pt x="9120" y="171244"/>
                  </a:lnTo>
                  <a:lnTo>
                    <a:pt x="8681" y="170705"/>
                  </a:lnTo>
                  <a:lnTo>
                    <a:pt x="8329" y="170256"/>
                  </a:lnTo>
                  <a:lnTo>
                    <a:pt x="8066" y="169986"/>
                  </a:lnTo>
                  <a:lnTo>
                    <a:pt x="7714" y="169896"/>
                  </a:lnTo>
                  <a:lnTo>
                    <a:pt x="7275" y="169537"/>
                  </a:lnTo>
                  <a:lnTo>
                    <a:pt x="6748" y="169088"/>
                  </a:lnTo>
                  <a:lnTo>
                    <a:pt x="6220" y="168639"/>
                  </a:lnTo>
                  <a:lnTo>
                    <a:pt x="5869" y="168099"/>
                  </a:lnTo>
                  <a:lnTo>
                    <a:pt x="5605" y="167920"/>
                  </a:lnTo>
                  <a:lnTo>
                    <a:pt x="5254" y="167740"/>
                  </a:lnTo>
                  <a:lnTo>
                    <a:pt x="4902" y="167650"/>
                  </a:lnTo>
                  <a:lnTo>
                    <a:pt x="4375" y="167381"/>
                  </a:lnTo>
                  <a:lnTo>
                    <a:pt x="3936" y="166752"/>
                  </a:lnTo>
                  <a:lnTo>
                    <a:pt x="3497" y="166482"/>
                  </a:lnTo>
                  <a:lnTo>
                    <a:pt x="3321" y="166123"/>
                  </a:lnTo>
                  <a:lnTo>
                    <a:pt x="2706" y="165853"/>
                  </a:lnTo>
                  <a:lnTo>
                    <a:pt x="2179" y="165404"/>
                  </a:lnTo>
                  <a:lnTo>
                    <a:pt x="1739" y="164955"/>
                  </a:lnTo>
                  <a:lnTo>
                    <a:pt x="1212" y="164775"/>
                  </a:lnTo>
                  <a:lnTo>
                    <a:pt x="685" y="164595"/>
                  </a:lnTo>
                  <a:lnTo>
                    <a:pt x="158" y="164326"/>
                  </a:lnTo>
                  <a:lnTo>
                    <a:pt x="0" y="16424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850457" y="4034955"/>
              <a:ext cx="480893" cy="335224"/>
            </a:xfrm>
            <a:custGeom>
              <a:avLst/>
              <a:pathLst>
                <a:path w="480893" h="335224">
                  <a:moveTo>
                    <a:pt x="252440" y="8984"/>
                  </a:moveTo>
                  <a:lnTo>
                    <a:pt x="252528" y="15274"/>
                  </a:lnTo>
                  <a:lnTo>
                    <a:pt x="252528" y="20844"/>
                  </a:lnTo>
                  <a:lnTo>
                    <a:pt x="252616" y="23360"/>
                  </a:lnTo>
                  <a:lnTo>
                    <a:pt x="252879" y="25696"/>
                  </a:lnTo>
                  <a:lnTo>
                    <a:pt x="253143" y="27403"/>
                  </a:lnTo>
                  <a:lnTo>
                    <a:pt x="253231" y="27942"/>
                  </a:lnTo>
                  <a:lnTo>
                    <a:pt x="253406" y="28931"/>
                  </a:lnTo>
                  <a:lnTo>
                    <a:pt x="253846" y="30368"/>
                  </a:lnTo>
                  <a:lnTo>
                    <a:pt x="254549" y="32255"/>
                  </a:lnTo>
                  <a:lnTo>
                    <a:pt x="255779" y="35669"/>
                  </a:lnTo>
                  <a:lnTo>
                    <a:pt x="256218" y="37017"/>
                  </a:lnTo>
                  <a:lnTo>
                    <a:pt x="259293" y="44295"/>
                  </a:lnTo>
                  <a:lnTo>
                    <a:pt x="260172" y="46900"/>
                  </a:lnTo>
                  <a:lnTo>
                    <a:pt x="260699" y="49596"/>
                  </a:lnTo>
                  <a:lnTo>
                    <a:pt x="261139" y="51842"/>
                  </a:lnTo>
                  <a:lnTo>
                    <a:pt x="261841" y="57952"/>
                  </a:lnTo>
                  <a:lnTo>
                    <a:pt x="262896" y="67116"/>
                  </a:lnTo>
                  <a:lnTo>
                    <a:pt x="262896" y="67386"/>
                  </a:lnTo>
                  <a:lnTo>
                    <a:pt x="263072" y="69093"/>
                  </a:lnTo>
                  <a:lnTo>
                    <a:pt x="263247" y="71968"/>
                  </a:lnTo>
                  <a:lnTo>
                    <a:pt x="263775" y="76281"/>
                  </a:lnTo>
                  <a:lnTo>
                    <a:pt x="264477" y="85266"/>
                  </a:lnTo>
                  <a:lnTo>
                    <a:pt x="264565" y="85984"/>
                  </a:lnTo>
                  <a:lnTo>
                    <a:pt x="264653" y="88141"/>
                  </a:lnTo>
                  <a:lnTo>
                    <a:pt x="264741" y="91285"/>
                  </a:lnTo>
                  <a:lnTo>
                    <a:pt x="264741" y="93442"/>
                  </a:lnTo>
                  <a:lnTo>
                    <a:pt x="264829" y="95778"/>
                  </a:lnTo>
                  <a:lnTo>
                    <a:pt x="264829" y="97665"/>
                  </a:lnTo>
                  <a:lnTo>
                    <a:pt x="264741" y="99911"/>
                  </a:lnTo>
                  <a:lnTo>
                    <a:pt x="264565" y="103325"/>
                  </a:lnTo>
                  <a:lnTo>
                    <a:pt x="264390" y="106829"/>
                  </a:lnTo>
                  <a:lnTo>
                    <a:pt x="263599" y="117431"/>
                  </a:lnTo>
                  <a:lnTo>
                    <a:pt x="263247" y="122014"/>
                  </a:lnTo>
                  <a:lnTo>
                    <a:pt x="263072" y="124260"/>
                  </a:lnTo>
                  <a:lnTo>
                    <a:pt x="262808" y="127225"/>
                  </a:lnTo>
                  <a:lnTo>
                    <a:pt x="262896" y="129381"/>
                  </a:lnTo>
                  <a:lnTo>
                    <a:pt x="262984" y="131538"/>
                  </a:lnTo>
                  <a:lnTo>
                    <a:pt x="263159" y="133604"/>
                  </a:lnTo>
                  <a:lnTo>
                    <a:pt x="263159" y="133963"/>
                  </a:lnTo>
                  <a:lnTo>
                    <a:pt x="263599" y="136569"/>
                  </a:lnTo>
                  <a:lnTo>
                    <a:pt x="264038" y="138815"/>
                  </a:lnTo>
                  <a:lnTo>
                    <a:pt x="264214" y="139893"/>
                  </a:lnTo>
                  <a:lnTo>
                    <a:pt x="264565" y="141421"/>
                  </a:lnTo>
                  <a:lnTo>
                    <a:pt x="265180" y="145374"/>
                  </a:lnTo>
                  <a:lnTo>
                    <a:pt x="265532" y="146542"/>
                  </a:lnTo>
                  <a:lnTo>
                    <a:pt x="267377" y="146542"/>
                  </a:lnTo>
                  <a:lnTo>
                    <a:pt x="267904" y="146542"/>
                  </a:lnTo>
                  <a:lnTo>
                    <a:pt x="269310" y="146632"/>
                  </a:lnTo>
                  <a:lnTo>
                    <a:pt x="270277" y="146632"/>
                  </a:lnTo>
                  <a:lnTo>
                    <a:pt x="270452" y="146632"/>
                  </a:lnTo>
                  <a:lnTo>
                    <a:pt x="271946" y="146722"/>
                  </a:lnTo>
                  <a:lnTo>
                    <a:pt x="273088" y="147081"/>
                  </a:lnTo>
                  <a:lnTo>
                    <a:pt x="274319" y="147531"/>
                  </a:lnTo>
                  <a:lnTo>
                    <a:pt x="274494" y="147620"/>
                  </a:lnTo>
                  <a:lnTo>
                    <a:pt x="276339" y="148968"/>
                  </a:lnTo>
                  <a:lnTo>
                    <a:pt x="278888" y="150765"/>
                  </a:lnTo>
                  <a:lnTo>
                    <a:pt x="280381" y="151843"/>
                  </a:lnTo>
                  <a:lnTo>
                    <a:pt x="281172" y="152382"/>
                  </a:lnTo>
                  <a:lnTo>
                    <a:pt x="287674" y="151843"/>
                  </a:lnTo>
                  <a:lnTo>
                    <a:pt x="297076" y="151214"/>
                  </a:lnTo>
                  <a:lnTo>
                    <a:pt x="306038" y="150585"/>
                  </a:lnTo>
                  <a:lnTo>
                    <a:pt x="307005" y="150496"/>
                  </a:lnTo>
                  <a:lnTo>
                    <a:pt x="324315" y="149507"/>
                  </a:lnTo>
                  <a:lnTo>
                    <a:pt x="325369" y="149417"/>
                  </a:lnTo>
                  <a:lnTo>
                    <a:pt x="331871" y="148968"/>
                  </a:lnTo>
                  <a:lnTo>
                    <a:pt x="332925" y="148878"/>
                  </a:lnTo>
                  <a:lnTo>
                    <a:pt x="332925" y="159121"/>
                  </a:lnTo>
                  <a:lnTo>
                    <a:pt x="334243" y="159121"/>
                  </a:lnTo>
                  <a:lnTo>
                    <a:pt x="337670" y="159031"/>
                  </a:lnTo>
                  <a:lnTo>
                    <a:pt x="341448" y="159031"/>
                  </a:lnTo>
                  <a:lnTo>
                    <a:pt x="341185" y="148339"/>
                  </a:lnTo>
                  <a:lnTo>
                    <a:pt x="352608" y="148070"/>
                  </a:lnTo>
                  <a:lnTo>
                    <a:pt x="363942" y="147800"/>
                  </a:lnTo>
                  <a:lnTo>
                    <a:pt x="364557" y="147800"/>
                  </a:lnTo>
                  <a:lnTo>
                    <a:pt x="371850" y="147710"/>
                  </a:lnTo>
                  <a:lnTo>
                    <a:pt x="371675" y="142948"/>
                  </a:lnTo>
                  <a:lnTo>
                    <a:pt x="377210" y="142679"/>
                  </a:lnTo>
                  <a:lnTo>
                    <a:pt x="377122" y="139354"/>
                  </a:lnTo>
                  <a:lnTo>
                    <a:pt x="377122" y="138546"/>
                  </a:lnTo>
                  <a:lnTo>
                    <a:pt x="377122" y="136210"/>
                  </a:lnTo>
                  <a:lnTo>
                    <a:pt x="377210" y="134592"/>
                  </a:lnTo>
                  <a:lnTo>
                    <a:pt x="377386" y="133424"/>
                  </a:lnTo>
                  <a:lnTo>
                    <a:pt x="377474" y="133065"/>
                  </a:lnTo>
                  <a:lnTo>
                    <a:pt x="378792" y="131897"/>
                  </a:lnTo>
                  <a:lnTo>
                    <a:pt x="379495" y="131448"/>
                  </a:lnTo>
                  <a:lnTo>
                    <a:pt x="380198" y="130998"/>
                  </a:lnTo>
                  <a:lnTo>
                    <a:pt x="382921" y="129112"/>
                  </a:lnTo>
                  <a:lnTo>
                    <a:pt x="388809" y="125248"/>
                  </a:lnTo>
                  <a:lnTo>
                    <a:pt x="389424" y="124889"/>
                  </a:lnTo>
                  <a:lnTo>
                    <a:pt x="391796" y="123361"/>
                  </a:lnTo>
                  <a:lnTo>
                    <a:pt x="392499" y="122912"/>
                  </a:lnTo>
                  <a:lnTo>
                    <a:pt x="392850" y="122643"/>
                  </a:lnTo>
                  <a:lnTo>
                    <a:pt x="393026" y="122553"/>
                  </a:lnTo>
                  <a:lnTo>
                    <a:pt x="393641" y="122103"/>
                  </a:lnTo>
                  <a:lnTo>
                    <a:pt x="396189" y="120486"/>
                  </a:lnTo>
                  <a:lnTo>
                    <a:pt x="398034" y="119228"/>
                  </a:lnTo>
                  <a:lnTo>
                    <a:pt x="402252" y="116443"/>
                  </a:lnTo>
                  <a:lnTo>
                    <a:pt x="403131" y="115904"/>
                  </a:lnTo>
                  <a:lnTo>
                    <a:pt x="403922" y="115365"/>
                  </a:lnTo>
                  <a:lnTo>
                    <a:pt x="404537" y="114916"/>
                  </a:lnTo>
                  <a:lnTo>
                    <a:pt x="405152" y="115814"/>
                  </a:lnTo>
                  <a:lnTo>
                    <a:pt x="407700" y="119857"/>
                  </a:lnTo>
                  <a:lnTo>
                    <a:pt x="409106" y="122193"/>
                  </a:lnTo>
                  <a:lnTo>
                    <a:pt x="409281" y="122373"/>
                  </a:lnTo>
                  <a:lnTo>
                    <a:pt x="410599" y="124440"/>
                  </a:lnTo>
                  <a:lnTo>
                    <a:pt x="412620" y="127584"/>
                  </a:lnTo>
                  <a:lnTo>
                    <a:pt x="413060" y="128303"/>
                  </a:lnTo>
                  <a:lnTo>
                    <a:pt x="413411" y="128842"/>
                  </a:lnTo>
                  <a:lnTo>
                    <a:pt x="414466" y="130370"/>
                  </a:lnTo>
                  <a:lnTo>
                    <a:pt x="416750" y="133694"/>
                  </a:lnTo>
                  <a:lnTo>
                    <a:pt x="416838" y="133874"/>
                  </a:lnTo>
                  <a:lnTo>
                    <a:pt x="417980" y="135671"/>
                  </a:lnTo>
                  <a:lnTo>
                    <a:pt x="420616" y="139624"/>
                  </a:lnTo>
                  <a:lnTo>
                    <a:pt x="424482" y="145374"/>
                  </a:lnTo>
                  <a:lnTo>
                    <a:pt x="424834" y="145913"/>
                  </a:lnTo>
                  <a:lnTo>
                    <a:pt x="425273" y="146452"/>
                  </a:lnTo>
                  <a:lnTo>
                    <a:pt x="427733" y="150136"/>
                  </a:lnTo>
                  <a:lnTo>
                    <a:pt x="428436" y="151214"/>
                  </a:lnTo>
                  <a:lnTo>
                    <a:pt x="431687" y="156066"/>
                  </a:lnTo>
                  <a:lnTo>
                    <a:pt x="432302" y="157055"/>
                  </a:lnTo>
                  <a:lnTo>
                    <a:pt x="436959" y="163973"/>
                  </a:lnTo>
                  <a:lnTo>
                    <a:pt x="439068" y="167118"/>
                  </a:lnTo>
                  <a:lnTo>
                    <a:pt x="443022" y="173048"/>
                  </a:lnTo>
                  <a:lnTo>
                    <a:pt x="443374" y="173497"/>
                  </a:lnTo>
                  <a:lnTo>
                    <a:pt x="444867" y="175833"/>
                  </a:lnTo>
                  <a:lnTo>
                    <a:pt x="449436" y="182841"/>
                  </a:lnTo>
                  <a:lnTo>
                    <a:pt x="452160" y="187154"/>
                  </a:lnTo>
                  <a:lnTo>
                    <a:pt x="462089" y="202158"/>
                  </a:lnTo>
                  <a:lnTo>
                    <a:pt x="464901" y="206561"/>
                  </a:lnTo>
                  <a:lnTo>
                    <a:pt x="465077" y="206741"/>
                  </a:lnTo>
                  <a:lnTo>
                    <a:pt x="466043" y="208268"/>
                  </a:lnTo>
                  <a:lnTo>
                    <a:pt x="467625" y="210604"/>
                  </a:lnTo>
                  <a:lnTo>
                    <a:pt x="468415" y="211862"/>
                  </a:lnTo>
                  <a:lnTo>
                    <a:pt x="473072" y="218511"/>
                  </a:lnTo>
                  <a:lnTo>
                    <a:pt x="475357" y="221745"/>
                  </a:lnTo>
                  <a:lnTo>
                    <a:pt x="477905" y="225339"/>
                  </a:lnTo>
                  <a:lnTo>
                    <a:pt x="478520" y="226238"/>
                  </a:lnTo>
                  <a:lnTo>
                    <a:pt x="479487" y="227855"/>
                  </a:lnTo>
                  <a:lnTo>
                    <a:pt x="480541" y="229472"/>
                  </a:lnTo>
                  <a:lnTo>
                    <a:pt x="480893" y="230011"/>
                  </a:lnTo>
                  <a:lnTo>
                    <a:pt x="480541" y="230371"/>
                  </a:lnTo>
                  <a:lnTo>
                    <a:pt x="480190" y="230820"/>
                  </a:lnTo>
                  <a:lnTo>
                    <a:pt x="479926" y="231179"/>
                  </a:lnTo>
                  <a:lnTo>
                    <a:pt x="479662" y="231719"/>
                  </a:lnTo>
                  <a:lnTo>
                    <a:pt x="479487" y="232168"/>
                  </a:lnTo>
                  <a:lnTo>
                    <a:pt x="479399" y="232707"/>
                  </a:lnTo>
                  <a:lnTo>
                    <a:pt x="479311" y="233156"/>
                  </a:lnTo>
                  <a:lnTo>
                    <a:pt x="479223" y="233695"/>
                  </a:lnTo>
                  <a:lnTo>
                    <a:pt x="478959" y="233695"/>
                  </a:lnTo>
                  <a:lnTo>
                    <a:pt x="478344" y="233605"/>
                  </a:lnTo>
                  <a:lnTo>
                    <a:pt x="477993" y="233605"/>
                  </a:lnTo>
                  <a:lnTo>
                    <a:pt x="475357" y="233156"/>
                  </a:lnTo>
                  <a:lnTo>
                    <a:pt x="475005" y="233156"/>
                  </a:lnTo>
                  <a:lnTo>
                    <a:pt x="473775" y="232976"/>
                  </a:lnTo>
                  <a:lnTo>
                    <a:pt x="471491" y="232617"/>
                  </a:lnTo>
                  <a:lnTo>
                    <a:pt x="469909" y="232347"/>
                  </a:lnTo>
                  <a:lnTo>
                    <a:pt x="466307" y="231898"/>
                  </a:lnTo>
                  <a:lnTo>
                    <a:pt x="465516" y="231719"/>
                  </a:lnTo>
                  <a:lnTo>
                    <a:pt x="464725" y="231629"/>
                  </a:lnTo>
                  <a:lnTo>
                    <a:pt x="463144" y="231269"/>
                  </a:lnTo>
                  <a:lnTo>
                    <a:pt x="462265" y="231179"/>
                  </a:lnTo>
                  <a:lnTo>
                    <a:pt x="461298" y="231000"/>
                  </a:lnTo>
                  <a:lnTo>
                    <a:pt x="460420" y="230820"/>
                  </a:lnTo>
                  <a:lnTo>
                    <a:pt x="459980" y="230730"/>
                  </a:lnTo>
                  <a:lnTo>
                    <a:pt x="458838" y="230550"/>
                  </a:lnTo>
                  <a:lnTo>
                    <a:pt x="458311" y="230461"/>
                  </a:lnTo>
                  <a:lnTo>
                    <a:pt x="455851" y="230101"/>
                  </a:lnTo>
                  <a:lnTo>
                    <a:pt x="452863" y="229562"/>
                  </a:lnTo>
                  <a:lnTo>
                    <a:pt x="451897" y="229382"/>
                  </a:lnTo>
                  <a:lnTo>
                    <a:pt x="450403" y="229113"/>
                  </a:lnTo>
                  <a:lnTo>
                    <a:pt x="449524" y="229023"/>
                  </a:lnTo>
                  <a:lnTo>
                    <a:pt x="448030" y="228754"/>
                  </a:lnTo>
                  <a:lnTo>
                    <a:pt x="447767" y="228754"/>
                  </a:lnTo>
                  <a:lnTo>
                    <a:pt x="446800" y="228574"/>
                  </a:lnTo>
                  <a:lnTo>
                    <a:pt x="446625" y="228574"/>
                  </a:lnTo>
                  <a:lnTo>
                    <a:pt x="444164" y="228125"/>
                  </a:lnTo>
                  <a:lnTo>
                    <a:pt x="443813" y="228125"/>
                  </a:lnTo>
                  <a:lnTo>
                    <a:pt x="443549" y="228035"/>
                  </a:lnTo>
                  <a:lnTo>
                    <a:pt x="443374" y="228035"/>
                  </a:lnTo>
                  <a:lnTo>
                    <a:pt x="442758" y="227945"/>
                  </a:lnTo>
                  <a:lnTo>
                    <a:pt x="439771" y="227496"/>
                  </a:lnTo>
                  <a:lnTo>
                    <a:pt x="437750" y="227136"/>
                  </a:lnTo>
                  <a:lnTo>
                    <a:pt x="435466" y="226777"/>
                  </a:lnTo>
                  <a:lnTo>
                    <a:pt x="435114" y="226687"/>
                  </a:lnTo>
                  <a:lnTo>
                    <a:pt x="433533" y="226507"/>
                  </a:lnTo>
                  <a:lnTo>
                    <a:pt x="430194" y="225968"/>
                  </a:lnTo>
                  <a:lnTo>
                    <a:pt x="428348" y="225699"/>
                  </a:lnTo>
                  <a:lnTo>
                    <a:pt x="426943" y="225429"/>
                  </a:lnTo>
                  <a:lnTo>
                    <a:pt x="426064" y="225339"/>
                  </a:lnTo>
                  <a:lnTo>
                    <a:pt x="425712" y="225249"/>
                  </a:lnTo>
                  <a:lnTo>
                    <a:pt x="425009" y="225160"/>
                  </a:lnTo>
                  <a:lnTo>
                    <a:pt x="423076" y="224890"/>
                  </a:lnTo>
                  <a:lnTo>
                    <a:pt x="415432" y="223632"/>
                  </a:lnTo>
                  <a:lnTo>
                    <a:pt x="414378" y="223452"/>
                  </a:lnTo>
                  <a:lnTo>
                    <a:pt x="412972" y="223273"/>
                  </a:lnTo>
                  <a:lnTo>
                    <a:pt x="412445" y="223183"/>
                  </a:lnTo>
                  <a:lnTo>
                    <a:pt x="410424" y="222913"/>
                  </a:lnTo>
                  <a:lnTo>
                    <a:pt x="409721" y="222824"/>
                  </a:lnTo>
                  <a:lnTo>
                    <a:pt x="409457" y="222824"/>
                  </a:lnTo>
                  <a:lnTo>
                    <a:pt x="409194" y="222734"/>
                  </a:lnTo>
                  <a:lnTo>
                    <a:pt x="408666" y="226507"/>
                  </a:lnTo>
                  <a:lnTo>
                    <a:pt x="408666" y="226687"/>
                  </a:lnTo>
                  <a:lnTo>
                    <a:pt x="408666" y="227406"/>
                  </a:lnTo>
                  <a:lnTo>
                    <a:pt x="408666" y="227585"/>
                  </a:lnTo>
                  <a:lnTo>
                    <a:pt x="409194" y="232887"/>
                  </a:lnTo>
                  <a:lnTo>
                    <a:pt x="409369" y="235312"/>
                  </a:lnTo>
                  <a:lnTo>
                    <a:pt x="409633" y="237828"/>
                  </a:lnTo>
                  <a:lnTo>
                    <a:pt x="410160" y="243129"/>
                  </a:lnTo>
                  <a:lnTo>
                    <a:pt x="409984" y="243129"/>
                  </a:lnTo>
                  <a:lnTo>
                    <a:pt x="408227" y="243399"/>
                  </a:lnTo>
                  <a:lnTo>
                    <a:pt x="403043" y="243848"/>
                  </a:lnTo>
                  <a:lnTo>
                    <a:pt x="402252" y="243938"/>
                  </a:lnTo>
                  <a:lnTo>
                    <a:pt x="401901" y="243938"/>
                  </a:lnTo>
                  <a:lnTo>
                    <a:pt x="401198" y="244028"/>
                  </a:lnTo>
                  <a:lnTo>
                    <a:pt x="400670" y="244028"/>
                  </a:lnTo>
                  <a:lnTo>
                    <a:pt x="399792" y="244118"/>
                  </a:lnTo>
                  <a:lnTo>
                    <a:pt x="396365" y="244477"/>
                  </a:lnTo>
                  <a:lnTo>
                    <a:pt x="393905" y="244657"/>
                  </a:lnTo>
                  <a:lnTo>
                    <a:pt x="389863" y="243938"/>
                  </a:lnTo>
                  <a:lnTo>
                    <a:pt x="389336" y="246633"/>
                  </a:lnTo>
                  <a:lnTo>
                    <a:pt x="388984" y="248340"/>
                  </a:lnTo>
                  <a:lnTo>
                    <a:pt x="388545" y="248251"/>
                  </a:lnTo>
                  <a:lnTo>
                    <a:pt x="387491" y="248071"/>
                  </a:lnTo>
                  <a:lnTo>
                    <a:pt x="386788" y="247891"/>
                  </a:lnTo>
                  <a:lnTo>
                    <a:pt x="386348" y="247801"/>
                  </a:lnTo>
                  <a:lnTo>
                    <a:pt x="383800" y="247172"/>
                  </a:lnTo>
                  <a:lnTo>
                    <a:pt x="383361" y="248969"/>
                  </a:lnTo>
                  <a:lnTo>
                    <a:pt x="383273" y="249509"/>
                  </a:lnTo>
                  <a:lnTo>
                    <a:pt x="383185" y="249778"/>
                  </a:lnTo>
                  <a:lnTo>
                    <a:pt x="383097" y="250227"/>
                  </a:lnTo>
                  <a:lnTo>
                    <a:pt x="382834" y="251216"/>
                  </a:lnTo>
                  <a:lnTo>
                    <a:pt x="381603" y="252563"/>
                  </a:lnTo>
                  <a:lnTo>
                    <a:pt x="381252" y="253013"/>
                  </a:lnTo>
                  <a:lnTo>
                    <a:pt x="379846" y="254450"/>
                  </a:lnTo>
                  <a:lnTo>
                    <a:pt x="379143" y="255259"/>
                  </a:lnTo>
                  <a:lnTo>
                    <a:pt x="379055" y="255079"/>
                  </a:lnTo>
                  <a:lnTo>
                    <a:pt x="378440" y="253911"/>
                  </a:lnTo>
                  <a:lnTo>
                    <a:pt x="378352" y="253642"/>
                  </a:lnTo>
                  <a:lnTo>
                    <a:pt x="377913" y="252743"/>
                  </a:lnTo>
                  <a:lnTo>
                    <a:pt x="377737" y="252294"/>
                  </a:lnTo>
                  <a:lnTo>
                    <a:pt x="377474" y="251845"/>
                  </a:lnTo>
                  <a:lnTo>
                    <a:pt x="378001" y="248610"/>
                  </a:lnTo>
                  <a:lnTo>
                    <a:pt x="378352" y="246993"/>
                  </a:lnTo>
                  <a:lnTo>
                    <a:pt x="378528" y="246004"/>
                  </a:lnTo>
                  <a:lnTo>
                    <a:pt x="378528" y="245825"/>
                  </a:lnTo>
                  <a:lnTo>
                    <a:pt x="378528" y="245465"/>
                  </a:lnTo>
                  <a:lnTo>
                    <a:pt x="378352" y="244297"/>
                  </a:lnTo>
                  <a:lnTo>
                    <a:pt x="378177" y="242500"/>
                  </a:lnTo>
                  <a:lnTo>
                    <a:pt x="377649" y="242680"/>
                  </a:lnTo>
                  <a:lnTo>
                    <a:pt x="376771" y="242950"/>
                  </a:lnTo>
                  <a:lnTo>
                    <a:pt x="376068" y="243129"/>
                  </a:lnTo>
                  <a:lnTo>
                    <a:pt x="375716" y="243219"/>
                  </a:lnTo>
                  <a:lnTo>
                    <a:pt x="374838" y="243489"/>
                  </a:lnTo>
                  <a:lnTo>
                    <a:pt x="374574" y="243129"/>
                  </a:lnTo>
                  <a:lnTo>
                    <a:pt x="373959" y="241602"/>
                  </a:lnTo>
                  <a:lnTo>
                    <a:pt x="372553" y="238637"/>
                  </a:lnTo>
                  <a:lnTo>
                    <a:pt x="372114" y="238817"/>
                  </a:lnTo>
                  <a:lnTo>
                    <a:pt x="370444" y="239266"/>
                  </a:lnTo>
                  <a:lnTo>
                    <a:pt x="370269" y="239266"/>
                  </a:lnTo>
                  <a:lnTo>
                    <a:pt x="369829" y="239445"/>
                  </a:lnTo>
                  <a:lnTo>
                    <a:pt x="367018" y="240074"/>
                  </a:lnTo>
                  <a:lnTo>
                    <a:pt x="364557" y="240254"/>
                  </a:lnTo>
                  <a:lnTo>
                    <a:pt x="364294" y="240254"/>
                  </a:lnTo>
                  <a:lnTo>
                    <a:pt x="363767" y="240254"/>
                  </a:lnTo>
                  <a:lnTo>
                    <a:pt x="360428" y="240164"/>
                  </a:lnTo>
                  <a:lnTo>
                    <a:pt x="359813" y="240164"/>
                  </a:lnTo>
                  <a:lnTo>
                    <a:pt x="359198" y="240074"/>
                  </a:lnTo>
                  <a:lnTo>
                    <a:pt x="358143" y="239985"/>
                  </a:lnTo>
                  <a:lnTo>
                    <a:pt x="357177" y="239895"/>
                  </a:lnTo>
                  <a:lnTo>
                    <a:pt x="356298" y="239895"/>
                  </a:lnTo>
                  <a:lnTo>
                    <a:pt x="356298" y="240074"/>
                  </a:lnTo>
                  <a:lnTo>
                    <a:pt x="356210" y="240344"/>
                  </a:lnTo>
                  <a:lnTo>
                    <a:pt x="355244" y="243758"/>
                  </a:lnTo>
                  <a:lnTo>
                    <a:pt x="353750" y="245735"/>
                  </a:lnTo>
                  <a:lnTo>
                    <a:pt x="352959" y="245016"/>
                  </a:lnTo>
                  <a:lnTo>
                    <a:pt x="352783" y="244836"/>
                  </a:lnTo>
                  <a:lnTo>
                    <a:pt x="351290" y="243399"/>
                  </a:lnTo>
                  <a:lnTo>
                    <a:pt x="351202" y="243668"/>
                  </a:lnTo>
                  <a:lnTo>
                    <a:pt x="348917" y="248790"/>
                  </a:lnTo>
                  <a:lnTo>
                    <a:pt x="348302" y="248251"/>
                  </a:lnTo>
                  <a:lnTo>
                    <a:pt x="346633" y="246813"/>
                  </a:lnTo>
                  <a:lnTo>
                    <a:pt x="346105" y="246364"/>
                  </a:lnTo>
                  <a:lnTo>
                    <a:pt x="343997" y="244387"/>
                  </a:lnTo>
                  <a:lnTo>
                    <a:pt x="342766" y="243309"/>
                  </a:lnTo>
                  <a:lnTo>
                    <a:pt x="342591" y="243129"/>
                  </a:lnTo>
                  <a:lnTo>
                    <a:pt x="341361" y="244297"/>
                  </a:lnTo>
                  <a:lnTo>
                    <a:pt x="341097" y="244657"/>
                  </a:lnTo>
                  <a:lnTo>
                    <a:pt x="341009" y="244926"/>
                  </a:lnTo>
                  <a:lnTo>
                    <a:pt x="340921" y="245196"/>
                  </a:lnTo>
                  <a:lnTo>
                    <a:pt x="340921" y="245825"/>
                  </a:lnTo>
                  <a:lnTo>
                    <a:pt x="340921" y="246094"/>
                  </a:lnTo>
                  <a:lnTo>
                    <a:pt x="340921" y="246364"/>
                  </a:lnTo>
                  <a:lnTo>
                    <a:pt x="340833" y="247352"/>
                  </a:lnTo>
                  <a:lnTo>
                    <a:pt x="340833" y="247622"/>
                  </a:lnTo>
                  <a:lnTo>
                    <a:pt x="337407" y="247712"/>
                  </a:lnTo>
                  <a:lnTo>
                    <a:pt x="336177" y="247712"/>
                  </a:lnTo>
                  <a:lnTo>
                    <a:pt x="334946" y="247712"/>
                  </a:lnTo>
                  <a:lnTo>
                    <a:pt x="334946" y="248251"/>
                  </a:lnTo>
                  <a:lnTo>
                    <a:pt x="334946" y="249329"/>
                  </a:lnTo>
                  <a:lnTo>
                    <a:pt x="335034" y="250766"/>
                  </a:lnTo>
                  <a:lnTo>
                    <a:pt x="335034" y="252384"/>
                  </a:lnTo>
                  <a:lnTo>
                    <a:pt x="335122" y="254720"/>
                  </a:lnTo>
                  <a:lnTo>
                    <a:pt x="331168" y="254810"/>
                  </a:lnTo>
                  <a:lnTo>
                    <a:pt x="328005" y="254899"/>
                  </a:lnTo>
                  <a:lnTo>
                    <a:pt x="326511" y="254899"/>
                  </a:lnTo>
                  <a:lnTo>
                    <a:pt x="324842" y="254899"/>
                  </a:lnTo>
                  <a:lnTo>
                    <a:pt x="323612" y="252563"/>
                  </a:lnTo>
                  <a:lnTo>
                    <a:pt x="323436" y="252114"/>
                  </a:lnTo>
                  <a:lnTo>
                    <a:pt x="322118" y="249419"/>
                  </a:lnTo>
                  <a:lnTo>
                    <a:pt x="321679" y="248700"/>
                  </a:lnTo>
                  <a:lnTo>
                    <a:pt x="320976" y="249958"/>
                  </a:lnTo>
                  <a:lnTo>
                    <a:pt x="319658" y="252114"/>
                  </a:lnTo>
                  <a:lnTo>
                    <a:pt x="316582" y="257505"/>
                  </a:lnTo>
                  <a:lnTo>
                    <a:pt x="315704" y="258853"/>
                  </a:lnTo>
                  <a:lnTo>
                    <a:pt x="315616" y="259122"/>
                  </a:lnTo>
                  <a:lnTo>
                    <a:pt x="314298" y="261279"/>
                  </a:lnTo>
                  <a:lnTo>
                    <a:pt x="313419" y="262806"/>
                  </a:lnTo>
                  <a:lnTo>
                    <a:pt x="311486" y="266130"/>
                  </a:lnTo>
                  <a:lnTo>
                    <a:pt x="311398" y="266310"/>
                  </a:lnTo>
                  <a:lnTo>
                    <a:pt x="311310" y="266490"/>
                  </a:lnTo>
                  <a:lnTo>
                    <a:pt x="310607" y="267748"/>
                  </a:lnTo>
                  <a:lnTo>
                    <a:pt x="310080" y="268556"/>
                  </a:lnTo>
                  <a:lnTo>
                    <a:pt x="308586" y="271162"/>
                  </a:lnTo>
                  <a:lnTo>
                    <a:pt x="307708" y="272600"/>
                  </a:lnTo>
                  <a:lnTo>
                    <a:pt x="307532" y="272869"/>
                  </a:lnTo>
                  <a:lnTo>
                    <a:pt x="307268" y="273318"/>
                  </a:lnTo>
                  <a:lnTo>
                    <a:pt x="307181" y="273498"/>
                  </a:lnTo>
                  <a:lnTo>
                    <a:pt x="307005" y="273857"/>
                  </a:lnTo>
                  <a:lnTo>
                    <a:pt x="306741" y="274217"/>
                  </a:lnTo>
                  <a:lnTo>
                    <a:pt x="306566" y="274576"/>
                  </a:lnTo>
                  <a:lnTo>
                    <a:pt x="306390" y="274846"/>
                  </a:lnTo>
                  <a:lnTo>
                    <a:pt x="306038" y="275385"/>
                  </a:lnTo>
                  <a:lnTo>
                    <a:pt x="304017" y="278440"/>
                  </a:lnTo>
                  <a:lnTo>
                    <a:pt x="302875" y="280147"/>
                  </a:lnTo>
                  <a:lnTo>
                    <a:pt x="302612" y="280506"/>
                  </a:lnTo>
                  <a:lnTo>
                    <a:pt x="301996" y="281045"/>
                  </a:lnTo>
                  <a:lnTo>
                    <a:pt x="301821" y="281225"/>
                  </a:lnTo>
                  <a:lnTo>
                    <a:pt x="299800" y="283202"/>
                  </a:lnTo>
                  <a:lnTo>
                    <a:pt x="299536" y="283561"/>
                  </a:lnTo>
                  <a:lnTo>
                    <a:pt x="299273" y="283831"/>
                  </a:lnTo>
                  <a:lnTo>
                    <a:pt x="299097" y="284010"/>
                  </a:lnTo>
                  <a:lnTo>
                    <a:pt x="297164" y="285268"/>
                  </a:lnTo>
                  <a:lnTo>
                    <a:pt x="295846" y="286077"/>
                  </a:lnTo>
                  <a:lnTo>
                    <a:pt x="295494" y="286257"/>
                  </a:lnTo>
                  <a:lnTo>
                    <a:pt x="294176" y="286796"/>
                  </a:lnTo>
                  <a:lnTo>
                    <a:pt x="293825" y="286885"/>
                  </a:lnTo>
                  <a:lnTo>
                    <a:pt x="293034" y="287245"/>
                  </a:lnTo>
                  <a:lnTo>
                    <a:pt x="290486" y="288143"/>
                  </a:lnTo>
                  <a:lnTo>
                    <a:pt x="290134" y="288233"/>
                  </a:lnTo>
                  <a:lnTo>
                    <a:pt x="290310" y="288682"/>
                  </a:lnTo>
                  <a:lnTo>
                    <a:pt x="290925" y="290479"/>
                  </a:lnTo>
                  <a:lnTo>
                    <a:pt x="289432" y="291288"/>
                  </a:lnTo>
                  <a:lnTo>
                    <a:pt x="285741" y="293534"/>
                  </a:lnTo>
                  <a:lnTo>
                    <a:pt x="283896" y="294433"/>
                  </a:lnTo>
                  <a:lnTo>
                    <a:pt x="283545" y="294612"/>
                  </a:lnTo>
                  <a:lnTo>
                    <a:pt x="280030" y="296230"/>
                  </a:lnTo>
                  <a:lnTo>
                    <a:pt x="278097" y="296769"/>
                  </a:lnTo>
                  <a:lnTo>
                    <a:pt x="276339" y="297218"/>
                  </a:lnTo>
                  <a:lnTo>
                    <a:pt x="274758" y="297577"/>
                  </a:lnTo>
                  <a:lnTo>
                    <a:pt x="273703" y="297847"/>
                  </a:lnTo>
                  <a:lnTo>
                    <a:pt x="272385" y="298296"/>
                  </a:lnTo>
                  <a:lnTo>
                    <a:pt x="271331" y="298835"/>
                  </a:lnTo>
                  <a:lnTo>
                    <a:pt x="271155" y="298925"/>
                  </a:lnTo>
                  <a:lnTo>
                    <a:pt x="269749" y="299644"/>
                  </a:lnTo>
                  <a:lnTo>
                    <a:pt x="269398" y="299824"/>
                  </a:lnTo>
                  <a:lnTo>
                    <a:pt x="269047" y="300003"/>
                  </a:lnTo>
                  <a:lnTo>
                    <a:pt x="268344" y="300453"/>
                  </a:lnTo>
                  <a:lnTo>
                    <a:pt x="267201" y="301621"/>
                  </a:lnTo>
                  <a:lnTo>
                    <a:pt x="265883" y="302878"/>
                  </a:lnTo>
                  <a:lnTo>
                    <a:pt x="265444" y="303418"/>
                  </a:lnTo>
                  <a:lnTo>
                    <a:pt x="264126" y="305035"/>
                  </a:lnTo>
                  <a:lnTo>
                    <a:pt x="264038" y="305304"/>
                  </a:lnTo>
                  <a:lnTo>
                    <a:pt x="262017" y="309078"/>
                  </a:lnTo>
                  <a:lnTo>
                    <a:pt x="261841" y="309258"/>
                  </a:lnTo>
                  <a:lnTo>
                    <a:pt x="260260" y="312133"/>
                  </a:lnTo>
                  <a:lnTo>
                    <a:pt x="258151" y="315817"/>
                  </a:lnTo>
                  <a:lnTo>
                    <a:pt x="257097" y="317793"/>
                  </a:lnTo>
                  <a:lnTo>
                    <a:pt x="256570" y="318332"/>
                  </a:lnTo>
                  <a:lnTo>
                    <a:pt x="255164" y="320039"/>
                  </a:lnTo>
                  <a:lnTo>
                    <a:pt x="254109" y="321028"/>
                  </a:lnTo>
                  <a:lnTo>
                    <a:pt x="253318" y="321657"/>
                  </a:lnTo>
                  <a:lnTo>
                    <a:pt x="252616" y="322376"/>
                  </a:lnTo>
                  <a:lnTo>
                    <a:pt x="252440" y="322555"/>
                  </a:lnTo>
                  <a:lnTo>
                    <a:pt x="251913" y="323094"/>
                  </a:lnTo>
                  <a:lnTo>
                    <a:pt x="251122" y="323813"/>
                  </a:lnTo>
                  <a:lnTo>
                    <a:pt x="250595" y="324442"/>
                  </a:lnTo>
                  <a:lnTo>
                    <a:pt x="249364" y="325969"/>
                  </a:lnTo>
                  <a:lnTo>
                    <a:pt x="248222" y="327677"/>
                  </a:lnTo>
                  <a:lnTo>
                    <a:pt x="247871" y="328395"/>
                  </a:lnTo>
                  <a:lnTo>
                    <a:pt x="247783" y="328575"/>
                  </a:lnTo>
                  <a:lnTo>
                    <a:pt x="246377" y="329294"/>
                  </a:lnTo>
                  <a:lnTo>
                    <a:pt x="245586" y="329743"/>
                  </a:lnTo>
                  <a:lnTo>
                    <a:pt x="244971" y="330192"/>
                  </a:lnTo>
                  <a:lnTo>
                    <a:pt x="244620" y="330462"/>
                  </a:lnTo>
                  <a:lnTo>
                    <a:pt x="243214" y="331181"/>
                  </a:lnTo>
                  <a:lnTo>
                    <a:pt x="239436" y="332798"/>
                  </a:lnTo>
                  <a:lnTo>
                    <a:pt x="236536" y="334056"/>
                  </a:lnTo>
                  <a:lnTo>
                    <a:pt x="234251" y="335044"/>
                  </a:lnTo>
                  <a:lnTo>
                    <a:pt x="233812" y="335224"/>
                  </a:lnTo>
                  <a:lnTo>
                    <a:pt x="233636" y="334954"/>
                  </a:lnTo>
                  <a:lnTo>
                    <a:pt x="236448" y="333696"/>
                  </a:lnTo>
                  <a:lnTo>
                    <a:pt x="242247" y="331181"/>
                  </a:lnTo>
                  <a:lnTo>
                    <a:pt x="243565" y="330372"/>
                  </a:lnTo>
                  <a:lnTo>
                    <a:pt x="243390" y="329204"/>
                  </a:lnTo>
                  <a:lnTo>
                    <a:pt x="243038" y="326239"/>
                  </a:lnTo>
                  <a:lnTo>
                    <a:pt x="242950" y="324981"/>
                  </a:lnTo>
                  <a:lnTo>
                    <a:pt x="242335" y="324173"/>
                  </a:lnTo>
                  <a:lnTo>
                    <a:pt x="242159" y="323633"/>
                  </a:lnTo>
                  <a:lnTo>
                    <a:pt x="241984" y="323364"/>
                  </a:lnTo>
                  <a:lnTo>
                    <a:pt x="241808" y="323004"/>
                  </a:lnTo>
                  <a:lnTo>
                    <a:pt x="241369" y="322376"/>
                  </a:lnTo>
                  <a:lnTo>
                    <a:pt x="240929" y="321567"/>
                  </a:lnTo>
                  <a:lnTo>
                    <a:pt x="240578" y="320848"/>
                  </a:lnTo>
                  <a:lnTo>
                    <a:pt x="240666" y="320129"/>
                  </a:lnTo>
                  <a:lnTo>
                    <a:pt x="240578" y="319860"/>
                  </a:lnTo>
                  <a:lnTo>
                    <a:pt x="240138" y="319680"/>
                  </a:lnTo>
                  <a:lnTo>
                    <a:pt x="239875" y="319231"/>
                  </a:lnTo>
                  <a:lnTo>
                    <a:pt x="239699" y="318871"/>
                  </a:lnTo>
                  <a:lnTo>
                    <a:pt x="239436" y="318332"/>
                  </a:lnTo>
                  <a:lnTo>
                    <a:pt x="239172" y="317434"/>
                  </a:lnTo>
                  <a:lnTo>
                    <a:pt x="238908" y="316895"/>
                  </a:lnTo>
                  <a:lnTo>
                    <a:pt x="238733" y="316266"/>
                  </a:lnTo>
                  <a:lnTo>
                    <a:pt x="238557" y="315637"/>
                  </a:lnTo>
                  <a:lnTo>
                    <a:pt x="238381" y="315008"/>
                  </a:lnTo>
                  <a:lnTo>
                    <a:pt x="238205" y="314289"/>
                  </a:lnTo>
                  <a:lnTo>
                    <a:pt x="237854" y="313570"/>
                  </a:lnTo>
                  <a:lnTo>
                    <a:pt x="237327" y="312762"/>
                  </a:lnTo>
                  <a:lnTo>
                    <a:pt x="236624" y="312672"/>
                  </a:lnTo>
                  <a:lnTo>
                    <a:pt x="234954" y="312852"/>
                  </a:lnTo>
                  <a:lnTo>
                    <a:pt x="234954" y="312133"/>
                  </a:lnTo>
                  <a:lnTo>
                    <a:pt x="238381" y="311324"/>
                  </a:lnTo>
                  <a:lnTo>
                    <a:pt x="238733" y="311145"/>
                  </a:lnTo>
                  <a:lnTo>
                    <a:pt x="239084" y="311145"/>
                  </a:lnTo>
                  <a:lnTo>
                    <a:pt x="239172" y="310875"/>
                  </a:lnTo>
                  <a:lnTo>
                    <a:pt x="239172" y="310605"/>
                  </a:lnTo>
                  <a:lnTo>
                    <a:pt x="239260" y="310336"/>
                  </a:lnTo>
                  <a:lnTo>
                    <a:pt x="239260" y="309976"/>
                  </a:lnTo>
                  <a:lnTo>
                    <a:pt x="238996" y="309527"/>
                  </a:lnTo>
                  <a:lnTo>
                    <a:pt x="238908" y="309078"/>
                  </a:lnTo>
                  <a:lnTo>
                    <a:pt x="238645" y="308629"/>
                  </a:lnTo>
                  <a:lnTo>
                    <a:pt x="238820" y="308269"/>
                  </a:lnTo>
                  <a:lnTo>
                    <a:pt x="238733" y="307910"/>
                  </a:lnTo>
                  <a:lnTo>
                    <a:pt x="238381" y="307551"/>
                  </a:lnTo>
                  <a:lnTo>
                    <a:pt x="238293" y="307281"/>
                  </a:lnTo>
                  <a:lnTo>
                    <a:pt x="237942" y="306742"/>
                  </a:lnTo>
                  <a:lnTo>
                    <a:pt x="237942" y="306023"/>
                  </a:lnTo>
                  <a:lnTo>
                    <a:pt x="237766" y="305304"/>
                  </a:lnTo>
                  <a:lnTo>
                    <a:pt x="237239" y="304675"/>
                  </a:lnTo>
                  <a:lnTo>
                    <a:pt x="236975" y="304226"/>
                  </a:lnTo>
                  <a:lnTo>
                    <a:pt x="236887" y="302878"/>
                  </a:lnTo>
                  <a:lnTo>
                    <a:pt x="236536" y="301890"/>
                  </a:lnTo>
                  <a:lnTo>
                    <a:pt x="236009" y="301261"/>
                  </a:lnTo>
                  <a:lnTo>
                    <a:pt x="235657" y="300542"/>
                  </a:lnTo>
                  <a:lnTo>
                    <a:pt x="235218" y="300093"/>
                  </a:lnTo>
                  <a:lnTo>
                    <a:pt x="234954" y="299374"/>
                  </a:lnTo>
                  <a:lnTo>
                    <a:pt x="234603" y="299195"/>
                  </a:lnTo>
                  <a:lnTo>
                    <a:pt x="234164" y="298566"/>
                  </a:lnTo>
                  <a:lnTo>
                    <a:pt x="234251" y="297757"/>
                  </a:lnTo>
                  <a:lnTo>
                    <a:pt x="233900" y="296859"/>
                  </a:lnTo>
                  <a:lnTo>
                    <a:pt x="233285" y="295780"/>
                  </a:lnTo>
                  <a:lnTo>
                    <a:pt x="232670" y="294702"/>
                  </a:lnTo>
                  <a:lnTo>
                    <a:pt x="231791" y="293355"/>
                  </a:lnTo>
                  <a:lnTo>
                    <a:pt x="231000" y="291558"/>
                  </a:lnTo>
                  <a:lnTo>
                    <a:pt x="230913" y="290839"/>
                  </a:lnTo>
                  <a:lnTo>
                    <a:pt x="230034" y="289850"/>
                  </a:lnTo>
                  <a:lnTo>
                    <a:pt x="229507" y="288862"/>
                  </a:lnTo>
                  <a:lnTo>
                    <a:pt x="228452" y="287784"/>
                  </a:lnTo>
                  <a:lnTo>
                    <a:pt x="227925" y="286526"/>
                  </a:lnTo>
                  <a:lnTo>
                    <a:pt x="227837" y="286346"/>
                  </a:lnTo>
                  <a:lnTo>
                    <a:pt x="227134" y="285178"/>
                  </a:lnTo>
                  <a:lnTo>
                    <a:pt x="225816" y="283292"/>
                  </a:lnTo>
                  <a:lnTo>
                    <a:pt x="225289" y="282303"/>
                  </a:lnTo>
                  <a:lnTo>
                    <a:pt x="224410" y="280776"/>
                  </a:lnTo>
                  <a:lnTo>
                    <a:pt x="223356" y="279608"/>
                  </a:lnTo>
                  <a:lnTo>
                    <a:pt x="223005" y="278979"/>
                  </a:lnTo>
                  <a:lnTo>
                    <a:pt x="222126" y="277990"/>
                  </a:lnTo>
                  <a:lnTo>
                    <a:pt x="221423" y="277541"/>
                  </a:lnTo>
                  <a:lnTo>
                    <a:pt x="220896" y="277451"/>
                  </a:lnTo>
                  <a:lnTo>
                    <a:pt x="220105" y="277901"/>
                  </a:lnTo>
                  <a:lnTo>
                    <a:pt x="218699" y="278889"/>
                  </a:lnTo>
                  <a:lnTo>
                    <a:pt x="218348" y="278440"/>
                  </a:lnTo>
                  <a:lnTo>
                    <a:pt x="219578" y="277541"/>
                  </a:lnTo>
                  <a:lnTo>
                    <a:pt x="220017" y="276912"/>
                  </a:lnTo>
                  <a:lnTo>
                    <a:pt x="219841" y="276283"/>
                  </a:lnTo>
                  <a:lnTo>
                    <a:pt x="219490" y="275565"/>
                  </a:lnTo>
                  <a:lnTo>
                    <a:pt x="219138" y="275115"/>
                  </a:lnTo>
                  <a:lnTo>
                    <a:pt x="218523" y="274936"/>
                  </a:lnTo>
                  <a:lnTo>
                    <a:pt x="218348" y="274576"/>
                  </a:lnTo>
                  <a:lnTo>
                    <a:pt x="217908" y="274127"/>
                  </a:lnTo>
                  <a:lnTo>
                    <a:pt x="217381" y="273498"/>
                  </a:lnTo>
                  <a:lnTo>
                    <a:pt x="216854" y="273049"/>
                  </a:lnTo>
                  <a:lnTo>
                    <a:pt x="216151" y="272510"/>
                  </a:lnTo>
                  <a:lnTo>
                    <a:pt x="215360" y="271791"/>
                  </a:lnTo>
                  <a:lnTo>
                    <a:pt x="214130" y="270713"/>
                  </a:lnTo>
                  <a:lnTo>
                    <a:pt x="212461" y="269455"/>
                  </a:lnTo>
                  <a:lnTo>
                    <a:pt x="211230" y="268287"/>
                  </a:lnTo>
                  <a:lnTo>
                    <a:pt x="210176" y="267658"/>
                  </a:lnTo>
                  <a:lnTo>
                    <a:pt x="209209" y="266849"/>
                  </a:lnTo>
                  <a:lnTo>
                    <a:pt x="208331" y="266580"/>
                  </a:lnTo>
                  <a:lnTo>
                    <a:pt x="207276" y="265502"/>
                  </a:lnTo>
                  <a:lnTo>
                    <a:pt x="205958" y="264783"/>
                  </a:lnTo>
                  <a:lnTo>
                    <a:pt x="204728" y="263794"/>
                  </a:lnTo>
                  <a:lnTo>
                    <a:pt x="204025" y="263165"/>
                  </a:lnTo>
                  <a:lnTo>
                    <a:pt x="203410" y="262896"/>
                  </a:lnTo>
                  <a:lnTo>
                    <a:pt x="202444" y="262177"/>
                  </a:lnTo>
                  <a:lnTo>
                    <a:pt x="201565" y="261638"/>
                  </a:lnTo>
                  <a:lnTo>
                    <a:pt x="200423" y="260560"/>
                  </a:lnTo>
                  <a:lnTo>
                    <a:pt x="199720" y="260290"/>
                  </a:lnTo>
                  <a:lnTo>
                    <a:pt x="199105" y="259572"/>
                  </a:lnTo>
                  <a:lnTo>
                    <a:pt x="197787" y="258943"/>
                  </a:lnTo>
                  <a:lnTo>
                    <a:pt x="196381" y="258224"/>
                  </a:lnTo>
                  <a:lnTo>
                    <a:pt x="195063" y="257415"/>
                  </a:lnTo>
                  <a:lnTo>
                    <a:pt x="194360" y="256966"/>
                  </a:lnTo>
                  <a:lnTo>
                    <a:pt x="194009" y="256786"/>
                  </a:lnTo>
                  <a:lnTo>
                    <a:pt x="192163" y="255439"/>
                  </a:lnTo>
                  <a:lnTo>
                    <a:pt x="191021" y="254810"/>
                  </a:lnTo>
                  <a:lnTo>
                    <a:pt x="189967" y="254181"/>
                  </a:lnTo>
                  <a:lnTo>
                    <a:pt x="189000" y="253462"/>
                  </a:lnTo>
                  <a:lnTo>
                    <a:pt x="187770" y="252833"/>
                  </a:lnTo>
                  <a:lnTo>
                    <a:pt x="186716" y="252204"/>
                  </a:lnTo>
                  <a:lnTo>
                    <a:pt x="186188" y="252024"/>
                  </a:lnTo>
                  <a:lnTo>
                    <a:pt x="184958" y="251395"/>
                  </a:lnTo>
                  <a:lnTo>
                    <a:pt x="183904" y="251036"/>
                  </a:lnTo>
                  <a:lnTo>
                    <a:pt x="182850" y="250497"/>
                  </a:lnTo>
                  <a:lnTo>
                    <a:pt x="182234" y="250227"/>
                  </a:lnTo>
                  <a:lnTo>
                    <a:pt x="181444" y="249868"/>
                  </a:lnTo>
                  <a:lnTo>
                    <a:pt x="180565" y="249958"/>
                  </a:lnTo>
                  <a:lnTo>
                    <a:pt x="179774" y="251126"/>
                  </a:lnTo>
                  <a:lnTo>
                    <a:pt x="178808" y="252563"/>
                  </a:lnTo>
                  <a:lnTo>
                    <a:pt x="178193" y="253462"/>
                  </a:lnTo>
                  <a:lnTo>
                    <a:pt x="167912" y="268646"/>
                  </a:lnTo>
                  <a:lnTo>
                    <a:pt x="167121" y="268107"/>
                  </a:lnTo>
                  <a:lnTo>
                    <a:pt x="173360" y="259122"/>
                  </a:lnTo>
                  <a:lnTo>
                    <a:pt x="173096" y="258853"/>
                  </a:lnTo>
                  <a:lnTo>
                    <a:pt x="175117" y="256067"/>
                  </a:lnTo>
                  <a:lnTo>
                    <a:pt x="174942" y="255978"/>
                  </a:lnTo>
                  <a:lnTo>
                    <a:pt x="174942" y="255528"/>
                  </a:lnTo>
                  <a:lnTo>
                    <a:pt x="174502" y="255618"/>
                  </a:lnTo>
                  <a:lnTo>
                    <a:pt x="174063" y="255349"/>
                  </a:lnTo>
                  <a:lnTo>
                    <a:pt x="174151" y="254899"/>
                  </a:lnTo>
                  <a:lnTo>
                    <a:pt x="173624" y="254720"/>
                  </a:lnTo>
                  <a:lnTo>
                    <a:pt x="173360" y="254360"/>
                  </a:lnTo>
                  <a:lnTo>
                    <a:pt x="173711" y="253821"/>
                  </a:lnTo>
                  <a:lnTo>
                    <a:pt x="173096" y="253552"/>
                  </a:lnTo>
                  <a:lnTo>
                    <a:pt x="173009" y="253102"/>
                  </a:lnTo>
                  <a:lnTo>
                    <a:pt x="173360" y="252743"/>
                  </a:lnTo>
                  <a:lnTo>
                    <a:pt x="173711" y="252653"/>
                  </a:lnTo>
                  <a:lnTo>
                    <a:pt x="174063" y="253102"/>
                  </a:lnTo>
                  <a:lnTo>
                    <a:pt x="174590" y="252833"/>
                  </a:lnTo>
                  <a:lnTo>
                    <a:pt x="175205" y="253102"/>
                  </a:lnTo>
                  <a:lnTo>
                    <a:pt x="175469" y="253911"/>
                  </a:lnTo>
                  <a:lnTo>
                    <a:pt x="176611" y="254360"/>
                  </a:lnTo>
                  <a:lnTo>
                    <a:pt x="181004" y="247891"/>
                  </a:lnTo>
                  <a:lnTo>
                    <a:pt x="181092" y="247352"/>
                  </a:lnTo>
                  <a:lnTo>
                    <a:pt x="180917" y="246723"/>
                  </a:lnTo>
                  <a:lnTo>
                    <a:pt x="180477" y="246004"/>
                  </a:lnTo>
                  <a:lnTo>
                    <a:pt x="179950" y="245555"/>
                  </a:lnTo>
                  <a:lnTo>
                    <a:pt x="178896" y="244297"/>
                  </a:lnTo>
                  <a:lnTo>
                    <a:pt x="178281" y="243489"/>
                  </a:lnTo>
                  <a:lnTo>
                    <a:pt x="177665" y="242860"/>
                  </a:lnTo>
                  <a:lnTo>
                    <a:pt x="176699" y="242051"/>
                  </a:lnTo>
                  <a:lnTo>
                    <a:pt x="176172" y="241242"/>
                  </a:lnTo>
                  <a:lnTo>
                    <a:pt x="175469" y="240344"/>
                  </a:lnTo>
                  <a:lnTo>
                    <a:pt x="174414" y="239266"/>
                  </a:lnTo>
                  <a:lnTo>
                    <a:pt x="173009" y="237828"/>
                  </a:lnTo>
                  <a:lnTo>
                    <a:pt x="172130" y="237020"/>
                  </a:lnTo>
                  <a:lnTo>
                    <a:pt x="171251" y="236211"/>
                  </a:lnTo>
                  <a:lnTo>
                    <a:pt x="170021" y="235223"/>
                  </a:lnTo>
                  <a:lnTo>
                    <a:pt x="168791" y="234324"/>
                  </a:lnTo>
                  <a:lnTo>
                    <a:pt x="168088" y="233605"/>
                  </a:lnTo>
                  <a:lnTo>
                    <a:pt x="167473" y="232976"/>
                  </a:lnTo>
                  <a:lnTo>
                    <a:pt x="166946" y="232707"/>
                  </a:lnTo>
                  <a:lnTo>
                    <a:pt x="166419" y="232887"/>
                  </a:lnTo>
                  <a:lnTo>
                    <a:pt x="165979" y="232976"/>
                  </a:lnTo>
                  <a:lnTo>
                    <a:pt x="165540" y="232707"/>
                  </a:lnTo>
                  <a:lnTo>
                    <a:pt x="165452" y="232437"/>
                  </a:lnTo>
                  <a:lnTo>
                    <a:pt x="165891" y="232168"/>
                  </a:lnTo>
                  <a:lnTo>
                    <a:pt x="166506" y="231898"/>
                  </a:lnTo>
                  <a:lnTo>
                    <a:pt x="167121" y="231719"/>
                  </a:lnTo>
                  <a:lnTo>
                    <a:pt x="167297" y="231359"/>
                  </a:lnTo>
                  <a:lnTo>
                    <a:pt x="167297" y="230910"/>
                  </a:lnTo>
                  <a:lnTo>
                    <a:pt x="166946" y="230281"/>
                  </a:lnTo>
                  <a:lnTo>
                    <a:pt x="166682" y="229472"/>
                  </a:lnTo>
                  <a:lnTo>
                    <a:pt x="166067" y="229023"/>
                  </a:lnTo>
                  <a:lnTo>
                    <a:pt x="165452" y="228304"/>
                  </a:lnTo>
                  <a:lnTo>
                    <a:pt x="164925" y="227675"/>
                  </a:lnTo>
                  <a:lnTo>
                    <a:pt x="164573" y="226957"/>
                  </a:lnTo>
                  <a:lnTo>
                    <a:pt x="164134" y="226328"/>
                  </a:lnTo>
                  <a:lnTo>
                    <a:pt x="163519" y="225789"/>
                  </a:lnTo>
                  <a:lnTo>
                    <a:pt x="162816" y="224890"/>
                  </a:lnTo>
                  <a:lnTo>
                    <a:pt x="162289" y="223812"/>
                  </a:lnTo>
                  <a:lnTo>
                    <a:pt x="161498" y="222913"/>
                  </a:lnTo>
                  <a:lnTo>
                    <a:pt x="161234" y="222374"/>
                  </a:lnTo>
                  <a:lnTo>
                    <a:pt x="160707" y="222015"/>
                  </a:lnTo>
                  <a:lnTo>
                    <a:pt x="160004" y="221027"/>
                  </a:lnTo>
                  <a:lnTo>
                    <a:pt x="159477" y="220218"/>
                  </a:lnTo>
                  <a:lnTo>
                    <a:pt x="158686" y="218960"/>
                  </a:lnTo>
                  <a:lnTo>
                    <a:pt x="157544" y="217972"/>
                  </a:lnTo>
                  <a:lnTo>
                    <a:pt x="156050" y="216983"/>
                  </a:lnTo>
                  <a:lnTo>
                    <a:pt x="154469" y="216444"/>
                  </a:lnTo>
                  <a:lnTo>
                    <a:pt x="148494" y="222824"/>
                  </a:lnTo>
                  <a:lnTo>
                    <a:pt x="147527" y="221835"/>
                  </a:lnTo>
                  <a:lnTo>
                    <a:pt x="154205" y="214827"/>
                  </a:lnTo>
                  <a:lnTo>
                    <a:pt x="154557" y="214108"/>
                  </a:lnTo>
                  <a:lnTo>
                    <a:pt x="154908" y="213479"/>
                  </a:lnTo>
                  <a:lnTo>
                    <a:pt x="154908" y="212581"/>
                  </a:lnTo>
                  <a:lnTo>
                    <a:pt x="154029" y="211053"/>
                  </a:lnTo>
                  <a:lnTo>
                    <a:pt x="153942" y="210874"/>
                  </a:lnTo>
                  <a:lnTo>
                    <a:pt x="152799" y="209346"/>
                  </a:lnTo>
                  <a:lnTo>
                    <a:pt x="151042" y="207549"/>
                  </a:lnTo>
                  <a:lnTo>
                    <a:pt x="149812" y="206112"/>
                  </a:lnTo>
                  <a:lnTo>
                    <a:pt x="148318" y="204674"/>
                  </a:lnTo>
                  <a:lnTo>
                    <a:pt x="146912" y="203147"/>
                  </a:lnTo>
                  <a:lnTo>
                    <a:pt x="145506" y="201619"/>
                  </a:lnTo>
                  <a:lnTo>
                    <a:pt x="144891" y="201080"/>
                  </a:lnTo>
                  <a:lnTo>
                    <a:pt x="143837" y="200002"/>
                  </a:lnTo>
                  <a:lnTo>
                    <a:pt x="142782" y="199014"/>
                  </a:lnTo>
                  <a:lnTo>
                    <a:pt x="141201" y="198115"/>
                  </a:lnTo>
                  <a:lnTo>
                    <a:pt x="139004" y="196318"/>
                  </a:lnTo>
                  <a:lnTo>
                    <a:pt x="137423" y="195060"/>
                  </a:lnTo>
                  <a:lnTo>
                    <a:pt x="136632" y="194431"/>
                  </a:lnTo>
                  <a:lnTo>
                    <a:pt x="134787" y="193982"/>
                  </a:lnTo>
                  <a:lnTo>
                    <a:pt x="132678" y="193263"/>
                  </a:lnTo>
                  <a:lnTo>
                    <a:pt x="132414" y="193174"/>
                  </a:lnTo>
                  <a:lnTo>
                    <a:pt x="131799" y="192904"/>
                  </a:lnTo>
                  <a:lnTo>
                    <a:pt x="131184" y="192095"/>
                  </a:lnTo>
                  <a:lnTo>
                    <a:pt x="130218" y="191736"/>
                  </a:lnTo>
                  <a:lnTo>
                    <a:pt x="130042" y="191826"/>
                  </a:lnTo>
                  <a:lnTo>
                    <a:pt x="129427" y="191916"/>
                  </a:lnTo>
                  <a:lnTo>
                    <a:pt x="128285" y="193174"/>
                  </a:lnTo>
                  <a:lnTo>
                    <a:pt x="127757" y="193713"/>
                  </a:lnTo>
                  <a:lnTo>
                    <a:pt x="127054" y="192994"/>
                  </a:lnTo>
                  <a:lnTo>
                    <a:pt x="128285" y="191377"/>
                  </a:lnTo>
                  <a:lnTo>
                    <a:pt x="127318" y="189759"/>
                  </a:lnTo>
                  <a:lnTo>
                    <a:pt x="126088" y="188501"/>
                  </a:lnTo>
                  <a:lnTo>
                    <a:pt x="123979" y="186794"/>
                  </a:lnTo>
                  <a:lnTo>
                    <a:pt x="122661" y="185986"/>
                  </a:lnTo>
                  <a:lnTo>
                    <a:pt x="121519" y="185267"/>
                  </a:lnTo>
                  <a:lnTo>
                    <a:pt x="121255" y="185177"/>
                  </a:lnTo>
                  <a:lnTo>
                    <a:pt x="120113" y="184997"/>
                  </a:lnTo>
                  <a:lnTo>
                    <a:pt x="119674" y="184638"/>
                  </a:lnTo>
                  <a:lnTo>
                    <a:pt x="118971" y="184279"/>
                  </a:lnTo>
                  <a:lnTo>
                    <a:pt x="117653" y="183650"/>
                  </a:lnTo>
                  <a:lnTo>
                    <a:pt x="116862" y="183290"/>
                  </a:lnTo>
                  <a:lnTo>
                    <a:pt x="115280" y="182751"/>
                  </a:lnTo>
                  <a:lnTo>
                    <a:pt x="113259" y="182122"/>
                  </a:lnTo>
                  <a:lnTo>
                    <a:pt x="112293" y="181673"/>
                  </a:lnTo>
                  <a:lnTo>
                    <a:pt x="111766" y="181224"/>
                  </a:lnTo>
                  <a:lnTo>
                    <a:pt x="111414" y="181044"/>
                  </a:lnTo>
                  <a:lnTo>
                    <a:pt x="111238" y="180864"/>
                  </a:lnTo>
                  <a:lnTo>
                    <a:pt x="110887" y="180685"/>
                  </a:lnTo>
                  <a:lnTo>
                    <a:pt x="110448" y="180505"/>
                  </a:lnTo>
                  <a:lnTo>
                    <a:pt x="109920" y="180325"/>
                  </a:lnTo>
                  <a:lnTo>
                    <a:pt x="109393" y="180056"/>
                  </a:lnTo>
                  <a:lnTo>
                    <a:pt x="108954" y="179696"/>
                  </a:lnTo>
                  <a:lnTo>
                    <a:pt x="108515" y="179427"/>
                  </a:lnTo>
                  <a:lnTo>
                    <a:pt x="108075" y="179157"/>
                  </a:lnTo>
                  <a:lnTo>
                    <a:pt x="107636" y="178978"/>
                  </a:lnTo>
                  <a:lnTo>
                    <a:pt x="107284" y="178888"/>
                  </a:lnTo>
                  <a:lnTo>
                    <a:pt x="107109" y="178618"/>
                  </a:lnTo>
                  <a:lnTo>
                    <a:pt x="106933" y="178528"/>
                  </a:lnTo>
                  <a:lnTo>
                    <a:pt x="106669" y="178259"/>
                  </a:lnTo>
                  <a:lnTo>
                    <a:pt x="106406" y="178079"/>
                  </a:lnTo>
                  <a:lnTo>
                    <a:pt x="106142" y="177899"/>
                  </a:lnTo>
                  <a:lnTo>
                    <a:pt x="105879" y="177720"/>
                  </a:lnTo>
                  <a:lnTo>
                    <a:pt x="105527" y="177360"/>
                  </a:lnTo>
                  <a:lnTo>
                    <a:pt x="105088" y="177181"/>
                  </a:lnTo>
                  <a:lnTo>
                    <a:pt x="104824" y="176911"/>
                  </a:lnTo>
                  <a:lnTo>
                    <a:pt x="104561" y="176731"/>
                  </a:lnTo>
                  <a:lnTo>
                    <a:pt x="104385" y="176552"/>
                  </a:lnTo>
                  <a:lnTo>
                    <a:pt x="104033" y="176282"/>
                  </a:lnTo>
                  <a:lnTo>
                    <a:pt x="103682" y="176013"/>
                  </a:lnTo>
                  <a:lnTo>
                    <a:pt x="103506" y="176013"/>
                  </a:lnTo>
                  <a:lnTo>
                    <a:pt x="103418" y="175743"/>
                  </a:lnTo>
                  <a:lnTo>
                    <a:pt x="103155" y="175473"/>
                  </a:lnTo>
                  <a:lnTo>
                    <a:pt x="102891" y="175384"/>
                  </a:lnTo>
                  <a:lnTo>
                    <a:pt x="102452" y="174844"/>
                  </a:lnTo>
                  <a:lnTo>
                    <a:pt x="101925" y="174485"/>
                  </a:lnTo>
                  <a:lnTo>
                    <a:pt x="101573" y="174036"/>
                  </a:lnTo>
                  <a:lnTo>
                    <a:pt x="101134" y="173676"/>
                  </a:lnTo>
                  <a:lnTo>
                    <a:pt x="100519" y="173317"/>
                  </a:lnTo>
                  <a:lnTo>
                    <a:pt x="100079" y="173048"/>
                  </a:lnTo>
                  <a:lnTo>
                    <a:pt x="99816" y="172688"/>
                  </a:lnTo>
                  <a:lnTo>
                    <a:pt x="99552" y="172508"/>
                  </a:lnTo>
                  <a:lnTo>
                    <a:pt x="99289" y="172329"/>
                  </a:lnTo>
                  <a:lnTo>
                    <a:pt x="98937" y="172149"/>
                  </a:lnTo>
                  <a:lnTo>
                    <a:pt x="98586" y="171879"/>
                  </a:lnTo>
                  <a:lnTo>
                    <a:pt x="97971" y="171251"/>
                  </a:lnTo>
                  <a:lnTo>
                    <a:pt x="97707" y="170981"/>
                  </a:lnTo>
                  <a:lnTo>
                    <a:pt x="97443" y="170801"/>
                  </a:lnTo>
                  <a:lnTo>
                    <a:pt x="97180" y="170622"/>
                  </a:lnTo>
                  <a:lnTo>
                    <a:pt x="96653" y="170172"/>
                  </a:lnTo>
                  <a:lnTo>
                    <a:pt x="96301" y="169993"/>
                  </a:lnTo>
                  <a:lnTo>
                    <a:pt x="95862" y="169633"/>
                  </a:lnTo>
                  <a:lnTo>
                    <a:pt x="95422" y="169274"/>
                  </a:lnTo>
                  <a:lnTo>
                    <a:pt x="95159" y="169094"/>
                  </a:lnTo>
                  <a:lnTo>
                    <a:pt x="94807" y="168825"/>
                  </a:lnTo>
                  <a:lnTo>
                    <a:pt x="94280" y="168465"/>
                  </a:lnTo>
                  <a:lnTo>
                    <a:pt x="93841" y="168286"/>
                  </a:lnTo>
                  <a:lnTo>
                    <a:pt x="93402" y="168016"/>
                  </a:lnTo>
                  <a:lnTo>
                    <a:pt x="92523" y="167657"/>
                  </a:lnTo>
                  <a:lnTo>
                    <a:pt x="92084" y="167387"/>
                  </a:lnTo>
                  <a:lnTo>
                    <a:pt x="91644" y="167387"/>
                  </a:lnTo>
                  <a:lnTo>
                    <a:pt x="91293" y="167297"/>
                  </a:lnTo>
                  <a:lnTo>
                    <a:pt x="90853" y="167207"/>
                  </a:lnTo>
                  <a:lnTo>
                    <a:pt x="90502" y="167118"/>
                  </a:lnTo>
                  <a:lnTo>
                    <a:pt x="90150" y="167207"/>
                  </a:lnTo>
                  <a:lnTo>
                    <a:pt x="89711" y="167207"/>
                  </a:lnTo>
                  <a:lnTo>
                    <a:pt x="84966" y="171969"/>
                  </a:lnTo>
                  <a:lnTo>
                    <a:pt x="84439" y="171340"/>
                  </a:lnTo>
                  <a:lnTo>
                    <a:pt x="88217" y="167297"/>
                  </a:lnTo>
                  <a:lnTo>
                    <a:pt x="89008" y="166489"/>
                  </a:lnTo>
                  <a:lnTo>
                    <a:pt x="89272" y="165860"/>
                  </a:lnTo>
                  <a:lnTo>
                    <a:pt x="89448" y="165231"/>
                  </a:lnTo>
                  <a:lnTo>
                    <a:pt x="89535" y="164692"/>
                  </a:lnTo>
                  <a:lnTo>
                    <a:pt x="89623" y="164153"/>
                  </a:lnTo>
                  <a:lnTo>
                    <a:pt x="89535" y="163703"/>
                  </a:lnTo>
                  <a:lnTo>
                    <a:pt x="89272" y="163164"/>
                  </a:lnTo>
                  <a:lnTo>
                    <a:pt x="89008" y="162356"/>
                  </a:lnTo>
                  <a:lnTo>
                    <a:pt x="88745" y="161637"/>
                  </a:lnTo>
                  <a:lnTo>
                    <a:pt x="88305" y="160828"/>
                  </a:lnTo>
                  <a:lnTo>
                    <a:pt x="87866" y="159570"/>
                  </a:lnTo>
                  <a:lnTo>
                    <a:pt x="87427" y="158851"/>
                  </a:lnTo>
                  <a:lnTo>
                    <a:pt x="86724" y="158133"/>
                  </a:lnTo>
                  <a:lnTo>
                    <a:pt x="86109" y="157683"/>
                  </a:lnTo>
                  <a:lnTo>
                    <a:pt x="85494" y="157055"/>
                  </a:lnTo>
                  <a:lnTo>
                    <a:pt x="84966" y="156515"/>
                  </a:lnTo>
                  <a:lnTo>
                    <a:pt x="84439" y="156156"/>
                  </a:lnTo>
                  <a:lnTo>
                    <a:pt x="83824" y="155707"/>
                  </a:lnTo>
                  <a:lnTo>
                    <a:pt x="83209" y="155527"/>
                  </a:lnTo>
                  <a:lnTo>
                    <a:pt x="82682" y="155617"/>
                  </a:lnTo>
                  <a:lnTo>
                    <a:pt x="82330" y="156066"/>
                  </a:lnTo>
                  <a:lnTo>
                    <a:pt x="81540" y="156336"/>
                  </a:lnTo>
                  <a:lnTo>
                    <a:pt x="81276" y="155707"/>
                  </a:lnTo>
                  <a:lnTo>
                    <a:pt x="81979" y="155347"/>
                  </a:lnTo>
                  <a:lnTo>
                    <a:pt x="83209" y="154718"/>
                  </a:lnTo>
                  <a:lnTo>
                    <a:pt x="84176" y="154179"/>
                  </a:lnTo>
                  <a:lnTo>
                    <a:pt x="85230" y="153550"/>
                  </a:lnTo>
                  <a:lnTo>
                    <a:pt x="85933" y="153101"/>
                  </a:lnTo>
                  <a:lnTo>
                    <a:pt x="86636" y="152742"/>
                  </a:lnTo>
                  <a:lnTo>
                    <a:pt x="87251" y="152472"/>
                  </a:lnTo>
                  <a:lnTo>
                    <a:pt x="87514" y="152113"/>
                  </a:lnTo>
                  <a:lnTo>
                    <a:pt x="87427" y="151484"/>
                  </a:lnTo>
                  <a:lnTo>
                    <a:pt x="87339" y="151214"/>
                  </a:lnTo>
                  <a:lnTo>
                    <a:pt x="87163" y="150585"/>
                  </a:lnTo>
                  <a:lnTo>
                    <a:pt x="86987" y="150046"/>
                  </a:lnTo>
                  <a:lnTo>
                    <a:pt x="86724" y="149148"/>
                  </a:lnTo>
                  <a:lnTo>
                    <a:pt x="86284" y="148160"/>
                  </a:lnTo>
                  <a:lnTo>
                    <a:pt x="85669" y="147441"/>
                  </a:lnTo>
                  <a:lnTo>
                    <a:pt x="85230" y="146991"/>
                  </a:lnTo>
                  <a:lnTo>
                    <a:pt x="84878" y="146542"/>
                  </a:lnTo>
                  <a:lnTo>
                    <a:pt x="84439" y="146273"/>
                  </a:lnTo>
                  <a:lnTo>
                    <a:pt x="84088" y="146093"/>
                  </a:lnTo>
                  <a:lnTo>
                    <a:pt x="83297" y="145554"/>
                  </a:lnTo>
                  <a:lnTo>
                    <a:pt x="82945" y="145284"/>
                  </a:lnTo>
                  <a:lnTo>
                    <a:pt x="82770" y="144925"/>
                  </a:lnTo>
                  <a:lnTo>
                    <a:pt x="82594" y="144476"/>
                  </a:lnTo>
                  <a:lnTo>
                    <a:pt x="82330" y="144116"/>
                  </a:lnTo>
                  <a:lnTo>
                    <a:pt x="82067" y="143847"/>
                  </a:lnTo>
                  <a:lnTo>
                    <a:pt x="81627" y="143308"/>
                  </a:lnTo>
                  <a:lnTo>
                    <a:pt x="81100" y="142858"/>
                  </a:lnTo>
                  <a:lnTo>
                    <a:pt x="80573" y="142409"/>
                  </a:lnTo>
                  <a:lnTo>
                    <a:pt x="80134" y="142140"/>
                  </a:lnTo>
                  <a:lnTo>
                    <a:pt x="79694" y="141780"/>
                  </a:lnTo>
                  <a:lnTo>
                    <a:pt x="79167" y="141601"/>
                  </a:lnTo>
                  <a:lnTo>
                    <a:pt x="78728" y="141331"/>
                  </a:lnTo>
                  <a:lnTo>
                    <a:pt x="78201" y="140972"/>
                  </a:lnTo>
                  <a:lnTo>
                    <a:pt x="77849" y="140702"/>
                  </a:lnTo>
                  <a:lnTo>
                    <a:pt x="77234" y="140343"/>
                  </a:lnTo>
                  <a:lnTo>
                    <a:pt x="76883" y="140163"/>
                  </a:lnTo>
                  <a:lnTo>
                    <a:pt x="76531" y="140163"/>
                  </a:lnTo>
                  <a:lnTo>
                    <a:pt x="76180" y="140343"/>
                  </a:lnTo>
                  <a:lnTo>
                    <a:pt x="76092" y="140612"/>
                  </a:lnTo>
                  <a:lnTo>
                    <a:pt x="75653" y="140792"/>
                  </a:lnTo>
                  <a:lnTo>
                    <a:pt x="75477" y="140612"/>
                  </a:lnTo>
                  <a:lnTo>
                    <a:pt x="75477" y="140343"/>
                  </a:lnTo>
                  <a:lnTo>
                    <a:pt x="75477" y="140163"/>
                  </a:lnTo>
                  <a:lnTo>
                    <a:pt x="75653" y="139893"/>
                  </a:lnTo>
                  <a:lnTo>
                    <a:pt x="75565" y="139534"/>
                  </a:lnTo>
                  <a:lnTo>
                    <a:pt x="75389" y="139175"/>
                  </a:lnTo>
                  <a:lnTo>
                    <a:pt x="75125" y="138905"/>
                  </a:lnTo>
                  <a:lnTo>
                    <a:pt x="74774" y="138636"/>
                  </a:lnTo>
                  <a:lnTo>
                    <a:pt x="74247" y="138366"/>
                  </a:lnTo>
                  <a:lnTo>
                    <a:pt x="73719" y="138096"/>
                  </a:lnTo>
                  <a:lnTo>
                    <a:pt x="72841" y="137647"/>
                  </a:lnTo>
                  <a:lnTo>
                    <a:pt x="72138" y="137288"/>
                  </a:lnTo>
                  <a:lnTo>
                    <a:pt x="71259" y="137018"/>
                  </a:lnTo>
                  <a:lnTo>
                    <a:pt x="70293" y="136479"/>
                  </a:lnTo>
                  <a:lnTo>
                    <a:pt x="69502" y="136300"/>
                  </a:lnTo>
                  <a:lnTo>
                    <a:pt x="69063" y="136030"/>
                  </a:lnTo>
                  <a:lnTo>
                    <a:pt x="68535" y="135760"/>
                  </a:lnTo>
                  <a:lnTo>
                    <a:pt x="68008" y="135491"/>
                  </a:lnTo>
                  <a:lnTo>
                    <a:pt x="67393" y="135311"/>
                  </a:lnTo>
                  <a:lnTo>
                    <a:pt x="66690" y="135042"/>
                  </a:lnTo>
                  <a:lnTo>
                    <a:pt x="66163" y="134682"/>
                  </a:lnTo>
                  <a:lnTo>
                    <a:pt x="65811" y="134503"/>
                  </a:lnTo>
                  <a:lnTo>
                    <a:pt x="65372" y="134323"/>
                  </a:lnTo>
                  <a:lnTo>
                    <a:pt x="64933" y="134053"/>
                  </a:lnTo>
                  <a:lnTo>
                    <a:pt x="64318" y="133784"/>
                  </a:lnTo>
                  <a:lnTo>
                    <a:pt x="63703" y="133424"/>
                  </a:lnTo>
                  <a:lnTo>
                    <a:pt x="61770" y="132346"/>
                  </a:lnTo>
                  <a:lnTo>
                    <a:pt x="60276" y="131268"/>
                  </a:lnTo>
                  <a:lnTo>
                    <a:pt x="59221" y="130280"/>
                  </a:lnTo>
                  <a:lnTo>
                    <a:pt x="57991" y="129022"/>
                  </a:lnTo>
                  <a:lnTo>
                    <a:pt x="56585" y="128033"/>
                  </a:lnTo>
                  <a:lnTo>
                    <a:pt x="55443" y="127135"/>
                  </a:lnTo>
                  <a:lnTo>
                    <a:pt x="54037" y="126057"/>
                  </a:lnTo>
                  <a:lnTo>
                    <a:pt x="52719" y="124799"/>
                  </a:lnTo>
                  <a:lnTo>
                    <a:pt x="51577" y="124260"/>
                  </a:lnTo>
                  <a:lnTo>
                    <a:pt x="50962" y="124260"/>
                  </a:lnTo>
                  <a:lnTo>
                    <a:pt x="43669" y="131627"/>
                  </a:lnTo>
                  <a:lnTo>
                    <a:pt x="42790" y="130819"/>
                  </a:lnTo>
                  <a:lnTo>
                    <a:pt x="46569" y="127135"/>
                  </a:lnTo>
                  <a:lnTo>
                    <a:pt x="46744" y="126955"/>
                  </a:lnTo>
                  <a:lnTo>
                    <a:pt x="47184" y="126416"/>
                  </a:lnTo>
                  <a:lnTo>
                    <a:pt x="50786" y="122822"/>
                  </a:lnTo>
                  <a:lnTo>
                    <a:pt x="50786" y="121115"/>
                  </a:lnTo>
                  <a:lnTo>
                    <a:pt x="50171" y="119498"/>
                  </a:lnTo>
                  <a:lnTo>
                    <a:pt x="49029" y="117252"/>
                  </a:lnTo>
                  <a:lnTo>
                    <a:pt x="47535" y="114556"/>
                  </a:lnTo>
                  <a:lnTo>
                    <a:pt x="45866" y="111951"/>
                  </a:lnTo>
                  <a:lnTo>
                    <a:pt x="42966" y="108626"/>
                  </a:lnTo>
                  <a:lnTo>
                    <a:pt x="39715" y="104853"/>
                  </a:lnTo>
                  <a:lnTo>
                    <a:pt x="37606" y="101618"/>
                  </a:lnTo>
                  <a:lnTo>
                    <a:pt x="34882" y="99192"/>
                  </a:lnTo>
                  <a:lnTo>
                    <a:pt x="32949" y="97485"/>
                  </a:lnTo>
                  <a:lnTo>
                    <a:pt x="30753" y="95419"/>
                  </a:lnTo>
                  <a:lnTo>
                    <a:pt x="27941" y="93262"/>
                  </a:lnTo>
                  <a:lnTo>
                    <a:pt x="25744" y="91106"/>
                  </a:lnTo>
                  <a:lnTo>
                    <a:pt x="22669" y="89219"/>
                  </a:lnTo>
                  <a:lnTo>
                    <a:pt x="18451" y="86344"/>
                  </a:lnTo>
                  <a:lnTo>
                    <a:pt x="15288" y="84277"/>
                  </a:lnTo>
                  <a:lnTo>
                    <a:pt x="14673" y="83828"/>
                  </a:lnTo>
                  <a:lnTo>
                    <a:pt x="9665" y="81312"/>
                  </a:lnTo>
                  <a:lnTo>
                    <a:pt x="6765" y="79605"/>
                  </a:lnTo>
                  <a:lnTo>
                    <a:pt x="4569" y="77539"/>
                  </a:lnTo>
                  <a:lnTo>
                    <a:pt x="2196" y="76011"/>
                  </a:lnTo>
                  <a:lnTo>
                    <a:pt x="439" y="74753"/>
                  </a:lnTo>
                  <a:lnTo>
                    <a:pt x="0" y="74394"/>
                  </a:lnTo>
                  <a:lnTo>
                    <a:pt x="1493" y="73406"/>
                  </a:lnTo>
                  <a:lnTo>
                    <a:pt x="2723" y="73136"/>
                  </a:lnTo>
                  <a:lnTo>
                    <a:pt x="3426" y="72956"/>
                  </a:lnTo>
                  <a:lnTo>
                    <a:pt x="3953" y="72687"/>
                  </a:lnTo>
                  <a:lnTo>
                    <a:pt x="4832" y="72238"/>
                  </a:lnTo>
                  <a:lnTo>
                    <a:pt x="6326" y="71519"/>
                  </a:lnTo>
                  <a:lnTo>
                    <a:pt x="6941" y="71249"/>
                  </a:lnTo>
                  <a:lnTo>
                    <a:pt x="8610" y="70441"/>
                  </a:lnTo>
                  <a:lnTo>
                    <a:pt x="9401" y="69812"/>
                  </a:lnTo>
                  <a:lnTo>
                    <a:pt x="9928" y="69362"/>
                  </a:lnTo>
                  <a:lnTo>
                    <a:pt x="10192" y="68913"/>
                  </a:lnTo>
                  <a:lnTo>
                    <a:pt x="10543" y="68284"/>
                  </a:lnTo>
                  <a:lnTo>
                    <a:pt x="10368" y="67476"/>
                  </a:lnTo>
                  <a:lnTo>
                    <a:pt x="10280" y="66847"/>
                  </a:lnTo>
                  <a:lnTo>
                    <a:pt x="10192" y="66218"/>
                  </a:lnTo>
                  <a:lnTo>
                    <a:pt x="10368" y="65589"/>
                  </a:lnTo>
                  <a:lnTo>
                    <a:pt x="10631" y="65140"/>
                  </a:lnTo>
                  <a:lnTo>
                    <a:pt x="11246" y="64600"/>
                  </a:lnTo>
                  <a:lnTo>
                    <a:pt x="11861" y="64331"/>
                  </a:lnTo>
                  <a:lnTo>
                    <a:pt x="12301" y="64061"/>
                  </a:lnTo>
                  <a:lnTo>
                    <a:pt x="12740" y="63792"/>
                  </a:lnTo>
                  <a:lnTo>
                    <a:pt x="12916" y="63702"/>
                  </a:lnTo>
                  <a:lnTo>
                    <a:pt x="13355" y="63343"/>
                  </a:lnTo>
                  <a:lnTo>
                    <a:pt x="13970" y="62804"/>
                  </a:lnTo>
                  <a:lnTo>
                    <a:pt x="14673" y="62175"/>
                  </a:lnTo>
                  <a:lnTo>
                    <a:pt x="15113" y="61905"/>
                  </a:lnTo>
                  <a:lnTo>
                    <a:pt x="15991" y="61636"/>
                  </a:lnTo>
                  <a:lnTo>
                    <a:pt x="16255" y="61546"/>
                  </a:lnTo>
                  <a:lnTo>
                    <a:pt x="17924" y="61546"/>
                  </a:lnTo>
                  <a:lnTo>
                    <a:pt x="19857" y="61456"/>
                  </a:lnTo>
                  <a:lnTo>
                    <a:pt x="21087" y="61456"/>
                  </a:lnTo>
                  <a:lnTo>
                    <a:pt x="22669" y="61007"/>
                  </a:lnTo>
                  <a:lnTo>
                    <a:pt x="23108" y="60737"/>
                  </a:lnTo>
                  <a:lnTo>
                    <a:pt x="23811" y="60108"/>
                  </a:lnTo>
                  <a:lnTo>
                    <a:pt x="24602" y="59299"/>
                  </a:lnTo>
                  <a:lnTo>
                    <a:pt x="24866" y="58850"/>
                  </a:lnTo>
                  <a:lnTo>
                    <a:pt x="25217" y="57862"/>
                  </a:lnTo>
                  <a:lnTo>
                    <a:pt x="25832" y="54897"/>
                  </a:lnTo>
                  <a:lnTo>
                    <a:pt x="25920" y="53998"/>
                  </a:lnTo>
                  <a:lnTo>
                    <a:pt x="26359" y="50404"/>
                  </a:lnTo>
                  <a:lnTo>
                    <a:pt x="26799" y="50854"/>
                  </a:lnTo>
                  <a:lnTo>
                    <a:pt x="27062" y="51123"/>
                  </a:lnTo>
                  <a:lnTo>
                    <a:pt x="27326" y="51572"/>
                  </a:lnTo>
                  <a:lnTo>
                    <a:pt x="27765" y="52022"/>
                  </a:lnTo>
                  <a:lnTo>
                    <a:pt x="28556" y="52920"/>
                  </a:lnTo>
                  <a:lnTo>
                    <a:pt x="29786" y="54268"/>
                  </a:lnTo>
                  <a:lnTo>
                    <a:pt x="30138" y="54717"/>
                  </a:lnTo>
                  <a:lnTo>
                    <a:pt x="31280" y="55975"/>
                  </a:lnTo>
                  <a:lnTo>
                    <a:pt x="32159" y="56874"/>
                  </a:lnTo>
                  <a:lnTo>
                    <a:pt x="33213" y="58221"/>
                  </a:lnTo>
                  <a:lnTo>
                    <a:pt x="34267" y="59389"/>
                  </a:lnTo>
                  <a:lnTo>
                    <a:pt x="34619" y="59749"/>
                  </a:lnTo>
                  <a:lnTo>
                    <a:pt x="35058" y="60288"/>
                  </a:lnTo>
                  <a:lnTo>
                    <a:pt x="35673" y="60917"/>
                  </a:lnTo>
                  <a:lnTo>
                    <a:pt x="36640" y="61995"/>
                  </a:lnTo>
                  <a:lnTo>
                    <a:pt x="37255" y="62624"/>
                  </a:lnTo>
                  <a:lnTo>
                    <a:pt x="37606" y="62983"/>
                  </a:lnTo>
                  <a:lnTo>
                    <a:pt x="38309" y="63882"/>
                  </a:lnTo>
                  <a:lnTo>
                    <a:pt x="39012" y="64600"/>
                  </a:lnTo>
                  <a:lnTo>
                    <a:pt x="39715" y="65319"/>
                  </a:lnTo>
                  <a:lnTo>
                    <a:pt x="40154" y="65769"/>
                  </a:lnTo>
                  <a:lnTo>
                    <a:pt x="40594" y="66218"/>
                  </a:lnTo>
                  <a:lnTo>
                    <a:pt x="41121" y="66847"/>
                  </a:lnTo>
                  <a:lnTo>
                    <a:pt x="41297" y="67026"/>
                  </a:lnTo>
                  <a:lnTo>
                    <a:pt x="42615" y="65769"/>
                  </a:lnTo>
                  <a:lnTo>
                    <a:pt x="43757" y="64690"/>
                  </a:lnTo>
                  <a:lnTo>
                    <a:pt x="45075" y="63432"/>
                  </a:lnTo>
                  <a:lnTo>
                    <a:pt x="59924" y="49057"/>
                  </a:lnTo>
                  <a:lnTo>
                    <a:pt x="63088" y="52381"/>
                  </a:lnTo>
                  <a:lnTo>
                    <a:pt x="64493" y="53819"/>
                  </a:lnTo>
                  <a:lnTo>
                    <a:pt x="64933" y="54268"/>
                  </a:lnTo>
                  <a:lnTo>
                    <a:pt x="66163" y="55436"/>
                  </a:lnTo>
                  <a:lnTo>
                    <a:pt x="66602" y="55975"/>
                  </a:lnTo>
                  <a:lnTo>
                    <a:pt x="68096" y="57502"/>
                  </a:lnTo>
                  <a:lnTo>
                    <a:pt x="68975" y="58401"/>
                  </a:lnTo>
                  <a:lnTo>
                    <a:pt x="72314" y="61815"/>
                  </a:lnTo>
                  <a:lnTo>
                    <a:pt x="72489" y="61905"/>
                  </a:lnTo>
                  <a:lnTo>
                    <a:pt x="77498" y="67026"/>
                  </a:lnTo>
                  <a:lnTo>
                    <a:pt x="78728" y="68284"/>
                  </a:lnTo>
                  <a:lnTo>
                    <a:pt x="80309" y="69902"/>
                  </a:lnTo>
                  <a:lnTo>
                    <a:pt x="83033" y="72687"/>
                  </a:lnTo>
                  <a:lnTo>
                    <a:pt x="86987" y="68913"/>
                  </a:lnTo>
                  <a:lnTo>
                    <a:pt x="102452" y="68464"/>
                  </a:lnTo>
                  <a:lnTo>
                    <a:pt x="103418" y="68374"/>
                  </a:lnTo>
                  <a:lnTo>
                    <a:pt x="104385" y="68464"/>
                  </a:lnTo>
                  <a:lnTo>
                    <a:pt x="105351" y="68464"/>
                  </a:lnTo>
                  <a:lnTo>
                    <a:pt x="106318" y="68644"/>
                  </a:lnTo>
                  <a:lnTo>
                    <a:pt x="107197" y="68823"/>
                  </a:lnTo>
                  <a:lnTo>
                    <a:pt x="108163" y="69093"/>
                  </a:lnTo>
                  <a:lnTo>
                    <a:pt x="109042" y="69362"/>
                  </a:lnTo>
                  <a:lnTo>
                    <a:pt x="110008" y="69722"/>
                  </a:lnTo>
                  <a:lnTo>
                    <a:pt x="110887" y="70081"/>
                  </a:lnTo>
                  <a:lnTo>
                    <a:pt x="111766" y="70530"/>
                  </a:lnTo>
                  <a:lnTo>
                    <a:pt x="112556" y="71070"/>
                  </a:lnTo>
                  <a:lnTo>
                    <a:pt x="113347" y="71609"/>
                  </a:lnTo>
                  <a:lnTo>
                    <a:pt x="114138" y="72238"/>
                  </a:lnTo>
                  <a:lnTo>
                    <a:pt x="122222" y="64421"/>
                  </a:lnTo>
                  <a:lnTo>
                    <a:pt x="123540" y="63073"/>
                  </a:lnTo>
                  <a:lnTo>
                    <a:pt x="129603" y="57233"/>
                  </a:lnTo>
                  <a:lnTo>
                    <a:pt x="129778" y="57053"/>
                  </a:lnTo>
                  <a:lnTo>
                    <a:pt x="135138" y="51932"/>
                  </a:lnTo>
                  <a:lnTo>
                    <a:pt x="137598" y="49506"/>
                  </a:lnTo>
                  <a:lnTo>
                    <a:pt x="138741" y="50674"/>
                  </a:lnTo>
                  <a:lnTo>
                    <a:pt x="143661" y="55795"/>
                  </a:lnTo>
                  <a:lnTo>
                    <a:pt x="146385" y="58671"/>
                  </a:lnTo>
                  <a:lnTo>
                    <a:pt x="149988" y="62264"/>
                  </a:lnTo>
                  <a:lnTo>
                    <a:pt x="150251" y="61995"/>
                  </a:lnTo>
                  <a:lnTo>
                    <a:pt x="152799" y="59389"/>
                  </a:lnTo>
                  <a:lnTo>
                    <a:pt x="152975" y="59299"/>
                  </a:lnTo>
                  <a:lnTo>
                    <a:pt x="157193" y="55077"/>
                  </a:lnTo>
                  <a:lnTo>
                    <a:pt x="159741" y="57682"/>
                  </a:lnTo>
                  <a:lnTo>
                    <a:pt x="162201" y="60198"/>
                  </a:lnTo>
                  <a:lnTo>
                    <a:pt x="163783" y="61725"/>
                  </a:lnTo>
                  <a:lnTo>
                    <a:pt x="165628" y="63702"/>
                  </a:lnTo>
                  <a:lnTo>
                    <a:pt x="166682" y="64690"/>
                  </a:lnTo>
                  <a:lnTo>
                    <a:pt x="166946" y="64421"/>
                  </a:lnTo>
                  <a:lnTo>
                    <a:pt x="167385" y="64151"/>
                  </a:lnTo>
                  <a:lnTo>
                    <a:pt x="167737" y="63882"/>
                  </a:lnTo>
                  <a:lnTo>
                    <a:pt x="168176" y="63702"/>
                  </a:lnTo>
                  <a:lnTo>
                    <a:pt x="168615" y="63612"/>
                  </a:lnTo>
                  <a:lnTo>
                    <a:pt x="169055" y="63612"/>
                  </a:lnTo>
                  <a:lnTo>
                    <a:pt x="169582" y="63612"/>
                  </a:lnTo>
                  <a:lnTo>
                    <a:pt x="170021" y="63792"/>
                  </a:lnTo>
                  <a:lnTo>
                    <a:pt x="170460" y="63882"/>
                  </a:lnTo>
                  <a:lnTo>
                    <a:pt x="170812" y="64151"/>
                  </a:lnTo>
                  <a:lnTo>
                    <a:pt x="171163" y="64421"/>
                  </a:lnTo>
                  <a:lnTo>
                    <a:pt x="175381" y="58940"/>
                  </a:lnTo>
                  <a:lnTo>
                    <a:pt x="180565" y="52112"/>
                  </a:lnTo>
                  <a:lnTo>
                    <a:pt x="185486" y="45732"/>
                  </a:lnTo>
                  <a:lnTo>
                    <a:pt x="192251" y="36837"/>
                  </a:lnTo>
                  <a:lnTo>
                    <a:pt x="192691" y="36388"/>
                  </a:lnTo>
                  <a:lnTo>
                    <a:pt x="207540" y="16981"/>
                  </a:lnTo>
                  <a:lnTo>
                    <a:pt x="215799" y="6199"/>
                  </a:lnTo>
                  <a:lnTo>
                    <a:pt x="216854" y="6019"/>
                  </a:lnTo>
                  <a:lnTo>
                    <a:pt x="217557" y="5840"/>
                  </a:lnTo>
                  <a:lnTo>
                    <a:pt x="217996" y="5750"/>
                  </a:lnTo>
                  <a:lnTo>
                    <a:pt x="219841" y="5390"/>
                  </a:lnTo>
                  <a:lnTo>
                    <a:pt x="223092" y="4851"/>
                  </a:lnTo>
                  <a:lnTo>
                    <a:pt x="225553" y="4492"/>
                  </a:lnTo>
                  <a:lnTo>
                    <a:pt x="229155" y="3953"/>
                  </a:lnTo>
                  <a:lnTo>
                    <a:pt x="230122" y="3863"/>
                  </a:lnTo>
                  <a:lnTo>
                    <a:pt x="232582" y="3504"/>
                  </a:lnTo>
                  <a:lnTo>
                    <a:pt x="233724" y="3234"/>
                  </a:lnTo>
                  <a:lnTo>
                    <a:pt x="234427" y="3144"/>
                  </a:lnTo>
                  <a:lnTo>
                    <a:pt x="235394" y="2964"/>
                  </a:lnTo>
                  <a:lnTo>
                    <a:pt x="238996" y="2425"/>
                  </a:lnTo>
                  <a:lnTo>
                    <a:pt x="252879" y="0"/>
                  </a:lnTo>
                  <a:lnTo>
                    <a:pt x="252616" y="3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111868" y="3644204"/>
              <a:ext cx="1365602" cy="1618708"/>
            </a:xfrm>
            <a:custGeom>
              <a:avLst/>
              <a:pathLst>
                <a:path w="1365602" h="1618708">
                  <a:moveTo>
                    <a:pt x="274494" y="115365"/>
                  </a:moveTo>
                  <a:lnTo>
                    <a:pt x="449964" y="382844"/>
                  </a:lnTo>
                  <a:lnTo>
                    <a:pt x="699504" y="770090"/>
                  </a:lnTo>
                  <a:lnTo>
                    <a:pt x="703985" y="774133"/>
                  </a:lnTo>
                  <a:lnTo>
                    <a:pt x="705567" y="777637"/>
                  </a:lnTo>
                  <a:lnTo>
                    <a:pt x="707236" y="777458"/>
                  </a:lnTo>
                  <a:lnTo>
                    <a:pt x="708554" y="777368"/>
                  </a:lnTo>
                  <a:lnTo>
                    <a:pt x="709697" y="777278"/>
                  </a:lnTo>
                  <a:lnTo>
                    <a:pt x="711103" y="776739"/>
                  </a:lnTo>
                  <a:lnTo>
                    <a:pt x="712508" y="776110"/>
                  </a:lnTo>
                  <a:lnTo>
                    <a:pt x="713124" y="775840"/>
                  </a:lnTo>
                  <a:lnTo>
                    <a:pt x="713739" y="775391"/>
                  </a:lnTo>
                  <a:lnTo>
                    <a:pt x="714178" y="774942"/>
                  </a:lnTo>
                  <a:lnTo>
                    <a:pt x="714529" y="774583"/>
                  </a:lnTo>
                  <a:lnTo>
                    <a:pt x="714881" y="774223"/>
                  </a:lnTo>
                  <a:lnTo>
                    <a:pt x="715496" y="773864"/>
                  </a:lnTo>
                  <a:lnTo>
                    <a:pt x="716375" y="773684"/>
                  </a:lnTo>
                  <a:lnTo>
                    <a:pt x="716902" y="773415"/>
                  </a:lnTo>
                  <a:lnTo>
                    <a:pt x="717517" y="773145"/>
                  </a:lnTo>
                  <a:lnTo>
                    <a:pt x="718308" y="772965"/>
                  </a:lnTo>
                  <a:lnTo>
                    <a:pt x="719186" y="772696"/>
                  </a:lnTo>
                  <a:lnTo>
                    <a:pt x="719889" y="772606"/>
                  </a:lnTo>
                  <a:lnTo>
                    <a:pt x="720592" y="772606"/>
                  </a:lnTo>
                  <a:lnTo>
                    <a:pt x="721207" y="772786"/>
                  </a:lnTo>
                  <a:lnTo>
                    <a:pt x="721822" y="772875"/>
                  </a:lnTo>
                  <a:lnTo>
                    <a:pt x="722350" y="772786"/>
                  </a:lnTo>
                  <a:lnTo>
                    <a:pt x="722965" y="772965"/>
                  </a:lnTo>
                  <a:lnTo>
                    <a:pt x="723316" y="773145"/>
                  </a:lnTo>
                  <a:lnTo>
                    <a:pt x="723580" y="772875"/>
                  </a:lnTo>
                  <a:lnTo>
                    <a:pt x="723931" y="772157"/>
                  </a:lnTo>
                  <a:lnTo>
                    <a:pt x="724546" y="771707"/>
                  </a:lnTo>
                  <a:lnTo>
                    <a:pt x="725249" y="771168"/>
                  </a:lnTo>
                  <a:lnTo>
                    <a:pt x="725688" y="771168"/>
                  </a:lnTo>
                  <a:lnTo>
                    <a:pt x="726391" y="770899"/>
                  </a:lnTo>
                  <a:lnTo>
                    <a:pt x="727094" y="770719"/>
                  </a:lnTo>
                  <a:lnTo>
                    <a:pt x="727797" y="770450"/>
                  </a:lnTo>
                  <a:lnTo>
                    <a:pt x="728588" y="770360"/>
                  </a:lnTo>
                  <a:lnTo>
                    <a:pt x="729203" y="770360"/>
                  </a:lnTo>
                  <a:lnTo>
                    <a:pt x="729730" y="769910"/>
                  </a:lnTo>
                  <a:lnTo>
                    <a:pt x="730082" y="770000"/>
                  </a:lnTo>
                  <a:lnTo>
                    <a:pt x="730785" y="770000"/>
                  </a:lnTo>
                  <a:lnTo>
                    <a:pt x="731312" y="770180"/>
                  </a:lnTo>
                  <a:lnTo>
                    <a:pt x="731927" y="770270"/>
                  </a:lnTo>
                  <a:lnTo>
                    <a:pt x="732454" y="770539"/>
                  </a:lnTo>
                  <a:lnTo>
                    <a:pt x="733069" y="770539"/>
                  </a:lnTo>
                  <a:lnTo>
                    <a:pt x="733596" y="770090"/>
                  </a:lnTo>
                  <a:lnTo>
                    <a:pt x="734124" y="769821"/>
                  </a:lnTo>
                  <a:lnTo>
                    <a:pt x="735090" y="769192"/>
                  </a:lnTo>
                  <a:lnTo>
                    <a:pt x="735881" y="768742"/>
                  </a:lnTo>
                  <a:lnTo>
                    <a:pt x="736408" y="768563"/>
                  </a:lnTo>
                  <a:lnTo>
                    <a:pt x="736935" y="768742"/>
                  </a:lnTo>
                  <a:lnTo>
                    <a:pt x="737638" y="768832"/>
                  </a:lnTo>
                  <a:lnTo>
                    <a:pt x="738693" y="768922"/>
                  </a:lnTo>
                  <a:lnTo>
                    <a:pt x="739483" y="768653"/>
                  </a:lnTo>
                  <a:lnTo>
                    <a:pt x="740011" y="768563"/>
                  </a:lnTo>
                  <a:lnTo>
                    <a:pt x="740626" y="768293"/>
                  </a:lnTo>
                  <a:lnTo>
                    <a:pt x="741944" y="768293"/>
                  </a:lnTo>
                  <a:lnTo>
                    <a:pt x="742647" y="768113"/>
                  </a:lnTo>
                  <a:lnTo>
                    <a:pt x="743174" y="768024"/>
                  </a:lnTo>
                  <a:lnTo>
                    <a:pt x="744053" y="767844"/>
                  </a:lnTo>
                  <a:lnTo>
                    <a:pt x="744580" y="767664"/>
                  </a:lnTo>
                  <a:lnTo>
                    <a:pt x="745195" y="767485"/>
                  </a:lnTo>
                  <a:lnTo>
                    <a:pt x="745722" y="767395"/>
                  </a:lnTo>
                  <a:lnTo>
                    <a:pt x="746776" y="767664"/>
                  </a:lnTo>
                  <a:lnTo>
                    <a:pt x="747743" y="767934"/>
                  </a:lnTo>
                  <a:lnTo>
                    <a:pt x="748534" y="768293"/>
                  </a:lnTo>
                  <a:lnTo>
                    <a:pt x="748885" y="768473"/>
                  </a:lnTo>
                  <a:lnTo>
                    <a:pt x="749412" y="768832"/>
                  </a:lnTo>
                  <a:lnTo>
                    <a:pt x="750291" y="768832"/>
                  </a:lnTo>
                  <a:lnTo>
                    <a:pt x="751258" y="768563"/>
                  </a:lnTo>
                  <a:lnTo>
                    <a:pt x="751961" y="768024"/>
                  </a:lnTo>
                  <a:lnTo>
                    <a:pt x="752576" y="767844"/>
                  </a:lnTo>
                  <a:lnTo>
                    <a:pt x="753191" y="767934"/>
                  </a:lnTo>
                  <a:lnTo>
                    <a:pt x="754245" y="767934"/>
                  </a:lnTo>
                  <a:lnTo>
                    <a:pt x="754772" y="767844"/>
                  </a:lnTo>
                  <a:lnTo>
                    <a:pt x="755739" y="767574"/>
                  </a:lnTo>
                  <a:lnTo>
                    <a:pt x="757320" y="767485"/>
                  </a:lnTo>
                  <a:lnTo>
                    <a:pt x="760044" y="767125"/>
                  </a:lnTo>
                  <a:lnTo>
                    <a:pt x="761011" y="766676"/>
                  </a:lnTo>
                  <a:lnTo>
                    <a:pt x="761626" y="766496"/>
                  </a:lnTo>
                  <a:lnTo>
                    <a:pt x="762592" y="766317"/>
                  </a:lnTo>
                  <a:lnTo>
                    <a:pt x="763207" y="766317"/>
                  </a:lnTo>
                  <a:lnTo>
                    <a:pt x="764525" y="766227"/>
                  </a:lnTo>
                  <a:lnTo>
                    <a:pt x="765843" y="766137"/>
                  </a:lnTo>
                  <a:lnTo>
                    <a:pt x="766634" y="765957"/>
                  </a:lnTo>
                  <a:lnTo>
                    <a:pt x="768479" y="766047"/>
                  </a:lnTo>
                  <a:lnTo>
                    <a:pt x="769446" y="765957"/>
                  </a:lnTo>
                  <a:lnTo>
                    <a:pt x="769797" y="765957"/>
                  </a:lnTo>
                  <a:lnTo>
                    <a:pt x="771115" y="765867"/>
                  </a:lnTo>
                  <a:lnTo>
                    <a:pt x="772697" y="765867"/>
                  </a:lnTo>
                  <a:lnTo>
                    <a:pt x="775069" y="765867"/>
                  </a:lnTo>
                  <a:lnTo>
                    <a:pt x="776651" y="765777"/>
                  </a:lnTo>
                  <a:lnTo>
                    <a:pt x="778233" y="765508"/>
                  </a:lnTo>
                  <a:lnTo>
                    <a:pt x="779287" y="765328"/>
                  </a:lnTo>
                  <a:lnTo>
                    <a:pt x="780869" y="765328"/>
                  </a:lnTo>
                  <a:lnTo>
                    <a:pt x="781835" y="765148"/>
                  </a:lnTo>
                  <a:lnTo>
                    <a:pt x="782714" y="764969"/>
                  </a:lnTo>
                  <a:lnTo>
                    <a:pt x="783944" y="764520"/>
                  </a:lnTo>
                  <a:lnTo>
                    <a:pt x="785350" y="763801"/>
                  </a:lnTo>
                  <a:lnTo>
                    <a:pt x="786228" y="763531"/>
                  </a:lnTo>
                  <a:lnTo>
                    <a:pt x="786843" y="763531"/>
                  </a:lnTo>
                  <a:lnTo>
                    <a:pt x="788249" y="763352"/>
                  </a:lnTo>
                  <a:lnTo>
                    <a:pt x="788601" y="763262"/>
                  </a:lnTo>
                  <a:lnTo>
                    <a:pt x="789216" y="763352"/>
                  </a:lnTo>
                  <a:lnTo>
                    <a:pt x="789567" y="763262"/>
                  </a:lnTo>
                  <a:lnTo>
                    <a:pt x="790358" y="762992"/>
                  </a:lnTo>
                  <a:lnTo>
                    <a:pt x="791061" y="762543"/>
                  </a:lnTo>
                  <a:lnTo>
                    <a:pt x="791764" y="762273"/>
                  </a:lnTo>
                  <a:lnTo>
                    <a:pt x="792203" y="762094"/>
                  </a:lnTo>
                  <a:lnTo>
                    <a:pt x="792643" y="761914"/>
                  </a:lnTo>
                  <a:lnTo>
                    <a:pt x="793082" y="761734"/>
                  </a:lnTo>
                  <a:lnTo>
                    <a:pt x="793961" y="761555"/>
                  </a:lnTo>
                  <a:lnTo>
                    <a:pt x="794927" y="761375"/>
                  </a:lnTo>
                  <a:lnTo>
                    <a:pt x="795630" y="761195"/>
                  </a:lnTo>
                  <a:lnTo>
                    <a:pt x="795982" y="761015"/>
                  </a:lnTo>
                  <a:lnTo>
                    <a:pt x="796333" y="760746"/>
                  </a:lnTo>
                  <a:lnTo>
                    <a:pt x="796685" y="760566"/>
                  </a:lnTo>
                  <a:lnTo>
                    <a:pt x="797036" y="760117"/>
                  </a:lnTo>
                  <a:lnTo>
                    <a:pt x="797300" y="759937"/>
                  </a:lnTo>
                  <a:lnTo>
                    <a:pt x="798178" y="759218"/>
                  </a:lnTo>
                  <a:lnTo>
                    <a:pt x="800111" y="758590"/>
                  </a:lnTo>
                  <a:lnTo>
                    <a:pt x="802484" y="757871"/>
                  </a:lnTo>
                  <a:lnTo>
                    <a:pt x="803011" y="757601"/>
                  </a:lnTo>
                  <a:lnTo>
                    <a:pt x="805559" y="756972"/>
                  </a:lnTo>
                  <a:lnTo>
                    <a:pt x="807141" y="756613"/>
                  </a:lnTo>
                  <a:lnTo>
                    <a:pt x="808898" y="756433"/>
                  </a:lnTo>
                  <a:lnTo>
                    <a:pt x="810040" y="756343"/>
                  </a:lnTo>
                  <a:lnTo>
                    <a:pt x="811358" y="756164"/>
                  </a:lnTo>
                  <a:lnTo>
                    <a:pt x="812237" y="756074"/>
                  </a:lnTo>
                  <a:lnTo>
                    <a:pt x="813818" y="755445"/>
                  </a:lnTo>
                  <a:lnTo>
                    <a:pt x="814961" y="755085"/>
                  </a:lnTo>
                  <a:lnTo>
                    <a:pt x="815576" y="754726"/>
                  </a:lnTo>
                  <a:lnTo>
                    <a:pt x="816806" y="754277"/>
                  </a:lnTo>
                  <a:lnTo>
                    <a:pt x="819178" y="753288"/>
                  </a:lnTo>
                  <a:lnTo>
                    <a:pt x="820672" y="752390"/>
                  </a:lnTo>
                  <a:lnTo>
                    <a:pt x="822429" y="752031"/>
                  </a:lnTo>
                  <a:lnTo>
                    <a:pt x="823484" y="751671"/>
                  </a:lnTo>
                  <a:lnTo>
                    <a:pt x="825241" y="751132"/>
                  </a:lnTo>
                  <a:lnTo>
                    <a:pt x="826823" y="750863"/>
                  </a:lnTo>
                  <a:lnTo>
                    <a:pt x="828316" y="750323"/>
                  </a:lnTo>
                  <a:lnTo>
                    <a:pt x="829019" y="750323"/>
                  </a:lnTo>
                  <a:lnTo>
                    <a:pt x="829283" y="750323"/>
                  </a:lnTo>
                  <a:lnTo>
                    <a:pt x="829634" y="750144"/>
                  </a:lnTo>
                  <a:lnTo>
                    <a:pt x="829898" y="750054"/>
                  </a:lnTo>
                  <a:lnTo>
                    <a:pt x="830074" y="749874"/>
                  </a:lnTo>
                  <a:lnTo>
                    <a:pt x="830250" y="749784"/>
                  </a:lnTo>
                  <a:lnTo>
                    <a:pt x="830689" y="749425"/>
                  </a:lnTo>
                  <a:lnTo>
                    <a:pt x="830865" y="749245"/>
                  </a:lnTo>
                  <a:lnTo>
                    <a:pt x="831128" y="749066"/>
                  </a:lnTo>
                  <a:lnTo>
                    <a:pt x="832183" y="748616"/>
                  </a:lnTo>
                  <a:lnTo>
                    <a:pt x="832710" y="748347"/>
                  </a:lnTo>
                  <a:lnTo>
                    <a:pt x="832973" y="748167"/>
                  </a:lnTo>
                  <a:lnTo>
                    <a:pt x="833501" y="748077"/>
                  </a:lnTo>
                  <a:lnTo>
                    <a:pt x="833940" y="747987"/>
                  </a:lnTo>
                  <a:lnTo>
                    <a:pt x="834291" y="747898"/>
                  </a:lnTo>
                  <a:lnTo>
                    <a:pt x="834994" y="747808"/>
                  </a:lnTo>
                  <a:lnTo>
                    <a:pt x="835609" y="747718"/>
                  </a:lnTo>
                  <a:lnTo>
                    <a:pt x="835873" y="747628"/>
                  </a:lnTo>
                  <a:lnTo>
                    <a:pt x="836400" y="747538"/>
                  </a:lnTo>
                  <a:lnTo>
                    <a:pt x="836664" y="747448"/>
                  </a:lnTo>
                  <a:lnTo>
                    <a:pt x="836927" y="747269"/>
                  </a:lnTo>
                  <a:lnTo>
                    <a:pt x="837367" y="746999"/>
                  </a:lnTo>
                  <a:lnTo>
                    <a:pt x="837455" y="746819"/>
                  </a:lnTo>
                  <a:lnTo>
                    <a:pt x="837630" y="746819"/>
                  </a:lnTo>
                  <a:lnTo>
                    <a:pt x="837806" y="746730"/>
                  </a:lnTo>
                  <a:lnTo>
                    <a:pt x="839036" y="746640"/>
                  </a:lnTo>
                  <a:lnTo>
                    <a:pt x="840178" y="746550"/>
                  </a:lnTo>
                  <a:lnTo>
                    <a:pt x="840442" y="746550"/>
                  </a:lnTo>
                  <a:lnTo>
                    <a:pt x="840706" y="746460"/>
                  </a:lnTo>
                  <a:lnTo>
                    <a:pt x="841848" y="746190"/>
                  </a:lnTo>
                  <a:lnTo>
                    <a:pt x="842463" y="746011"/>
                  </a:lnTo>
                  <a:lnTo>
                    <a:pt x="843517" y="745472"/>
                  </a:lnTo>
                  <a:lnTo>
                    <a:pt x="843869" y="745472"/>
                  </a:lnTo>
                  <a:lnTo>
                    <a:pt x="844308" y="745202"/>
                  </a:lnTo>
                  <a:lnTo>
                    <a:pt x="844835" y="744843"/>
                  </a:lnTo>
                  <a:lnTo>
                    <a:pt x="845275" y="744663"/>
                  </a:lnTo>
                  <a:lnTo>
                    <a:pt x="845890" y="744304"/>
                  </a:lnTo>
                  <a:lnTo>
                    <a:pt x="846417" y="744034"/>
                  </a:lnTo>
                  <a:lnTo>
                    <a:pt x="846681" y="743944"/>
                  </a:lnTo>
                  <a:lnTo>
                    <a:pt x="846944" y="743854"/>
                  </a:lnTo>
                  <a:lnTo>
                    <a:pt x="847296" y="743765"/>
                  </a:lnTo>
                  <a:lnTo>
                    <a:pt x="847647" y="743675"/>
                  </a:lnTo>
                  <a:lnTo>
                    <a:pt x="848086" y="743585"/>
                  </a:lnTo>
                  <a:lnTo>
                    <a:pt x="848438" y="743585"/>
                  </a:lnTo>
                  <a:lnTo>
                    <a:pt x="849053" y="743675"/>
                  </a:lnTo>
                  <a:lnTo>
                    <a:pt x="849317" y="743765"/>
                  </a:lnTo>
                  <a:lnTo>
                    <a:pt x="850722" y="743675"/>
                  </a:lnTo>
                  <a:lnTo>
                    <a:pt x="851074" y="743675"/>
                  </a:lnTo>
                  <a:lnTo>
                    <a:pt x="851601" y="743495"/>
                  </a:lnTo>
                  <a:lnTo>
                    <a:pt x="852040" y="743495"/>
                  </a:lnTo>
                  <a:lnTo>
                    <a:pt x="852392" y="743495"/>
                  </a:lnTo>
                  <a:lnTo>
                    <a:pt x="852655" y="743405"/>
                  </a:lnTo>
                  <a:lnTo>
                    <a:pt x="852919" y="743225"/>
                  </a:lnTo>
                  <a:lnTo>
                    <a:pt x="853622" y="742686"/>
                  </a:lnTo>
                  <a:lnTo>
                    <a:pt x="854061" y="742417"/>
                  </a:lnTo>
                  <a:lnTo>
                    <a:pt x="855028" y="741878"/>
                  </a:lnTo>
                  <a:lnTo>
                    <a:pt x="855379" y="741608"/>
                  </a:lnTo>
                  <a:lnTo>
                    <a:pt x="855643" y="741428"/>
                  </a:lnTo>
                  <a:lnTo>
                    <a:pt x="855994" y="741249"/>
                  </a:lnTo>
                  <a:lnTo>
                    <a:pt x="856258" y="741159"/>
                  </a:lnTo>
                  <a:lnTo>
                    <a:pt x="856609" y="741069"/>
                  </a:lnTo>
                  <a:lnTo>
                    <a:pt x="856873" y="740979"/>
                  </a:lnTo>
                  <a:lnTo>
                    <a:pt x="857137" y="740979"/>
                  </a:lnTo>
                  <a:lnTo>
                    <a:pt x="857312" y="740979"/>
                  </a:lnTo>
                  <a:lnTo>
                    <a:pt x="857576" y="740979"/>
                  </a:lnTo>
                  <a:lnTo>
                    <a:pt x="858455" y="741159"/>
                  </a:lnTo>
                  <a:lnTo>
                    <a:pt x="858982" y="741249"/>
                  </a:lnTo>
                  <a:lnTo>
                    <a:pt x="859245" y="741249"/>
                  </a:lnTo>
                  <a:lnTo>
                    <a:pt x="859948" y="741159"/>
                  </a:lnTo>
                  <a:lnTo>
                    <a:pt x="860476" y="741069"/>
                  </a:lnTo>
                  <a:lnTo>
                    <a:pt x="861530" y="740889"/>
                  </a:lnTo>
                  <a:lnTo>
                    <a:pt x="862760" y="740800"/>
                  </a:lnTo>
                  <a:lnTo>
                    <a:pt x="863463" y="740620"/>
                  </a:lnTo>
                  <a:lnTo>
                    <a:pt x="864430" y="740440"/>
                  </a:lnTo>
                  <a:lnTo>
                    <a:pt x="864781" y="740350"/>
                  </a:lnTo>
                  <a:lnTo>
                    <a:pt x="865484" y="740081"/>
                  </a:lnTo>
                  <a:lnTo>
                    <a:pt x="866011" y="739991"/>
                  </a:lnTo>
                  <a:lnTo>
                    <a:pt x="866363" y="739901"/>
                  </a:lnTo>
                  <a:lnTo>
                    <a:pt x="867681" y="739721"/>
                  </a:lnTo>
                  <a:lnTo>
                    <a:pt x="868032" y="739632"/>
                  </a:lnTo>
                  <a:lnTo>
                    <a:pt x="868471" y="739632"/>
                  </a:lnTo>
                  <a:lnTo>
                    <a:pt x="869174" y="739362"/>
                  </a:lnTo>
                  <a:lnTo>
                    <a:pt x="869614" y="739272"/>
                  </a:lnTo>
                  <a:lnTo>
                    <a:pt x="870053" y="739182"/>
                  </a:lnTo>
                  <a:lnTo>
                    <a:pt x="870404" y="739092"/>
                  </a:lnTo>
                  <a:lnTo>
                    <a:pt x="871020" y="739182"/>
                  </a:lnTo>
                  <a:lnTo>
                    <a:pt x="872865" y="739092"/>
                  </a:lnTo>
                  <a:lnTo>
                    <a:pt x="874095" y="739092"/>
                  </a:lnTo>
                  <a:lnTo>
                    <a:pt x="874710" y="739092"/>
                  </a:lnTo>
                  <a:lnTo>
                    <a:pt x="875149" y="739003"/>
                  </a:lnTo>
                  <a:lnTo>
                    <a:pt x="875325" y="739003"/>
                  </a:lnTo>
                  <a:lnTo>
                    <a:pt x="875676" y="739092"/>
                  </a:lnTo>
                  <a:lnTo>
                    <a:pt x="876292" y="739272"/>
                  </a:lnTo>
                  <a:lnTo>
                    <a:pt x="876555" y="739362"/>
                  </a:lnTo>
                  <a:lnTo>
                    <a:pt x="876819" y="739362"/>
                  </a:lnTo>
                  <a:lnTo>
                    <a:pt x="877258" y="739362"/>
                  </a:lnTo>
                  <a:lnTo>
                    <a:pt x="877522" y="739362"/>
                  </a:lnTo>
                  <a:lnTo>
                    <a:pt x="879103" y="739182"/>
                  </a:lnTo>
                  <a:lnTo>
                    <a:pt x="880773" y="739092"/>
                  </a:lnTo>
                  <a:lnTo>
                    <a:pt x="881036" y="739003"/>
                  </a:lnTo>
                  <a:lnTo>
                    <a:pt x="881476" y="738913"/>
                  </a:lnTo>
                  <a:lnTo>
                    <a:pt x="881739" y="738823"/>
                  </a:lnTo>
                  <a:lnTo>
                    <a:pt x="881915" y="738913"/>
                  </a:lnTo>
                  <a:lnTo>
                    <a:pt x="882179" y="738913"/>
                  </a:lnTo>
                  <a:lnTo>
                    <a:pt x="882618" y="738913"/>
                  </a:lnTo>
                  <a:lnTo>
                    <a:pt x="882969" y="739003"/>
                  </a:lnTo>
                  <a:lnTo>
                    <a:pt x="883409" y="739003"/>
                  </a:lnTo>
                  <a:lnTo>
                    <a:pt x="883760" y="738913"/>
                  </a:lnTo>
                  <a:lnTo>
                    <a:pt x="884199" y="738823"/>
                  </a:lnTo>
                  <a:lnTo>
                    <a:pt x="884639" y="738643"/>
                  </a:lnTo>
                  <a:lnTo>
                    <a:pt x="884990" y="738643"/>
                  </a:lnTo>
                  <a:lnTo>
                    <a:pt x="885430" y="738553"/>
                  </a:lnTo>
                  <a:lnTo>
                    <a:pt x="885869" y="738643"/>
                  </a:lnTo>
                  <a:lnTo>
                    <a:pt x="886308" y="738733"/>
                  </a:lnTo>
                  <a:lnTo>
                    <a:pt x="886660" y="738643"/>
                  </a:lnTo>
                  <a:lnTo>
                    <a:pt x="887011" y="738463"/>
                  </a:lnTo>
                  <a:lnTo>
                    <a:pt x="887451" y="738374"/>
                  </a:lnTo>
                  <a:lnTo>
                    <a:pt x="887802" y="738374"/>
                  </a:lnTo>
                  <a:lnTo>
                    <a:pt x="888241" y="738284"/>
                  </a:lnTo>
                  <a:lnTo>
                    <a:pt x="888593" y="738194"/>
                  </a:lnTo>
                  <a:lnTo>
                    <a:pt x="889120" y="738104"/>
                  </a:lnTo>
                  <a:lnTo>
                    <a:pt x="889384" y="738014"/>
                  </a:lnTo>
                  <a:lnTo>
                    <a:pt x="889823" y="737745"/>
                  </a:lnTo>
                  <a:lnTo>
                    <a:pt x="890174" y="737565"/>
                  </a:lnTo>
                  <a:lnTo>
                    <a:pt x="890614" y="737385"/>
                  </a:lnTo>
                  <a:lnTo>
                    <a:pt x="890965" y="737206"/>
                  </a:lnTo>
                  <a:lnTo>
                    <a:pt x="891405" y="737026"/>
                  </a:lnTo>
                  <a:lnTo>
                    <a:pt x="891844" y="737026"/>
                  </a:lnTo>
                  <a:lnTo>
                    <a:pt x="892195" y="736936"/>
                  </a:lnTo>
                  <a:lnTo>
                    <a:pt x="892635" y="736846"/>
                  </a:lnTo>
                  <a:lnTo>
                    <a:pt x="893074" y="736667"/>
                  </a:lnTo>
                  <a:lnTo>
                    <a:pt x="893250" y="736667"/>
                  </a:lnTo>
                  <a:lnTo>
                    <a:pt x="893425" y="736667"/>
                  </a:lnTo>
                  <a:lnTo>
                    <a:pt x="893865" y="736577"/>
                  </a:lnTo>
                  <a:lnTo>
                    <a:pt x="894216" y="736487"/>
                  </a:lnTo>
                  <a:lnTo>
                    <a:pt x="894656" y="736397"/>
                  </a:lnTo>
                  <a:lnTo>
                    <a:pt x="895095" y="736217"/>
                  </a:lnTo>
                  <a:lnTo>
                    <a:pt x="896501" y="736307"/>
                  </a:lnTo>
                  <a:lnTo>
                    <a:pt x="897116" y="736397"/>
                  </a:lnTo>
                  <a:lnTo>
                    <a:pt x="897555" y="736577"/>
                  </a:lnTo>
                  <a:lnTo>
                    <a:pt x="897907" y="736667"/>
                  </a:lnTo>
                  <a:lnTo>
                    <a:pt x="898346" y="736756"/>
                  </a:lnTo>
                  <a:lnTo>
                    <a:pt x="898697" y="736756"/>
                  </a:lnTo>
                  <a:lnTo>
                    <a:pt x="899137" y="736756"/>
                  </a:lnTo>
                  <a:lnTo>
                    <a:pt x="899576" y="736846"/>
                  </a:lnTo>
                  <a:lnTo>
                    <a:pt x="899928" y="737026"/>
                  </a:lnTo>
                  <a:lnTo>
                    <a:pt x="900455" y="737026"/>
                  </a:lnTo>
                  <a:lnTo>
                    <a:pt x="900806" y="737026"/>
                  </a:lnTo>
                  <a:lnTo>
                    <a:pt x="901246" y="736936"/>
                  </a:lnTo>
                  <a:lnTo>
                    <a:pt x="901685" y="737026"/>
                  </a:lnTo>
                  <a:lnTo>
                    <a:pt x="902036" y="737116"/>
                  </a:lnTo>
                  <a:lnTo>
                    <a:pt x="902651" y="737206"/>
                  </a:lnTo>
                  <a:lnTo>
                    <a:pt x="903003" y="737206"/>
                  </a:lnTo>
                  <a:lnTo>
                    <a:pt x="903442" y="737116"/>
                  </a:lnTo>
                  <a:lnTo>
                    <a:pt x="903794" y="737026"/>
                  </a:lnTo>
                  <a:lnTo>
                    <a:pt x="904233" y="736846"/>
                  </a:lnTo>
                  <a:lnTo>
                    <a:pt x="904672" y="736667"/>
                  </a:lnTo>
                  <a:lnTo>
                    <a:pt x="904936" y="736487"/>
                  </a:lnTo>
                  <a:lnTo>
                    <a:pt x="905375" y="736307"/>
                  </a:lnTo>
                  <a:lnTo>
                    <a:pt x="905815" y="736217"/>
                  </a:lnTo>
                  <a:lnTo>
                    <a:pt x="906166" y="736127"/>
                  </a:lnTo>
                  <a:lnTo>
                    <a:pt x="906605" y="736127"/>
                  </a:lnTo>
                  <a:lnTo>
                    <a:pt x="906957" y="735948"/>
                  </a:lnTo>
                  <a:lnTo>
                    <a:pt x="907308" y="735948"/>
                  </a:lnTo>
                  <a:lnTo>
                    <a:pt x="907748" y="735768"/>
                  </a:lnTo>
                  <a:lnTo>
                    <a:pt x="908187" y="735678"/>
                  </a:lnTo>
                  <a:lnTo>
                    <a:pt x="908626" y="735678"/>
                  </a:lnTo>
                  <a:lnTo>
                    <a:pt x="908978" y="735678"/>
                  </a:lnTo>
                  <a:lnTo>
                    <a:pt x="909417" y="735588"/>
                  </a:lnTo>
                  <a:lnTo>
                    <a:pt x="909769" y="735588"/>
                  </a:lnTo>
                  <a:lnTo>
                    <a:pt x="910208" y="735499"/>
                  </a:lnTo>
                  <a:lnTo>
                    <a:pt x="910647" y="735588"/>
                  </a:lnTo>
                  <a:lnTo>
                    <a:pt x="910999" y="735678"/>
                  </a:lnTo>
                  <a:lnTo>
                    <a:pt x="911438" y="735768"/>
                  </a:lnTo>
                  <a:lnTo>
                    <a:pt x="911790" y="735858"/>
                  </a:lnTo>
                  <a:lnTo>
                    <a:pt x="912229" y="735948"/>
                  </a:lnTo>
                  <a:lnTo>
                    <a:pt x="912580" y="736038"/>
                  </a:lnTo>
                  <a:lnTo>
                    <a:pt x="913020" y="736217"/>
                  </a:lnTo>
                  <a:lnTo>
                    <a:pt x="913459" y="736397"/>
                  </a:lnTo>
                  <a:lnTo>
                    <a:pt x="913810" y="736487"/>
                  </a:lnTo>
                  <a:lnTo>
                    <a:pt x="914250" y="736756"/>
                  </a:lnTo>
                  <a:lnTo>
                    <a:pt x="914601" y="736667"/>
                  </a:lnTo>
                  <a:lnTo>
                    <a:pt x="915041" y="736756"/>
                  </a:lnTo>
                  <a:lnTo>
                    <a:pt x="915392" y="736936"/>
                  </a:lnTo>
                  <a:lnTo>
                    <a:pt x="915831" y="737026"/>
                  </a:lnTo>
                  <a:lnTo>
                    <a:pt x="916271" y="737026"/>
                  </a:lnTo>
                  <a:lnTo>
                    <a:pt x="916622" y="737116"/>
                  </a:lnTo>
                  <a:lnTo>
                    <a:pt x="917062" y="737295"/>
                  </a:lnTo>
                  <a:lnTo>
                    <a:pt x="917413" y="737295"/>
                  </a:lnTo>
                  <a:lnTo>
                    <a:pt x="917852" y="737295"/>
                  </a:lnTo>
                  <a:lnTo>
                    <a:pt x="918292" y="737475"/>
                  </a:lnTo>
                  <a:lnTo>
                    <a:pt x="918731" y="737565"/>
                  </a:lnTo>
                  <a:lnTo>
                    <a:pt x="919082" y="737655"/>
                  </a:lnTo>
                  <a:lnTo>
                    <a:pt x="919434" y="737655"/>
                  </a:lnTo>
                  <a:lnTo>
                    <a:pt x="919961" y="737565"/>
                  </a:lnTo>
                  <a:lnTo>
                    <a:pt x="920313" y="737655"/>
                  </a:lnTo>
                  <a:lnTo>
                    <a:pt x="920752" y="737655"/>
                  </a:lnTo>
                  <a:lnTo>
                    <a:pt x="921103" y="737655"/>
                  </a:lnTo>
                  <a:lnTo>
                    <a:pt x="921543" y="737655"/>
                  </a:lnTo>
                  <a:lnTo>
                    <a:pt x="921982" y="737835"/>
                  </a:lnTo>
                  <a:lnTo>
                    <a:pt x="922334" y="737924"/>
                  </a:lnTo>
                  <a:lnTo>
                    <a:pt x="922773" y="738104"/>
                  </a:lnTo>
                  <a:lnTo>
                    <a:pt x="923036" y="738284"/>
                  </a:lnTo>
                  <a:lnTo>
                    <a:pt x="923388" y="738463"/>
                  </a:lnTo>
                  <a:lnTo>
                    <a:pt x="923827" y="738643"/>
                  </a:lnTo>
                  <a:lnTo>
                    <a:pt x="924091" y="738823"/>
                  </a:lnTo>
                  <a:lnTo>
                    <a:pt x="924530" y="738913"/>
                  </a:lnTo>
                  <a:lnTo>
                    <a:pt x="925057" y="739182"/>
                  </a:lnTo>
                  <a:lnTo>
                    <a:pt x="925585" y="739362"/>
                  </a:lnTo>
                  <a:lnTo>
                    <a:pt x="926024" y="739542"/>
                  </a:lnTo>
                  <a:lnTo>
                    <a:pt x="926463" y="739452"/>
                  </a:lnTo>
                  <a:lnTo>
                    <a:pt x="927254" y="739362"/>
                  </a:lnTo>
                  <a:lnTo>
                    <a:pt x="927869" y="739632"/>
                  </a:lnTo>
                  <a:lnTo>
                    <a:pt x="928221" y="739632"/>
                  </a:lnTo>
                  <a:lnTo>
                    <a:pt x="928748" y="739811"/>
                  </a:lnTo>
                  <a:lnTo>
                    <a:pt x="929011" y="739721"/>
                  </a:lnTo>
                  <a:lnTo>
                    <a:pt x="929275" y="739632"/>
                  </a:lnTo>
                  <a:lnTo>
                    <a:pt x="929539" y="739542"/>
                  </a:lnTo>
                  <a:lnTo>
                    <a:pt x="929802" y="739542"/>
                  </a:lnTo>
                  <a:lnTo>
                    <a:pt x="930154" y="739721"/>
                  </a:lnTo>
                  <a:lnTo>
                    <a:pt x="930329" y="739811"/>
                  </a:lnTo>
                  <a:lnTo>
                    <a:pt x="930681" y="739811"/>
                  </a:lnTo>
                  <a:lnTo>
                    <a:pt x="930944" y="739811"/>
                  </a:lnTo>
                  <a:lnTo>
                    <a:pt x="932262" y="740260"/>
                  </a:lnTo>
                  <a:lnTo>
                    <a:pt x="933405" y="740350"/>
                  </a:lnTo>
                  <a:lnTo>
                    <a:pt x="933580" y="740440"/>
                  </a:lnTo>
                  <a:lnTo>
                    <a:pt x="934108" y="740710"/>
                  </a:lnTo>
                  <a:lnTo>
                    <a:pt x="934547" y="740710"/>
                  </a:lnTo>
                  <a:lnTo>
                    <a:pt x="935338" y="740530"/>
                  </a:lnTo>
                  <a:lnTo>
                    <a:pt x="936041" y="740710"/>
                  </a:lnTo>
                  <a:lnTo>
                    <a:pt x="936656" y="740440"/>
                  </a:lnTo>
                  <a:lnTo>
                    <a:pt x="937359" y="740620"/>
                  </a:lnTo>
                  <a:lnTo>
                    <a:pt x="940083" y="740350"/>
                  </a:lnTo>
                  <a:lnTo>
                    <a:pt x="943070" y="740350"/>
                  </a:lnTo>
                  <a:lnTo>
                    <a:pt x="944827" y="739901"/>
                  </a:lnTo>
                  <a:lnTo>
                    <a:pt x="947639" y="739272"/>
                  </a:lnTo>
                  <a:lnTo>
                    <a:pt x="949484" y="739092"/>
                  </a:lnTo>
                  <a:lnTo>
                    <a:pt x="951154" y="739362"/>
                  </a:lnTo>
                  <a:lnTo>
                    <a:pt x="952296" y="739362"/>
                  </a:lnTo>
                  <a:lnTo>
                    <a:pt x="953350" y="739092"/>
                  </a:lnTo>
                  <a:lnTo>
                    <a:pt x="954932" y="738553"/>
                  </a:lnTo>
                  <a:lnTo>
                    <a:pt x="956162" y="737745"/>
                  </a:lnTo>
                  <a:lnTo>
                    <a:pt x="957568" y="736846"/>
                  </a:lnTo>
                  <a:lnTo>
                    <a:pt x="958710" y="736846"/>
                  </a:lnTo>
                  <a:lnTo>
                    <a:pt x="960028" y="737295"/>
                  </a:lnTo>
                  <a:lnTo>
                    <a:pt x="960731" y="737655"/>
                  </a:lnTo>
                  <a:lnTo>
                    <a:pt x="961610" y="738463"/>
                  </a:lnTo>
                  <a:lnTo>
                    <a:pt x="962313" y="738823"/>
                  </a:lnTo>
                  <a:lnTo>
                    <a:pt x="963191" y="739092"/>
                  </a:lnTo>
                  <a:lnTo>
                    <a:pt x="964773" y="738553"/>
                  </a:lnTo>
                  <a:lnTo>
                    <a:pt x="966442" y="738823"/>
                  </a:lnTo>
                  <a:lnTo>
                    <a:pt x="968112" y="739452"/>
                  </a:lnTo>
                  <a:lnTo>
                    <a:pt x="969166" y="740530"/>
                  </a:lnTo>
                  <a:lnTo>
                    <a:pt x="970836" y="741428"/>
                  </a:lnTo>
                  <a:lnTo>
                    <a:pt x="973823" y="742327"/>
                  </a:lnTo>
                  <a:lnTo>
                    <a:pt x="976547" y="743854"/>
                  </a:lnTo>
                  <a:lnTo>
                    <a:pt x="978304" y="744573"/>
                  </a:lnTo>
                  <a:lnTo>
                    <a:pt x="979622" y="745382"/>
                  </a:lnTo>
                  <a:lnTo>
                    <a:pt x="982083" y="749605"/>
                  </a:lnTo>
                  <a:lnTo>
                    <a:pt x="982610" y="751042"/>
                  </a:lnTo>
                  <a:lnTo>
                    <a:pt x="983313" y="752660"/>
                  </a:lnTo>
                  <a:lnTo>
                    <a:pt x="983576" y="752660"/>
                  </a:lnTo>
                  <a:lnTo>
                    <a:pt x="983489" y="752839"/>
                  </a:lnTo>
                  <a:lnTo>
                    <a:pt x="984455" y="754097"/>
                  </a:lnTo>
                  <a:lnTo>
                    <a:pt x="984982" y="755355"/>
                  </a:lnTo>
                  <a:lnTo>
                    <a:pt x="985861" y="756793"/>
                  </a:lnTo>
                  <a:lnTo>
                    <a:pt x="986125" y="757152"/>
                  </a:lnTo>
                  <a:lnTo>
                    <a:pt x="986300" y="757422"/>
                  </a:lnTo>
                  <a:lnTo>
                    <a:pt x="986388" y="757601"/>
                  </a:lnTo>
                  <a:lnTo>
                    <a:pt x="986740" y="757871"/>
                  </a:lnTo>
                  <a:lnTo>
                    <a:pt x="986915" y="758050"/>
                  </a:lnTo>
                  <a:lnTo>
                    <a:pt x="988497" y="757691"/>
                  </a:lnTo>
                  <a:lnTo>
                    <a:pt x="988848" y="757152"/>
                  </a:lnTo>
                  <a:lnTo>
                    <a:pt x="989639" y="756164"/>
                  </a:lnTo>
                  <a:lnTo>
                    <a:pt x="989991" y="755714"/>
                  </a:lnTo>
                  <a:lnTo>
                    <a:pt x="990518" y="755445"/>
                  </a:lnTo>
                  <a:lnTo>
                    <a:pt x="991045" y="755085"/>
                  </a:lnTo>
                  <a:lnTo>
                    <a:pt x="991660" y="754726"/>
                  </a:lnTo>
                  <a:lnTo>
                    <a:pt x="992012" y="754816"/>
                  </a:lnTo>
                  <a:lnTo>
                    <a:pt x="991924" y="754546"/>
                  </a:lnTo>
                  <a:lnTo>
                    <a:pt x="992978" y="754097"/>
                  </a:lnTo>
                  <a:lnTo>
                    <a:pt x="994033" y="753738"/>
                  </a:lnTo>
                  <a:lnTo>
                    <a:pt x="994472" y="753738"/>
                  </a:lnTo>
                  <a:lnTo>
                    <a:pt x="995614" y="753648"/>
                  </a:lnTo>
                  <a:lnTo>
                    <a:pt x="996669" y="753288"/>
                  </a:lnTo>
                  <a:lnTo>
                    <a:pt x="997108" y="753109"/>
                  </a:lnTo>
                  <a:lnTo>
                    <a:pt x="998689" y="752570"/>
                  </a:lnTo>
                  <a:lnTo>
                    <a:pt x="1000183" y="751851"/>
                  </a:lnTo>
                  <a:lnTo>
                    <a:pt x="1000623" y="751671"/>
                  </a:lnTo>
                  <a:lnTo>
                    <a:pt x="1001765" y="751402"/>
                  </a:lnTo>
                  <a:lnTo>
                    <a:pt x="1003083" y="750593"/>
                  </a:lnTo>
                  <a:lnTo>
                    <a:pt x="1003874" y="750413"/>
                  </a:lnTo>
                  <a:lnTo>
                    <a:pt x="1004489" y="749964"/>
                  </a:lnTo>
                  <a:lnTo>
                    <a:pt x="1005455" y="749784"/>
                  </a:lnTo>
                  <a:lnTo>
                    <a:pt x="1006158" y="749695"/>
                  </a:lnTo>
                  <a:lnTo>
                    <a:pt x="1006510" y="749605"/>
                  </a:lnTo>
                  <a:lnTo>
                    <a:pt x="1007037" y="749605"/>
                  </a:lnTo>
                  <a:lnTo>
                    <a:pt x="1007300" y="749605"/>
                  </a:lnTo>
                  <a:lnTo>
                    <a:pt x="1009497" y="748796"/>
                  </a:lnTo>
                  <a:lnTo>
                    <a:pt x="1011079" y="748796"/>
                  </a:lnTo>
                  <a:lnTo>
                    <a:pt x="1012660" y="749335"/>
                  </a:lnTo>
                  <a:lnTo>
                    <a:pt x="1012924" y="749245"/>
                  </a:lnTo>
                  <a:lnTo>
                    <a:pt x="1013627" y="749155"/>
                  </a:lnTo>
                  <a:lnTo>
                    <a:pt x="1014505" y="748976"/>
                  </a:lnTo>
                  <a:lnTo>
                    <a:pt x="1015472" y="749155"/>
                  </a:lnTo>
                  <a:lnTo>
                    <a:pt x="1015911" y="749155"/>
                  </a:lnTo>
                  <a:lnTo>
                    <a:pt x="1017581" y="749245"/>
                  </a:lnTo>
                  <a:lnTo>
                    <a:pt x="1019162" y="749066"/>
                  </a:lnTo>
                  <a:lnTo>
                    <a:pt x="1019338" y="749155"/>
                  </a:lnTo>
                  <a:lnTo>
                    <a:pt x="1019777" y="749245"/>
                  </a:lnTo>
                  <a:lnTo>
                    <a:pt x="1020832" y="749335"/>
                  </a:lnTo>
                  <a:lnTo>
                    <a:pt x="1021710" y="749425"/>
                  </a:lnTo>
                  <a:lnTo>
                    <a:pt x="1022589" y="749425"/>
                  </a:lnTo>
                  <a:lnTo>
                    <a:pt x="1023468" y="749335"/>
                  </a:lnTo>
                  <a:lnTo>
                    <a:pt x="1023995" y="749155"/>
                  </a:lnTo>
                  <a:lnTo>
                    <a:pt x="1024434" y="748886"/>
                  </a:lnTo>
                  <a:lnTo>
                    <a:pt x="1024610" y="748706"/>
                  </a:lnTo>
                  <a:lnTo>
                    <a:pt x="1024874" y="748616"/>
                  </a:lnTo>
                  <a:lnTo>
                    <a:pt x="1025313" y="748527"/>
                  </a:lnTo>
                  <a:lnTo>
                    <a:pt x="1026016" y="748347"/>
                  </a:lnTo>
                  <a:lnTo>
                    <a:pt x="1026543" y="748347"/>
                  </a:lnTo>
                  <a:lnTo>
                    <a:pt x="1027070" y="748347"/>
                  </a:lnTo>
                  <a:lnTo>
                    <a:pt x="1028037" y="748257"/>
                  </a:lnTo>
                  <a:lnTo>
                    <a:pt x="1028300" y="748257"/>
                  </a:lnTo>
                  <a:lnTo>
                    <a:pt x="1029179" y="748257"/>
                  </a:lnTo>
                  <a:lnTo>
                    <a:pt x="1029531" y="748257"/>
                  </a:lnTo>
                  <a:lnTo>
                    <a:pt x="1029970" y="748257"/>
                  </a:lnTo>
                  <a:lnTo>
                    <a:pt x="1030585" y="748527"/>
                  </a:lnTo>
                  <a:lnTo>
                    <a:pt x="1030849" y="748527"/>
                  </a:lnTo>
                  <a:lnTo>
                    <a:pt x="1031288" y="748527"/>
                  </a:lnTo>
                  <a:lnTo>
                    <a:pt x="1031639" y="748437"/>
                  </a:lnTo>
                  <a:lnTo>
                    <a:pt x="1032167" y="748347"/>
                  </a:lnTo>
                  <a:lnTo>
                    <a:pt x="1033221" y="748167"/>
                  </a:lnTo>
                  <a:lnTo>
                    <a:pt x="1033836" y="747898"/>
                  </a:lnTo>
                  <a:lnTo>
                    <a:pt x="1034715" y="747538"/>
                  </a:lnTo>
                  <a:lnTo>
                    <a:pt x="1036208" y="746819"/>
                  </a:lnTo>
                  <a:lnTo>
                    <a:pt x="1037702" y="746190"/>
                  </a:lnTo>
                  <a:lnTo>
                    <a:pt x="1039372" y="746101"/>
                  </a:lnTo>
                  <a:lnTo>
                    <a:pt x="1040953" y="745741"/>
                  </a:lnTo>
                  <a:lnTo>
                    <a:pt x="1041832" y="745292"/>
                  </a:lnTo>
                  <a:lnTo>
                    <a:pt x="1042271" y="745112"/>
                  </a:lnTo>
                  <a:lnTo>
                    <a:pt x="1042623" y="744753"/>
                  </a:lnTo>
                  <a:lnTo>
                    <a:pt x="1042798" y="744753"/>
                  </a:lnTo>
                  <a:lnTo>
                    <a:pt x="1042974" y="744663"/>
                  </a:lnTo>
                  <a:lnTo>
                    <a:pt x="1043413" y="744483"/>
                  </a:lnTo>
                  <a:lnTo>
                    <a:pt x="1043589" y="744483"/>
                  </a:lnTo>
                  <a:lnTo>
                    <a:pt x="1043853" y="744304"/>
                  </a:lnTo>
                  <a:lnTo>
                    <a:pt x="1044292" y="744304"/>
                  </a:lnTo>
                  <a:lnTo>
                    <a:pt x="1044731" y="744214"/>
                  </a:lnTo>
                  <a:lnTo>
                    <a:pt x="1045083" y="744214"/>
                  </a:lnTo>
                  <a:lnTo>
                    <a:pt x="1045522" y="744214"/>
                  </a:lnTo>
                  <a:lnTo>
                    <a:pt x="1045874" y="744304"/>
                  </a:lnTo>
                  <a:lnTo>
                    <a:pt x="1046049" y="744393"/>
                  </a:lnTo>
                  <a:lnTo>
                    <a:pt x="1046313" y="744393"/>
                  </a:lnTo>
                  <a:lnTo>
                    <a:pt x="1046665" y="744573"/>
                  </a:lnTo>
                  <a:lnTo>
                    <a:pt x="1047104" y="744843"/>
                  </a:lnTo>
                  <a:lnTo>
                    <a:pt x="1047455" y="745022"/>
                  </a:lnTo>
                  <a:lnTo>
                    <a:pt x="1047807" y="745202"/>
                  </a:lnTo>
                  <a:lnTo>
                    <a:pt x="1048158" y="745382"/>
                  </a:lnTo>
                  <a:lnTo>
                    <a:pt x="1048510" y="745651"/>
                  </a:lnTo>
                  <a:lnTo>
                    <a:pt x="1048861" y="745831"/>
                  </a:lnTo>
                  <a:lnTo>
                    <a:pt x="1049301" y="746011"/>
                  </a:lnTo>
                  <a:lnTo>
                    <a:pt x="1049740" y="746101"/>
                  </a:lnTo>
                  <a:lnTo>
                    <a:pt x="1050091" y="746190"/>
                  </a:lnTo>
                  <a:lnTo>
                    <a:pt x="1050531" y="746280"/>
                  </a:lnTo>
                  <a:lnTo>
                    <a:pt x="1050619" y="746550"/>
                  </a:lnTo>
                  <a:lnTo>
                    <a:pt x="1051146" y="746909"/>
                  </a:lnTo>
                  <a:lnTo>
                    <a:pt x="1051937" y="747179"/>
                  </a:lnTo>
                  <a:lnTo>
                    <a:pt x="1052288" y="747269"/>
                  </a:lnTo>
                  <a:lnTo>
                    <a:pt x="1052639" y="747269"/>
                  </a:lnTo>
                  <a:lnTo>
                    <a:pt x="1053167" y="747269"/>
                  </a:lnTo>
                  <a:lnTo>
                    <a:pt x="1053518" y="747179"/>
                  </a:lnTo>
                  <a:lnTo>
                    <a:pt x="1053957" y="747179"/>
                  </a:lnTo>
                  <a:lnTo>
                    <a:pt x="1054397" y="747179"/>
                  </a:lnTo>
                  <a:lnTo>
                    <a:pt x="1054836" y="747089"/>
                  </a:lnTo>
                  <a:lnTo>
                    <a:pt x="1055188" y="746999"/>
                  </a:lnTo>
                  <a:lnTo>
                    <a:pt x="1055539" y="746909"/>
                  </a:lnTo>
                  <a:lnTo>
                    <a:pt x="1055978" y="746909"/>
                  </a:lnTo>
                  <a:lnTo>
                    <a:pt x="1056418" y="746819"/>
                  </a:lnTo>
                  <a:lnTo>
                    <a:pt x="1056769" y="746819"/>
                  </a:lnTo>
                  <a:lnTo>
                    <a:pt x="1057209" y="746730"/>
                  </a:lnTo>
                  <a:lnTo>
                    <a:pt x="1057648" y="746819"/>
                  </a:lnTo>
                  <a:lnTo>
                    <a:pt x="1058087" y="746819"/>
                  </a:lnTo>
                  <a:lnTo>
                    <a:pt x="1058527" y="746819"/>
                  </a:lnTo>
                  <a:lnTo>
                    <a:pt x="1058966" y="746909"/>
                  </a:lnTo>
                  <a:lnTo>
                    <a:pt x="1059405" y="746999"/>
                  </a:lnTo>
                  <a:lnTo>
                    <a:pt x="1059845" y="747089"/>
                  </a:lnTo>
                  <a:lnTo>
                    <a:pt x="1060196" y="747179"/>
                  </a:lnTo>
                  <a:lnTo>
                    <a:pt x="1060723" y="747269"/>
                  </a:lnTo>
                  <a:lnTo>
                    <a:pt x="1061075" y="747179"/>
                  </a:lnTo>
                  <a:lnTo>
                    <a:pt x="1061514" y="747089"/>
                  </a:lnTo>
                  <a:lnTo>
                    <a:pt x="1061865" y="746909"/>
                  </a:lnTo>
                  <a:lnTo>
                    <a:pt x="1062041" y="746550"/>
                  </a:lnTo>
                  <a:lnTo>
                    <a:pt x="1062305" y="746101"/>
                  </a:lnTo>
                  <a:lnTo>
                    <a:pt x="1062481" y="745831"/>
                  </a:lnTo>
                  <a:lnTo>
                    <a:pt x="1062744" y="745472"/>
                  </a:lnTo>
                  <a:lnTo>
                    <a:pt x="1063008" y="745202"/>
                  </a:lnTo>
                  <a:lnTo>
                    <a:pt x="1063447" y="744663"/>
                  </a:lnTo>
                  <a:lnTo>
                    <a:pt x="1064414" y="744214"/>
                  </a:lnTo>
                  <a:lnTo>
                    <a:pt x="1064765" y="743944"/>
                  </a:lnTo>
                  <a:lnTo>
                    <a:pt x="1065029" y="743675"/>
                  </a:lnTo>
                  <a:lnTo>
                    <a:pt x="1065292" y="743225"/>
                  </a:lnTo>
                  <a:lnTo>
                    <a:pt x="1065380" y="742956"/>
                  </a:lnTo>
                  <a:lnTo>
                    <a:pt x="1065644" y="742507"/>
                  </a:lnTo>
                  <a:lnTo>
                    <a:pt x="1065907" y="742147"/>
                  </a:lnTo>
                  <a:lnTo>
                    <a:pt x="1066171" y="741878"/>
                  </a:lnTo>
                  <a:lnTo>
                    <a:pt x="1066434" y="741518"/>
                  </a:lnTo>
                  <a:lnTo>
                    <a:pt x="1066698" y="741249"/>
                  </a:lnTo>
                  <a:lnTo>
                    <a:pt x="1066962" y="740979"/>
                  </a:lnTo>
                  <a:lnTo>
                    <a:pt x="1067313" y="740710"/>
                  </a:lnTo>
                  <a:lnTo>
                    <a:pt x="1067665" y="740530"/>
                  </a:lnTo>
                  <a:lnTo>
                    <a:pt x="1068016" y="740260"/>
                  </a:lnTo>
                  <a:lnTo>
                    <a:pt x="1069070" y="739452"/>
                  </a:lnTo>
                  <a:lnTo>
                    <a:pt x="1069773" y="738733"/>
                  </a:lnTo>
                  <a:lnTo>
                    <a:pt x="1071267" y="737475"/>
                  </a:lnTo>
                  <a:lnTo>
                    <a:pt x="1072322" y="737116"/>
                  </a:lnTo>
                  <a:lnTo>
                    <a:pt x="1073464" y="737026"/>
                  </a:lnTo>
                  <a:lnTo>
                    <a:pt x="1074606" y="737924"/>
                  </a:lnTo>
                  <a:lnTo>
                    <a:pt x="1076012" y="738643"/>
                  </a:lnTo>
                  <a:lnTo>
                    <a:pt x="1077945" y="738913"/>
                  </a:lnTo>
                  <a:lnTo>
                    <a:pt x="1079966" y="738913"/>
                  </a:lnTo>
                  <a:lnTo>
                    <a:pt x="1082250" y="738374"/>
                  </a:lnTo>
                  <a:lnTo>
                    <a:pt x="1083920" y="738194"/>
                  </a:lnTo>
                  <a:lnTo>
                    <a:pt x="1085238" y="737745"/>
                  </a:lnTo>
                  <a:lnTo>
                    <a:pt x="1086644" y="735768"/>
                  </a:lnTo>
                  <a:lnTo>
                    <a:pt x="1087522" y="734151"/>
                  </a:lnTo>
                  <a:lnTo>
                    <a:pt x="1089280" y="732893"/>
                  </a:lnTo>
                  <a:lnTo>
                    <a:pt x="1090686" y="731815"/>
                  </a:lnTo>
                  <a:lnTo>
                    <a:pt x="1093673" y="729838"/>
                  </a:lnTo>
                  <a:lnTo>
                    <a:pt x="1096309" y="728490"/>
                  </a:lnTo>
                  <a:lnTo>
                    <a:pt x="1097979" y="727772"/>
                  </a:lnTo>
                  <a:lnTo>
                    <a:pt x="1099648" y="727143"/>
                  </a:lnTo>
                  <a:lnTo>
                    <a:pt x="1101493" y="726604"/>
                  </a:lnTo>
                  <a:lnTo>
                    <a:pt x="1103426" y="726783"/>
                  </a:lnTo>
                  <a:lnTo>
                    <a:pt x="1104481" y="726783"/>
                  </a:lnTo>
                  <a:lnTo>
                    <a:pt x="1106150" y="726604"/>
                  </a:lnTo>
                  <a:lnTo>
                    <a:pt x="1107029" y="726244"/>
                  </a:lnTo>
                  <a:lnTo>
                    <a:pt x="1107732" y="725885"/>
                  </a:lnTo>
                  <a:lnTo>
                    <a:pt x="1109138" y="724896"/>
                  </a:lnTo>
                  <a:lnTo>
                    <a:pt x="1110016" y="724896"/>
                  </a:lnTo>
                  <a:lnTo>
                    <a:pt x="1111774" y="724807"/>
                  </a:lnTo>
                  <a:lnTo>
                    <a:pt x="1112740" y="724627"/>
                  </a:lnTo>
                  <a:lnTo>
                    <a:pt x="1114673" y="723908"/>
                  </a:lnTo>
                  <a:lnTo>
                    <a:pt x="1115728" y="723549"/>
                  </a:lnTo>
                  <a:lnTo>
                    <a:pt x="1117397" y="722650"/>
                  </a:lnTo>
                  <a:lnTo>
                    <a:pt x="1119242" y="721572"/>
                  </a:lnTo>
                  <a:lnTo>
                    <a:pt x="1120121" y="720943"/>
                  </a:lnTo>
                  <a:lnTo>
                    <a:pt x="1120736" y="720134"/>
                  </a:lnTo>
                  <a:lnTo>
                    <a:pt x="1121878" y="719146"/>
                  </a:lnTo>
                  <a:lnTo>
                    <a:pt x="1122230" y="717888"/>
                  </a:lnTo>
                  <a:lnTo>
                    <a:pt x="1122581" y="716900"/>
                  </a:lnTo>
                  <a:lnTo>
                    <a:pt x="1123020" y="716271"/>
                  </a:lnTo>
                  <a:lnTo>
                    <a:pt x="1124426" y="715372"/>
                  </a:lnTo>
                  <a:lnTo>
                    <a:pt x="1126447" y="714833"/>
                  </a:lnTo>
                  <a:lnTo>
                    <a:pt x="1127677" y="715013"/>
                  </a:lnTo>
                  <a:lnTo>
                    <a:pt x="1128908" y="715193"/>
                  </a:lnTo>
                  <a:lnTo>
                    <a:pt x="1130665" y="714923"/>
                  </a:lnTo>
                  <a:lnTo>
                    <a:pt x="1131895" y="714564"/>
                  </a:lnTo>
                  <a:lnTo>
                    <a:pt x="1133740" y="713845"/>
                  </a:lnTo>
                  <a:lnTo>
                    <a:pt x="1135585" y="712947"/>
                  </a:lnTo>
                  <a:lnTo>
                    <a:pt x="1136376" y="713036"/>
                  </a:lnTo>
                  <a:lnTo>
                    <a:pt x="1137606" y="713036"/>
                  </a:lnTo>
                  <a:lnTo>
                    <a:pt x="1139539" y="713126"/>
                  </a:lnTo>
                  <a:lnTo>
                    <a:pt x="1140682" y="712947"/>
                  </a:lnTo>
                  <a:lnTo>
                    <a:pt x="1142263" y="712857"/>
                  </a:lnTo>
                  <a:lnTo>
                    <a:pt x="1143405" y="712228"/>
                  </a:lnTo>
                  <a:lnTo>
                    <a:pt x="1143933" y="712048"/>
                  </a:lnTo>
                  <a:lnTo>
                    <a:pt x="1144636" y="712048"/>
                  </a:lnTo>
                  <a:lnTo>
                    <a:pt x="1145163" y="712048"/>
                  </a:lnTo>
                  <a:lnTo>
                    <a:pt x="1146129" y="712048"/>
                  </a:lnTo>
                  <a:lnTo>
                    <a:pt x="1147975" y="711958"/>
                  </a:lnTo>
                  <a:lnTo>
                    <a:pt x="1149029" y="711329"/>
                  </a:lnTo>
                  <a:lnTo>
                    <a:pt x="1150083" y="710970"/>
                  </a:lnTo>
                  <a:lnTo>
                    <a:pt x="1150874" y="709802"/>
                  </a:lnTo>
                  <a:lnTo>
                    <a:pt x="1152104" y="708454"/>
                  </a:lnTo>
                  <a:lnTo>
                    <a:pt x="1153686" y="707556"/>
                  </a:lnTo>
                  <a:lnTo>
                    <a:pt x="1155970" y="706567"/>
                  </a:lnTo>
                  <a:lnTo>
                    <a:pt x="1159221" y="705938"/>
                  </a:lnTo>
                  <a:lnTo>
                    <a:pt x="1161330" y="705759"/>
                  </a:lnTo>
                  <a:lnTo>
                    <a:pt x="1164142" y="705759"/>
                  </a:lnTo>
                  <a:lnTo>
                    <a:pt x="1169062" y="706028"/>
                  </a:lnTo>
                  <a:lnTo>
                    <a:pt x="1172577" y="705579"/>
                  </a:lnTo>
                  <a:lnTo>
                    <a:pt x="1174247" y="705669"/>
                  </a:lnTo>
                  <a:lnTo>
                    <a:pt x="1175916" y="705579"/>
                  </a:lnTo>
                  <a:lnTo>
                    <a:pt x="1176883" y="705220"/>
                  </a:lnTo>
                  <a:lnTo>
                    <a:pt x="1177586" y="704680"/>
                  </a:lnTo>
                  <a:lnTo>
                    <a:pt x="1178640" y="703602"/>
                  </a:lnTo>
                  <a:lnTo>
                    <a:pt x="1180485" y="702434"/>
                  </a:lnTo>
                  <a:lnTo>
                    <a:pt x="1182418" y="701805"/>
                  </a:lnTo>
                  <a:lnTo>
                    <a:pt x="1185142" y="701716"/>
                  </a:lnTo>
                  <a:lnTo>
                    <a:pt x="1188481" y="701356"/>
                  </a:lnTo>
                  <a:lnTo>
                    <a:pt x="1190326" y="700547"/>
                  </a:lnTo>
                  <a:lnTo>
                    <a:pt x="1191908" y="699739"/>
                  </a:lnTo>
                  <a:lnTo>
                    <a:pt x="1193753" y="698301"/>
                  </a:lnTo>
                  <a:lnTo>
                    <a:pt x="1194280" y="697133"/>
                  </a:lnTo>
                  <a:lnTo>
                    <a:pt x="1196037" y="695965"/>
                  </a:lnTo>
                  <a:lnTo>
                    <a:pt x="1199728" y="693809"/>
                  </a:lnTo>
                  <a:lnTo>
                    <a:pt x="1201222" y="692821"/>
                  </a:lnTo>
                  <a:lnTo>
                    <a:pt x="1203770" y="691383"/>
                  </a:lnTo>
                  <a:lnTo>
                    <a:pt x="1206142" y="690215"/>
                  </a:lnTo>
                  <a:lnTo>
                    <a:pt x="1207548" y="689496"/>
                  </a:lnTo>
                  <a:lnTo>
                    <a:pt x="1210184" y="689586"/>
                  </a:lnTo>
                  <a:lnTo>
                    <a:pt x="1213611" y="689766"/>
                  </a:lnTo>
                  <a:lnTo>
                    <a:pt x="1215807" y="689945"/>
                  </a:lnTo>
                  <a:lnTo>
                    <a:pt x="1218004" y="689766"/>
                  </a:lnTo>
                  <a:lnTo>
                    <a:pt x="1219761" y="689137"/>
                  </a:lnTo>
                  <a:lnTo>
                    <a:pt x="1221079" y="688777"/>
                  </a:lnTo>
                  <a:lnTo>
                    <a:pt x="1222749" y="688777"/>
                  </a:lnTo>
                  <a:lnTo>
                    <a:pt x="1223891" y="688238"/>
                  </a:lnTo>
                  <a:lnTo>
                    <a:pt x="1224946" y="687789"/>
                  </a:lnTo>
                  <a:lnTo>
                    <a:pt x="1226351" y="687340"/>
                  </a:lnTo>
                  <a:lnTo>
                    <a:pt x="1227142" y="686621"/>
                  </a:lnTo>
                  <a:lnTo>
                    <a:pt x="1228021" y="686082"/>
                  </a:lnTo>
                  <a:lnTo>
                    <a:pt x="1229163" y="685633"/>
                  </a:lnTo>
                  <a:lnTo>
                    <a:pt x="1230305" y="685453"/>
                  </a:lnTo>
                  <a:lnTo>
                    <a:pt x="1231887" y="684914"/>
                  </a:lnTo>
                  <a:lnTo>
                    <a:pt x="1232766" y="683656"/>
                  </a:lnTo>
                  <a:lnTo>
                    <a:pt x="1233556" y="682757"/>
                  </a:lnTo>
                  <a:lnTo>
                    <a:pt x="1234435" y="682308"/>
                  </a:lnTo>
                  <a:lnTo>
                    <a:pt x="1235577" y="681769"/>
                  </a:lnTo>
                  <a:lnTo>
                    <a:pt x="1239092" y="680871"/>
                  </a:lnTo>
                  <a:lnTo>
                    <a:pt x="1240849" y="679972"/>
                  </a:lnTo>
                  <a:lnTo>
                    <a:pt x="1242870" y="679253"/>
                  </a:lnTo>
                  <a:lnTo>
                    <a:pt x="1244100" y="678804"/>
                  </a:lnTo>
                  <a:lnTo>
                    <a:pt x="1245418" y="678355"/>
                  </a:lnTo>
                  <a:lnTo>
                    <a:pt x="1246736" y="678355"/>
                  </a:lnTo>
                  <a:lnTo>
                    <a:pt x="1248318" y="678355"/>
                  </a:lnTo>
                  <a:lnTo>
                    <a:pt x="1250163" y="678445"/>
                  </a:lnTo>
                  <a:lnTo>
                    <a:pt x="1251393" y="678355"/>
                  </a:lnTo>
                  <a:lnTo>
                    <a:pt x="1252360" y="678265"/>
                  </a:lnTo>
                  <a:lnTo>
                    <a:pt x="1253502" y="677816"/>
                  </a:lnTo>
                  <a:lnTo>
                    <a:pt x="1254557" y="677456"/>
                  </a:lnTo>
                  <a:lnTo>
                    <a:pt x="1256402" y="677277"/>
                  </a:lnTo>
                  <a:lnTo>
                    <a:pt x="1257983" y="677546"/>
                  </a:lnTo>
                  <a:lnTo>
                    <a:pt x="1259916" y="677816"/>
                  </a:lnTo>
                  <a:lnTo>
                    <a:pt x="1262289" y="677996"/>
                  </a:lnTo>
                  <a:lnTo>
                    <a:pt x="1263343" y="678265"/>
                  </a:lnTo>
                  <a:lnTo>
                    <a:pt x="1265188" y="678535"/>
                  </a:lnTo>
                  <a:lnTo>
                    <a:pt x="1266770" y="679253"/>
                  </a:lnTo>
                  <a:lnTo>
                    <a:pt x="1268088" y="680062"/>
                  </a:lnTo>
                  <a:lnTo>
                    <a:pt x="1269494" y="681230"/>
                  </a:lnTo>
                  <a:lnTo>
                    <a:pt x="1270373" y="681949"/>
                  </a:lnTo>
                  <a:lnTo>
                    <a:pt x="1271163" y="683027"/>
                  </a:lnTo>
                  <a:lnTo>
                    <a:pt x="1271691" y="683746"/>
                  </a:lnTo>
                  <a:lnTo>
                    <a:pt x="1272921" y="684554"/>
                  </a:lnTo>
                  <a:lnTo>
                    <a:pt x="1273624" y="685004"/>
                  </a:lnTo>
                  <a:lnTo>
                    <a:pt x="1274414" y="685902"/>
                  </a:lnTo>
                  <a:lnTo>
                    <a:pt x="1276260" y="686531"/>
                  </a:lnTo>
                  <a:lnTo>
                    <a:pt x="1277665" y="686172"/>
                  </a:lnTo>
                  <a:lnTo>
                    <a:pt x="1278983" y="685453"/>
                  </a:lnTo>
                  <a:lnTo>
                    <a:pt x="1280038" y="684914"/>
                  </a:lnTo>
                  <a:lnTo>
                    <a:pt x="1281268" y="684465"/>
                  </a:lnTo>
                  <a:lnTo>
                    <a:pt x="1282850" y="684554"/>
                  </a:lnTo>
                  <a:lnTo>
                    <a:pt x="1283728" y="685094"/>
                  </a:lnTo>
                  <a:lnTo>
                    <a:pt x="1284695" y="685812"/>
                  </a:lnTo>
                  <a:lnTo>
                    <a:pt x="1285749" y="686621"/>
                  </a:lnTo>
                  <a:lnTo>
                    <a:pt x="1286364" y="687160"/>
                  </a:lnTo>
                  <a:lnTo>
                    <a:pt x="1288385" y="688418"/>
                  </a:lnTo>
                  <a:lnTo>
                    <a:pt x="1289527" y="688867"/>
                  </a:lnTo>
                  <a:lnTo>
                    <a:pt x="1290318" y="688957"/>
                  </a:lnTo>
                  <a:lnTo>
                    <a:pt x="1291460" y="687879"/>
                  </a:lnTo>
                  <a:lnTo>
                    <a:pt x="1292076" y="686891"/>
                  </a:lnTo>
                  <a:lnTo>
                    <a:pt x="1293042" y="685543"/>
                  </a:lnTo>
                  <a:lnTo>
                    <a:pt x="1293921" y="684375"/>
                  </a:lnTo>
                  <a:lnTo>
                    <a:pt x="1295063" y="682937"/>
                  </a:lnTo>
                  <a:lnTo>
                    <a:pt x="1296205" y="682039"/>
                  </a:lnTo>
                  <a:lnTo>
                    <a:pt x="1297787" y="681500"/>
                  </a:lnTo>
                  <a:lnTo>
                    <a:pt x="1298314" y="681410"/>
                  </a:lnTo>
                  <a:lnTo>
                    <a:pt x="1299544" y="681320"/>
                  </a:lnTo>
                  <a:lnTo>
                    <a:pt x="1300335" y="681589"/>
                  </a:lnTo>
                  <a:lnTo>
                    <a:pt x="1300862" y="681769"/>
                  </a:lnTo>
                  <a:lnTo>
                    <a:pt x="1302971" y="682757"/>
                  </a:lnTo>
                  <a:lnTo>
                    <a:pt x="1304640" y="683566"/>
                  </a:lnTo>
                  <a:lnTo>
                    <a:pt x="1306486" y="685004"/>
                  </a:lnTo>
                  <a:lnTo>
                    <a:pt x="1308155" y="686082"/>
                  </a:lnTo>
                  <a:lnTo>
                    <a:pt x="1309825" y="686891"/>
                  </a:lnTo>
                  <a:lnTo>
                    <a:pt x="1311406" y="687070"/>
                  </a:lnTo>
                  <a:lnTo>
                    <a:pt x="1313163" y="687250"/>
                  </a:lnTo>
                  <a:lnTo>
                    <a:pt x="1315009" y="687250"/>
                  </a:lnTo>
                  <a:lnTo>
                    <a:pt x="1316063" y="687250"/>
                  </a:lnTo>
                  <a:lnTo>
                    <a:pt x="1317381" y="687879"/>
                  </a:lnTo>
                  <a:lnTo>
                    <a:pt x="1318260" y="688418"/>
                  </a:lnTo>
                  <a:lnTo>
                    <a:pt x="1319490" y="688957"/>
                  </a:lnTo>
                  <a:lnTo>
                    <a:pt x="1321159" y="689676"/>
                  </a:lnTo>
                  <a:lnTo>
                    <a:pt x="1323707" y="690215"/>
                  </a:lnTo>
                  <a:lnTo>
                    <a:pt x="1325553" y="690664"/>
                  </a:lnTo>
                  <a:lnTo>
                    <a:pt x="1327574" y="690934"/>
                  </a:lnTo>
                  <a:lnTo>
                    <a:pt x="1329243" y="691563"/>
                  </a:lnTo>
                  <a:lnTo>
                    <a:pt x="1332230" y="691563"/>
                  </a:lnTo>
                  <a:lnTo>
                    <a:pt x="1334779" y="690215"/>
                  </a:lnTo>
                  <a:lnTo>
                    <a:pt x="1335921" y="689406"/>
                  </a:lnTo>
                  <a:lnTo>
                    <a:pt x="1337063" y="688957"/>
                  </a:lnTo>
                  <a:lnTo>
                    <a:pt x="1338469" y="688867"/>
                  </a:lnTo>
                  <a:lnTo>
                    <a:pt x="1340226" y="689047"/>
                  </a:lnTo>
                  <a:lnTo>
                    <a:pt x="1341369" y="689047"/>
                  </a:lnTo>
                  <a:lnTo>
                    <a:pt x="1343214" y="689047"/>
                  </a:lnTo>
                  <a:lnTo>
                    <a:pt x="1345938" y="688867"/>
                  </a:lnTo>
                  <a:lnTo>
                    <a:pt x="1347695" y="688598"/>
                  </a:lnTo>
                  <a:lnTo>
                    <a:pt x="1349277" y="688148"/>
                  </a:lnTo>
                  <a:lnTo>
                    <a:pt x="1350243" y="687430"/>
                  </a:lnTo>
                  <a:lnTo>
                    <a:pt x="1351561" y="686711"/>
                  </a:lnTo>
                  <a:lnTo>
                    <a:pt x="1353231" y="686441"/>
                  </a:lnTo>
                  <a:lnTo>
                    <a:pt x="1353406" y="686441"/>
                  </a:lnTo>
                  <a:lnTo>
                    <a:pt x="1354373" y="687160"/>
                  </a:lnTo>
                  <a:lnTo>
                    <a:pt x="1355251" y="688328"/>
                  </a:lnTo>
                  <a:lnTo>
                    <a:pt x="1355779" y="689316"/>
                  </a:lnTo>
                  <a:lnTo>
                    <a:pt x="1357185" y="690215"/>
                  </a:lnTo>
                  <a:lnTo>
                    <a:pt x="1357800" y="690305"/>
                  </a:lnTo>
                  <a:lnTo>
                    <a:pt x="1359118" y="689945"/>
                  </a:lnTo>
                  <a:lnTo>
                    <a:pt x="1360172" y="689945"/>
                  </a:lnTo>
                  <a:lnTo>
                    <a:pt x="1361226" y="690574"/>
                  </a:lnTo>
                  <a:lnTo>
                    <a:pt x="1362544" y="690934"/>
                  </a:lnTo>
                  <a:lnTo>
                    <a:pt x="1363687" y="691203"/>
                  </a:lnTo>
                  <a:lnTo>
                    <a:pt x="1365602" y="690920"/>
                  </a:lnTo>
                  <a:lnTo>
                    <a:pt x="1365602" y="1125708"/>
                  </a:lnTo>
                  <a:lnTo>
                    <a:pt x="1354988" y="1128765"/>
                  </a:lnTo>
                  <a:lnTo>
                    <a:pt x="1352967" y="1128226"/>
                  </a:lnTo>
                  <a:lnTo>
                    <a:pt x="1344005" y="1125980"/>
                  </a:lnTo>
                  <a:lnTo>
                    <a:pt x="1329594" y="1122835"/>
                  </a:lnTo>
                  <a:lnTo>
                    <a:pt x="1325728" y="1121936"/>
                  </a:lnTo>
                  <a:lnTo>
                    <a:pt x="1294448" y="1125890"/>
                  </a:lnTo>
                  <a:lnTo>
                    <a:pt x="1294096" y="1125980"/>
                  </a:lnTo>
                  <a:lnTo>
                    <a:pt x="1270636" y="1132359"/>
                  </a:lnTo>
                  <a:lnTo>
                    <a:pt x="1258950" y="1139098"/>
                  </a:lnTo>
                  <a:lnTo>
                    <a:pt x="1251481" y="1154731"/>
                  </a:lnTo>
                  <a:lnTo>
                    <a:pt x="1243661" y="1166322"/>
                  </a:lnTo>
                  <a:lnTo>
                    <a:pt x="1230833" y="1173869"/>
                  </a:lnTo>
                  <a:lnTo>
                    <a:pt x="1222310" y="1177732"/>
                  </a:lnTo>
                  <a:lnTo>
                    <a:pt x="1217565" y="1179889"/>
                  </a:lnTo>
                  <a:lnTo>
                    <a:pt x="1199552" y="1188245"/>
                  </a:lnTo>
                  <a:lnTo>
                    <a:pt x="1182770" y="1209000"/>
                  </a:lnTo>
                  <a:lnTo>
                    <a:pt x="1165987" y="1224543"/>
                  </a:lnTo>
                  <a:lnTo>
                    <a:pt x="1152368" y="1238919"/>
                  </a:lnTo>
                  <a:lnTo>
                    <a:pt x="1131983" y="1252127"/>
                  </a:lnTo>
                  <a:lnTo>
                    <a:pt x="1105623" y="1269378"/>
                  </a:lnTo>
                  <a:lnTo>
                    <a:pt x="1097979" y="1278722"/>
                  </a:lnTo>
                  <a:lnTo>
                    <a:pt x="1084623" y="1289414"/>
                  </a:lnTo>
                  <a:lnTo>
                    <a:pt x="1084096" y="1289773"/>
                  </a:lnTo>
                  <a:lnTo>
                    <a:pt x="1068016" y="1291211"/>
                  </a:lnTo>
                  <a:lnTo>
                    <a:pt x="1054309" y="1285640"/>
                  </a:lnTo>
                  <a:lnTo>
                    <a:pt x="1050619" y="1281597"/>
                  </a:lnTo>
                  <a:lnTo>
                    <a:pt x="1047104" y="1277734"/>
                  </a:lnTo>
                  <a:lnTo>
                    <a:pt x="1042974" y="1273241"/>
                  </a:lnTo>
                  <a:lnTo>
                    <a:pt x="1032079" y="1260483"/>
                  </a:lnTo>
                  <a:lnTo>
                    <a:pt x="1018020" y="1253744"/>
                  </a:lnTo>
                  <a:lnTo>
                    <a:pt x="992627" y="1251767"/>
                  </a:lnTo>
                  <a:lnTo>
                    <a:pt x="960995" y="1246916"/>
                  </a:lnTo>
                  <a:lnTo>
                    <a:pt x="945003" y="1247545"/>
                  </a:lnTo>
                  <a:lnTo>
                    <a:pt x="943949" y="1248443"/>
                  </a:lnTo>
                  <a:lnTo>
                    <a:pt x="943773" y="1248533"/>
                  </a:lnTo>
                  <a:lnTo>
                    <a:pt x="943334" y="1248353"/>
                  </a:lnTo>
                  <a:lnTo>
                    <a:pt x="941840" y="1248173"/>
                  </a:lnTo>
                  <a:lnTo>
                    <a:pt x="940610" y="1247994"/>
                  </a:lnTo>
                  <a:lnTo>
                    <a:pt x="939643" y="1248084"/>
                  </a:lnTo>
                  <a:lnTo>
                    <a:pt x="938589" y="1248263"/>
                  </a:lnTo>
                  <a:lnTo>
                    <a:pt x="937622" y="1248353"/>
                  </a:lnTo>
                  <a:lnTo>
                    <a:pt x="936919" y="1248084"/>
                  </a:lnTo>
                  <a:lnTo>
                    <a:pt x="935865" y="1247545"/>
                  </a:lnTo>
                  <a:lnTo>
                    <a:pt x="935250" y="1246826"/>
                  </a:lnTo>
                  <a:lnTo>
                    <a:pt x="934459" y="1246377"/>
                  </a:lnTo>
                  <a:lnTo>
                    <a:pt x="933141" y="1246017"/>
                  </a:lnTo>
                  <a:lnTo>
                    <a:pt x="931647" y="1246017"/>
                  </a:lnTo>
                  <a:lnTo>
                    <a:pt x="929802" y="1246107"/>
                  </a:lnTo>
                  <a:lnTo>
                    <a:pt x="928660" y="1245927"/>
                  </a:lnTo>
                  <a:lnTo>
                    <a:pt x="927430" y="1245748"/>
                  </a:lnTo>
                  <a:lnTo>
                    <a:pt x="925760" y="1245658"/>
                  </a:lnTo>
                  <a:lnTo>
                    <a:pt x="923300" y="1245658"/>
                  </a:lnTo>
                  <a:lnTo>
                    <a:pt x="920225" y="1245658"/>
                  </a:lnTo>
                  <a:lnTo>
                    <a:pt x="918907" y="1245748"/>
                  </a:lnTo>
                  <a:lnTo>
                    <a:pt x="917940" y="1245568"/>
                  </a:lnTo>
                  <a:lnTo>
                    <a:pt x="916534" y="1245119"/>
                  </a:lnTo>
                  <a:lnTo>
                    <a:pt x="915744" y="1245029"/>
                  </a:lnTo>
                  <a:lnTo>
                    <a:pt x="914250" y="1244939"/>
                  </a:lnTo>
                  <a:lnTo>
                    <a:pt x="913195" y="1244939"/>
                  </a:lnTo>
                  <a:lnTo>
                    <a:pt x="912492" y="1245029"/>
                  </a:lnTo>
                  <a:lnTo>
                    <a:pt x="912053" y="1245029"/>
                  </a:lnTo>
                  <a:lnTo>
                    <a:pt x="911262" y="1245208"/>
                  </a:lnTo>
                  <a:lnTo>
                    <a:pt x="910208" y="1245927"/>
                  </a:lnTo>
                  <a:lnTo>
                    <a:pt x="909066" y="1246556"/>
                  </a:lnTo>
                  <a:lnTo>
                    <a:pt x="907923" y="1247275"/>
                  </a:lnTo>
                  <a:lnTo>
                    <a:pt x="905990" y="1248443"/>
                  </a:lnTo>
                  <a:lnTo>
                    <a:pt x="904760" y="1249431"/>
                  </a:lnTo>
                  <a:lnTo>
                    <a:pt x="903882" y="1250240"/>
                  </a:lnTo>
                  <a:lnTo>
                    <a:pt x="903354" y="1250869"/>
                  </a:lnTo>
                  <a:lnTo>
                    <a:pt x="902651" y="1251318"/>
                  </a:lnTo>
                  <a:lnTo>
                    <a:pt x="900806" y="1251767"/>
                  </a:lnTo>
                  <a:lnTo>
                    <a:pt x="898785" y="1252306"/>
                  </a:lnTo>
                  <a:lnTo>
                    <a:pt x="896413" y="1252486"/>
                  </a:lnTo>
                  <a:lnTo>
                    <a:pt x="892898" y="1252576"/>
                  </a:lnTo>
                  <a:lnTo>
                    <a:pt x="889559" y="1252486"/>
                  </a:lnTo>
                  <a:lnTo>
                    <a:pt x="885869" y="1252396"/>
                  </a:lnTo>
                  <a:lnTo>
                    <a:pt x="880509" y="1252037"/>
                  </a:lnTo>
                  <a:lnTo>
                    <a:pt x="875589" y="1251857"/>
                  </a:lnTo>
                  <a:lnTo>
                    <a:pt x="872953" y="1251678"/>
                  </a:lnTo>
                  <a:lnTo>
                    <a:pt x="870668" y="1251588"/>
                  </a:lnTo>
                  <a:lnTo>
                    <a:pt x="868032" y="1251408"/>
                  </a:lnTo>
                  <a:lnTo>
                    <a:pt x="866363" y="1251318"/>
                  </a:lnTo>
                  <a:lnTo>
                    <a:pt x="865308" y="1251408"/>
                  </a:lnTo>
                  <a:lnTo>
                    <a:pt x="864254" y="1251678"/>
                  </a:lnTo>
                  <a:lnTo>
                    <a:pt x="862672" y="1252306"/>
                  </a:lnTo>
                  <a:lnTo>
                    <a:pt x="861003" y="1253205"/>
                  </a:lnTo>
                  <a:lnTo>
                    <a:pt x="859509" y="1253654"/>
                  </a:lnTo>
                  <a:lnTo>
                    <a:pt x="857840" y="1254373"/>
                  </a:lnTo>
                  <a:lnTo>
                    <a:pt x="856434" y="1255092"/>
                  </a:lnTo>
                  <a:lnTo>
                    <a:pt x="855379" y="1255990"/>
                  </a:lnTo>
                  <a:lnTo>
                    <a:pt x="853622" y="1257877"/>
                  </a:lnTo>
                  <a:lnTo>
                    <a:pt x="851513" y="1259854"/>
                  </a:lnTo>
                  <a:lnTo>
                    <a:pt x="849229" y="1261651"/>
                  </a:lnTo>
                  <a:lnTo>
                    <a:pt x="846856" y="1263717"/>
                  </a:lnTo>
                  <a:lnTo>
                    <a:pt x="845626" y="1265065"/>
                  </a:lnTo>
                  <a:lnTo>
                    <a:pt x="844660" y="1266413"/>
                  </a:lnTo>
                  <a:lnTo>
                    <a:pt x="843781" y="1268210"/>
                  </a:lnTo>
                  <a:lnTo>
                    <a:pt x="840442" y="1274679"/>
                  </a:lnTo>
                  <a:lnTo>
                    <a:pt x="835346" y="1283664"/>
                  </a:lnTo>
                  <a:lnTo>
                    <a:pt x="833413" y="1286988"/>
                  </a:lnTo>
                  <a:lnTo>
                    <a:pt x="832885" y="1288156"/>
                  </a:lnTo>
                  <a:lnTo>
                    <a:pt x="832534" y="1289324"/>
                  </a:lnTo>
                  <a:lnTo>
                    <a:pt x="832270" y="1290582"/>
                  </a:lnTo>
                  <a:lnTo>
                    <a:pt x="831743" y="1294176"/>
                  </a:lnTo>
                  <a:lnTo>
                    <a:pt x="831128" y="1298489"/>
                  </a:lnTo>
                  <a:lnTo>
                    <a:pt x="830425" y="1301813"/>
                  </a:lnTo>
                  <a:lnTo>
                    <a:pt x="829634" y="1305137"/>
                  </a:lnTo>
                  <a:lnTo>
                    <a:pt x="828316" y="1308013"/>
                  </a:lnTo>
                  <a:lnTo>
                    <a:pt x="826647" y="1310798"/>
                  </a:lnTo>
                  <a:lnTo>
                    <a:pt x="823660" y="1314212"/>
                  </a:lnTo>
                  <a:lnTo>
                    <a:pt x="820321" y="1317806"/>
                  </a:lnTo>
                  <a:lnTo>
                    <a:pt x="813731" y="1323556"/>
                  </a:lnTo>
                  <a:lnTo>
                    <a:pt x="809864" y="1327150"/>
                  </a:lnTo>
                  <a:lnTo>
                    <a:pt x="807228" y="1329756"/>
                  </a:lnTo>
                  <a:lnTo>
                    <a:pt x="804065" y="1333170"/>
                  </a:lnTo>
                  <a:lnTo>
                    <a:pt x="800199" y="1338112"/>
                  </a:lnTo>
                  <a:lnTo>
                    <a:pt x="785086" y="1355273"/>
                  </a:lnTo>
                  <a:lnTo>
                    <a:pt x="781835" y="1358687"/>
                  </a:lnTo>
                  <a:lnTo>
                    <a:pt x="780693" y="1360304"/>
                  </a:lnTo>
                  <a:lnTo>
                    <a:pt x="779638" y="1362011"/>
                  </a:lnTo>
                  <a:lnTo>
                    <a:pt x="778408" y="1363629"/>
                  </a:lnTo>
                  <a:lnTo>
                    <a:pt x="776739" y="1365695"/>
                  </a:lnTo>
                  <a:lnTo>
                    <a:pt x="774982" y="1367312"/>
                  </a:lnTo>
                  <a:lnTo>
                    <a:pt x="771906" y="1370008"/>
                  </a:lnTo>
                  <a:lnTo>
                    <a:pt x="770061" y="1371445"/>
                  </a:lnTo>
                  <a:lnTo>
                    <a:pt x="769270" y="1372164"/>
                  </a:lnTo>
                  <a:lnTo>
                    <a:pt x="768304" y="1372973"/>
                  </a:lnTo>
                  <a:lnTo>
                    <a:pt x="767337" y="1373692"/>
                  </a:lnTo>
                  <a:lnTo>
                    <a:pt x="766458" y="1374321"/>
                  </a:lnTo>
                  <a:lnTo>
                    <a:pt x="765668" y="1374860"/>
                  </a:lnTo>
                  <a:lnTo>
                    <a:pt x="764789" y="1375579"/>
                  </a:lnTo>
                  <a:lnTo>
                    <a:pt x="763822" y="1376387"/>
                  </a:lnTo>
                  <a:lnTo>
                    <a:pt x="762944" y="1377106"/>
                  </a:lnTo>
                  <a:lnTo>
                    <a:pt x="761889" y="1378004"/>
                  </a:lnTo>
                  <a:lnTo>
                    <a:pt x="761011" y="1378813"/>
                  </a:lnTo>
                  <a:lnTo>
                    <a:pt x="760044" y="1379712"/>
                  </a:lnTo>
                  <a:lnTo>
                    <a:pt x="759078" y="1380610"/>
                  </a:lnTo>
                  <a:lnTo>
                    <a:pt x="758199" y="1381419"/>
                  </a:lnTo>
                  <a:lnTo>
                    <a:pt x="757232" y="1382227"/>
                  </a:lnTo>
                  <a:lnTo>
                    <a:pt x="756178" y="1382946"/>
                  </a:lnTo>
                  <a:lnTo>
                    <a:pt x="755212" y="1383665"/>
                  </a:lnTo>
                  <a:lnTo>
                    <a:pt x="754421" y="1384473"/>
                  </a:lnTo>
                  <a:lnTo>
                    <a:pt x="753542" y="1385282"/>
                  </a:lnTo>
                  <a:lnTo>
                    <a:pt x="752751" y="1386091"/>
                  </a:lnTo>
                  <a:lnTo>
                    <a:pt x="751873" y="1386810"/>
                  </a:lnTo>
                  <a:lnTo>
                    <a:pt x="751082" y="1387438"/>
                  </a:lnTo>
                  <a:lnTo>
                    <a:pt x="750203" y="1387888"/>
                  </a:lnTo>
                  <a:lnTo>
                    <a:pt x="749325" y="1388517"/>
                  </a:lnTo>
                  <a:lnTo>
                    <a:pt x="748446" y="1389056"/>
                  </a:lnTo>
                  <a:lnTo>
                    <a:pt x="747567" y="1389505"/>
                  </a:lnTo>
                  <a:lnTo>
                    <a:pt x="746601" y="1390044"/>
                  </a:lnTo>
                  <a:lnTo>
                    <a:pt x="745722" y="1390673"/>
                  </a:lnTo>
                  <a:lnTo>
                    <a:pt x="745019" y="1391482"/>
                  </a:lnTo>
                  <a:lnTo>
                    <a:pt x="744228" y="1392290"/>
                  </a:lnTo>
                  <a:lnTo>
                    <a:pt x="743437" y="1393009"/>
                  </a:lnTo>
                  <a:lnTo>
                    <a:pt x="742559" y="1393638"/>
                  </a:lnTo>
                  <a:lnTo>
                    <a:pt x="741768" y="1394267"/>
                  </a:lnTo>
                  <a:lnTo>
                    <a:pt x="740889" y="1394806"/>
                  </a:lnTo>
                  <a:lnTo>
                    <a:pt x="740011" y="1395165"/>
                  </a:lnTo>
                  <a:lnTo>
                    <a:pt x="739220" y="1395525"/>
                  </a:lnTo>
                  <a:lnTo>
                    <a:pt x="738341" y="1395974"/>
                  </a:lnTo>
                  <a:lnTo>
                    <a:pt x="737550" y="1396333"/>
                  </a:lnTo>
                  <a:lnTo>
                    <a:pt x="736760" y="1396693"/>
                  </a:lnTo>
                  <a:lnTo>
                    <a:pt x="735881" y="1396873"/>
                  </a:lnTo>
                  <a:lnTo>
                    <a:pt x="734914" y="1396873"/>
                  </a:lnTo>
                  <a:lnTo>
                    <a:pt x="733948" y="1396873"/>
                  </a:lnTo>
                  <a:lnTo>
                    <a:pt x="733069" y="1397232"/>
                  </a:lnTo>
                  <a:lnTo>
                    <a:pt x="732103" y="1397591"/>
                  </a:lnTo>
                  <a:lnTo>
                    <a:pt x="731400" y="1397681"/>
                  </a:lnTo>
                  <a:lnTo>
                    <a:pt x="730609" y="1397951"/>
                  </a:lnTo>
                  <a:lnTo>
                    <a:pt x="729730" y="1398220"/>
                  </a:lnTo>
                  <a:lnTo>
                    <a:pt x="728764" y="1398490"/>
                  </a:lnTo>
                  <a:lnTo>
                    <a:pt x="727797" y="1398939"/>
                  </a:lnTo>
                  <a:lnTo>
                    <a:pt x="726919" y="1399298"/>
                  </a:lnTo>
                  <a:lnTo>
                    <a:pt x="725952" y="1399748"/>
                  </a:lnTo>
                  <a:lnTo>
                    <a:pt x="724986" y="1400017"/>
                  </a:lnTo>
                  <a:lnTo>
                    <a:pt x="724107" y="1400377"/>
                  </a:lnTo>
                  <a:lnTo>
                    <a:pt x="723140" y="1400646"/>
                  </a:lnTo>
                  <a:lnTo>
                    <a:pt x="721998" y="1401006"/>
                  </a:lnTo>
                  <a:lnTo>
                    <a:pt x="720944" y="1401365"/>
                  </a:lnTo>
                  <a:lnTo>
                    <a:pt x="719889" y="1401814"/>
                  </a:lnTo>
                  <a:lnTo>
                    <a:pt x="718835" y="1402174"/>
                  </a:lnTo>
                  <a:lnTo>
                    <a:pt x="717693" y="1402533"/>
                  </a:lnTo>
                  <a:lnTo>
                    <a:pt x="716726" y="1403072"/>
                  </a:lnTo>
                  <a:lnTo>
                    <a:pt x="715672" y="1403342"/>
                  </a:lnTo>
                  <a:lnTo>
                    <a:pt x="714617" y="1403701"/>
                  </a:lnTo>
                  <a:lnTo>
                    <a:pt x="713475" y="1403881"/>
                  </a:lnTo>
                  <a:lnTo>
                    <a:pt x="712421" y="1404150"/>
                  </a:lnTo>
                  <a:lnTo>
                    <a:pt x="711542" y="1404420"/>
                  </a:lnTo>
                  <a:lnTo>
                    <a:pt x="710663" y="1404510"/>
                  </a:lnTo>
                  <a:lnTo>
                    <a:pt x="709785" y="1404689"/>
                  </a:lnTo>
                  <a:lnTo>
                    <a:pt x="708730" y="1404779"/>
                  </a:lnTo>
                  <a:lnTo>
                    <a:pt x="707676" y="1404869"/>
                  </a:lnTo>
                  <a:lnTo>
                    <a:pt x="706621" y="1404959"/>
                  </a:lnTo>
                  <a:lnTo>
                    <a:pt x="705567" y="1404959"/>
                  </a:lnTo>
                  <a:lnTo>
                    <a:pt x="704425" y="1405049"/>
                  </a:lnTo>
                  <a:lnTo>
                    <a:pt x="703282" y="1405049"/>
                  </a:lnTo>
                  <a:lnTo>
                    <a:pt x="702140" y="1405228"/>
                  </a:lnTo>
                  <a:lnTo>
                    <a:pt x="700910" y="1405408"/>
                  </a:lnTo>
                  <a:lnTo>
                    <a:pt x="699680" y="1405408"/>
                  </a:lnTo>
                  <a:lnTo>
                    <a:pt x="698538" y="1405498"/>
                  </a:lnTo>
                  <a:lnTo>
                    <a:pt x="697483" y="1405588"/>
                  </a:lnTo>
                  <a:lnTo>
                    <a:pt x="696341" y="1405678"/>
                  </a:lnTo>
                  <a:lnTo>
                    <a:pt x="695199" y="1405857"/>
                  </a:lnTo>
                  <a:lnTo>
                    <a:pt x="694144" y="1405947"/>
                  </a:lnTo>
                  <a:lnTo>
                    <a:pt x="693178" y="1405857"/>
                  </a:lnTo>
                  <a:lnTo>
                    <a:pt x="692211" y="1405947"/>
                  </a:lnTo>
                  <a:lnTo>
                    <a:pt x="691333" y="1406127"/>
                  </a:lnTo>
                  <a:lnTo>
                    <a:pt x="690366" y="1406217"/>
                  </a:lnTo>
                  <a:lnTo>
                    <a:pt x="689312" y="1406037"/>
                  </a:lnTo>
                  <a:lnTo>
                    <a:pt x="688345" y="1405857"/>
                  </a:lnTo>
                  <a:lnTo>
                    <a:pt x="687379" y="1405678"/>
                  </a:lnTo>
                  <a:lnTo>
                    <a:pt x="686324" y="1405498"/>
                  </a:lnTo>
                  <a:lnTo>
                    <a:pt x="685358" y="1405408"/>
                  </a:lnTo>
                  <a:lnTo>
                    <a:pt x="684391" y="1405318"/>
                  </a:lnTo>
                  <a:lnTo>
                    <a:pt x="683600" y="1405228"/>
                  </a:lnTo>
                  <a:lnTo>
                    <a:pt x="682546" y="1405049"/>
                  </a:lnTo>
                  <a:lnTo>
                    <a:pt x="681667" y="1405318"/>
                  </a:lnTo>
                  <a:lnTo>
                    <a:pt x="680613" y="1405408"/>
                  </a:lnTo>
                  <a:lnTo>
                    <a:pt x="679646" y="1405498"/>
                  </a:lnTo>
                  <a:lnTo>
                    <a:pt x="678153" y="1405408"/>
                  </a:lnTo>
                  <a:lnTo>
                    <a:pt x="677274" y="1405318"/>
                  </a:lnTo>
                  <a:lnTo>
                    <a:pt x="676483" y="1405318"/>
                  </a:lnTo>
                  <a:lnTo>
                    <a:pt x="675605" y="1405318"/>
                  </a:lnTo>
                  <a:lnTo>
                    <a:pt x="674726" y="1405228"/>
                  </a:lnTo>
                  <a:lnTo>
                    <a:pt x="673759" y="1405139"/>
                  </a:lnTo>
                  <a:lnTo>
                    <a:pt x="672793" y="1405139"/>
                  </a:lnTo>
                  <a:lnTo>
                    <a:pt x="671914" y="1405049"/>
                  </a:lnTo>
                  <a:lnTo>
                    <a:pt x="670860" y="1404959"/>
                  </a:lnTo>
                  <a:lnTo>
                    <a:pt x="669981" y="1404869"/>
                  </a:lnTo>
                  <a:lnTo>
                    <a:pt x="669102" y="1404779"/>
                  </a:lnTo>
                  <a:lnTo>
                    <a:pt x="668224" y="1404689"/>
                  </a:lnTo>
                  <a:lnTo>
                    <a:pt x="667433" y="1404420"/>
                  </a:lnTo>
                  <a:lnTo>
                    <a:pt x="666554" y="1404420"/>
                  </a:lnTo>
                  <a:lnTo>
                    <a:pt x="665676" y="1404420"/>
                  </a:lnTo>
                  <a:lnTo>
                    <a:pt x="664797" y="1404240"/>
                  </a:lnTo>
                  <a:lnTo>
                    <a:pt x="663830" y="1404240"/>
                  </a:lnTo>
                  <a:lnTo>
                    <a:pt x="662864" y="1404240"/>
                  </a:lnTo>
                  <a:lnTo>
                    <a:pt x="661897" y="1404240"/>
                  </a:lnTo>
                  <a:lnTo>
                    <a:pt x="660931" y="1404330"/>
                  </a:lnTo>
                  <a:lnTo>
                    <a:pt x="660052" y="1404330"/>
                  </a:lnTo>
                  <a:lnTo>
                    <a:pt x="659086" y="1404330"/>
                  </a:lnTo>
                  <a:lnTo>
                    <a:pt x="658119" y="1404420"/>
                  </a:lnTo>
                  <a:lnTo>
                    <a:pt x="657065" y="1404600"/>
                  </a:lnTo>
                  <a:lnTo>
                    <a:pt x="655922" y="1404869"/>
                  </a:lnTo>
                  <a:lnTo>
                    <a:pt x="654780" y="1405318"/>
                  </a:lnTo>
                  <a:lnTo>
                    <a:pt x="653989" y="1405588"/>
                  </a:lnTo>
                  <a:lnTo>
                    <a:pt x="653111" y="1406217"/>
                  </a:lnTo>
                  <a:lnTo>
                    <a:pt x="652232" y="1406846"/>
                  </a:lnTo>
                  <a:lnTo>
                    <a:pt x="651353" y="1407565"/>
                  </a:lnTo>
                  <a:lnTo>
                    <a:pt x="650475" y="1408104"/>
                  </a:lnTo>
                  <a:lnTo>
                    <a:pt x="649596" y="1408643"/>
                  </a:lnTo>
                  <a:lnTo>
                    <a:pt x="648893" y="1409092"/>
                  </a:lnTo>
                  <a:lnTo>
                    <a:pt x="648102" y="1409541"/>
                  </a:lnTo>
                  <a:lnTo>
                    <a:pt x="647399" y="1410080"/>
                  </a:lnTo>
                  <a:lnTo>
                    <a:pt x="646257" y="1410619"/>
                  </a:lnTo>
                  <a:lnTo>
                    <a:pt x="645291" y="1411069"/>
                  </a:lnTo>
                  <a:lnTo>
                    <a:pt x="644500" y="1411518"/>
                  </a:lnTo>
                  <a:lnTo>
                    <a:pt x="643621" y="1411967"/>
                  </a:lnTo>
                  <a:lnTo>
                    <a:pt x="642655" y="1412326"/>
                  </a:lnTo>
                  <a:lnTo>
                    <a:pt x="641425" y="1412596"/>
                  </a:lnTo>
                  <a:lnTo>
                    <a:pt x="640546" y="1412866"/>
                  </a:lnTo>
                  <a:lnTo>
                    <a:pt x="639667" y="1412955"/>
                  </a:lnTo>
                  <a:lnTo>
                    <a:pt x="638613" y="1413135"/>
                  </a:lnTo>
                  <a:lnTo>
                    <a:pt x="637646" y="1413405"/>
                  </a:lnTo>
                  <a:lnTo>
                    <a:pt x="636680" y="1413674"/>
                  </a:lnTo>
                  <a:lnTo>
                    <a:pt x="635713" y="1413854"/>
                  </a:lnTo>
                  <a:lnTo>
                    <a:pt x="634747" y="1414034"/>
                  </a:lnTo>
                  <a:lnTo>
                    <a:pt x="633780" y="1414213"/>
                  </a:lnTo>
                  <a:lnTo>
                    <a:pt x="632901" y="1414303"/>
                  </a:lnTo>
                  <a:lnTo>
                    <a:pt x="632111" y="1414393"/>
                  </a:lnTo>
                  <a:lnTo>
                    <a:pt x="631232" y="1414663"/>
                  </a:lnTo>
                  <a:lnTo>
                    <a:pt x="630441" y="1415022"/>
                  </a:lnTo>
                  <a:lnTo>
                    <a:pt x="629563" y="1415381"/>
                  </a:lnTo>
                  <a:lnTo>
                    <a:pt x="628772" y="1415741"/>
                  </a:lnTo>
                  <a:lnTo>
                    <a:pt x="627981" y="1416100"/>
                  </a:lnTo>
                  <a:lnTo>
                    <a:pt x="626927" y="1416549"/>
                  </a:lnTo>
                  <a:lnTo>
                    <a:pt x="625696" y="1417088"/>
                  </a:lnTo>
                  <a:lnTo>
                    <a:pt x="624818" y="1417807"/>
                  </a:lnTo>
                  <a:lnTo>
                    <a:pt x="624027" y="1418256"/>
                  </a:lnTo>
                  <a:lnTo>
                    <a:pt x="623236" y="1418706"/>
                  </a:lnTo>
                  <a:lnTo>
                    <a:pt x="622533" y="1419425"/>
                  </a:lnTo>
                  <a:lnTo>
                    <a:pt x="621655" y="1420053"/>
                  </a:lnTo>
                  <a:lnTo>
                    <a:pt x="620776" y="1420593"/>
                  </a:lnTo>
                  <a:lnTo>
                    <a:pt x="619985" y="1421042"/>
                  </a:lnTo>
                  <a:lnTo>
                    <a:pt x="619194" y="1421491"/>
                  </a:lnTo>
                  <a:lnTo>
                    <a:pt x="618404" y="1421940"/>
                  </a:lnTo>
                  <a:lnTo>
                    <a:pt x="617613" y="1422479"/>
                  </a:lnTo>
                  <a:lnTo>
                    <a:pt x="616822" y="1423108"/>
                  </a:lnTo>
                  <a:lnTo>
                    <a:pt x="616031" y="1423647"/>
                  </a:lnTo>
                  <a:lnTo>
                    <a:pt x="615152" y="1424097"/>
                  </a:lnTo>
                  <a:lnTo>
                    <a:pt x="614274" y="1424636"/>
                  </a:lnTo>
                  <a:lnTo>
                    <a:pt x="613307" y="1425085"/>
                  </a:lnTo>
                  <a:lnTo>
                    <a:pt x="612516" y="1425534"/>
                  </a:lnTo>
                  <a:lnTo>
                    <a:pt x="611726" y="1426073"/>
                  </a:lnTo>
                  <a:lnTo>
                    <a:pt x="610935" y="1426612"/>
                  </a:lnTo>
                  <a:lnTo>
                    <a:pt x="610144" y="1427062"/>
                  </a:lnTo>
                  <a:lnTo>
                    <a:pt x="609441" y="1427601"/>
                  </a:lnTo>
                  <a:lnTo>
                    <a:pt x="608650" y="1428230"/>
                  </a:lnTo>
                  <a:lnTo>
                    <a:pt x="607860" y="1428948"/>
                  </a:lnTo>
                  <a:lnTo>
                    <a:pt x="607244" y="1429667"/>
                  </a:lnTo>
                  <a:lnTo>
                    <a:pt x="606805" y="1430566"/>
                  </a:lnTo>
                  <a:lnTo>
                    <a:pt x="606454" y="1431374"/>
                  </a:lnTo>
                  <a:lnTo>
                    <a:pt x="606014" y="1432183"/>
                  </a:lnTo>
                  <a:lnTo>
                    <a:pt x="605663" y="1433171"/>
                  </a:lnTo>
                  <a:lnTo>
                    <a:pt x="604960" y="1433890"/>
                  </a:lnTo>
                  <a:lnTo>
                    <a:pt x="604257" y="1434699"/>
                  </a:lnTo>
                  <a:lnTo>
                    <a:pt x="602675" y="1436046"/>
                  </a:lnTo>
                  <a:lnTo>
                    <a:pt x="600127" y="1439101"/>
                  </a:lnTo>
                  <a:lnTo>
                    <a:pt x="596788" y="1439461"/>
                  </a:lnTo>
                  <a:lnTo>
                    <a:pt x="593801" y="1441797"/>
                  </a:lnTo>
                  <a:lnTo>
                    <a:pt x="591956" y="1444762"/>
                  </a:lnTo>
                  <a:lnTo>
                    <a:pt x="589320" y="1448715"/>
                  </a:lnTo>
                  <a:lnTo>
                    <a:pt x="588705" y="1449793"/>
                  </a:lnTo>
                  <a:lnTo>
                    <a:pt x="589144" y="1449973"/>
                  </a:lnTo>
                  <a:lnTo>
                    <a:pt x="589935" y="1449883"/>
                  </a:lnTo>
                  <a:lnTo>
                    <a:pt x="591077" y="1450243"/>
                  </a:lnTo>
                  <a:lnTo>
                    <a:pt x="591253" y="1450422"/>
                  </a:lnTo>
                  <a:lnTo>
                    <a:pt x="591956" y="1451860"/>
                  </a:lnTo>
                  <a:lnTo>
                    <a:pt x="592747" y="1453477"/>
                  </a:lnTo>
                  <a:lnTo>
                    <a:pt x="594592" y="1457700"/>
                  </a:lnTo>
                  <a:lnTo>
                    <a:pt x="595558" y="1459497"/>
                  </a:lnTo>
                  <a:lnTo>
                    <a:pt x="600391" y="1469290"/>
                  </a:lnTo>
                  <a:lnTo>
                    <a:pt x="601885" y="1473423"/>
                  </a:lnTo>
                  <a:lnTo>
                    <a:pt x="597579" y="1476478"/>
                  </a:lnTo>
                  <a:lnTo>
                    <a:pt x="596525" y="1477197"/>
                  </a:lnTo>
                  <a:lnTo>
                    <a:pt x="594504" y="1478455"/>
                  </a:lnTo>
                  <a:lnTo>
                    <a:pt x="594855" y="1480432"/>
                  </a:lnTo>
                  <a:lnTo>
                    <a:pt x="597491" y="1485822"/>
                  </a:lnTo>
                  <a:lnTo>
                    <a:pt x="603730" y="1495796"/>
                  </a:lnTo>
                  <a:lnTo>
                    <a:pt x="603730" y="1503612"/>
                  </a:lnTo>
                  <a:lnTo>
                    <a:pt x="604257" y="1508105"/>
                  </a:lnTo>
                  <a:lnTo>
                    <a:pt x="604521" y="1510351"/>
                  </a:lnTo>
                  <a:lnTo>
                    <a:pt x="606014" y="1512058"/>
                  </a:lnTo>
                  <a:lnTo>
                    <a:pt x="608475" y="1513406"/>
                  </a:lnTo>
                  <a:lnTo>
                    <a:pt x="610056" y="1514664"/>
                  </a:lnTo>
                  <a:lnTo>
                    <a:pt x="610408" y="1517719"/>
                  </a:lnTo>
                  <a:lnTo>
                    <a:pt x="610232" y="1519426"/>
                  </a:lnTo>
                  <a:lnTo>
                    <a:pt x="609880" y="1522481"/>
                  </a:lnTo>
                  <a:lnTo>
                    <a:pt x="608826" y="1528231"/>
                  </a:lnTo>
                  <a:lnTo>
                    <a:pt x="605311" y="1532184"/>
                  </a:lnTo>
                  <a:lnTo>
                    <a:pt x="599249" y="1536767"/>
                  </a:lnTo>
                  <a:lnTo>
                    <a:pt x="599161" y="1540810"/>
                  </a:lnTo>
                  <a:lnTo>
                    <a:pt x="599073" y="1543056"/>
                  </a:lnTo>
                  <a:lnTo>
                    <a:pt x="605224" y="1549076"/>
                  </a:lnTo>
                  <a:lnTo>
                    <a:pt x="606102" y="1553478"/>
                  </a:lnTo>
                  <a:lnTo>
                    <a:pt x="606366" y="1554736"/>
                  </a:lnTo>
                  <a:lnTo>
                    <a:pt x="604784" y="1561026"/>
                  </a:lnTo>
                  <a:lnTo>
                    <a:pt x="604608" y="1561834"/>
                  </a:lnTo>
                  <a:lnTo>
                    <a:pt x="609265" y="1574413"/>
                  </a:lnTo>
                  <a:lnTo>
                    <a:pt x="611638" y="1586273"/>
                  </a:lnTo>
                  <a:lnTo>
                    <a:pt x="608914" y="1589957"/>
                  </a:lnTo>
                  <a:lnTo>
                    <a:pt x="582993" y="1602985"/>
                  </a:lnTo>
                  <a:lnTo>
                    <a:pt x="570516" y="1610263"/>
                  </a:lnTo>
                  <a:lnTo>
                    <a:pt x="556546" y="1618529"/>
                  </a:lnTo>
                  <a:lnTo>
                    <a:pt x="551976" y="1618708"/>
                  </a:lnTo>
                  <a:lnTo>
                    <a:pt x="548813" y="1615743"/>
                  </a:lnTo>
                  <a:lnTo>
                    <a:pt x="544596" y="1612059"/>
                  </a:lnTo>
                  <a:lnTo>
                    <a:pt x="539851" y="1607477"/>
                  </a:lnTo>
                  <a:lnTo>
                    <a:pt x="538884" y="1604333"/>
                  </a:lnTo>
                  <a:lnTo>
                    <a:pt x="538006" y="1599840"/>
                  </a:lnTo>
                  <a:lnTo>
                    <a:pt x="536776" y="1594988"/>
                  </a:lnTo>
                  <a:lnTo>
                    <a:pt x="534140" y="1589058"/>
                  </a:lnTo>
                  <a:lnTo>
                    <a:pt x="529571" y="1579355"/>
                  </a:lnTo>
                  <a:lnTo>
                    <a:pt x="527462" y="1576569"/>
                  </a:lnTo>
                  <a:lnTo>
                    <a:pt x="525353" y="1575042"/>
                  </a:lnTo>
                  <a:lnTo>
                    <a:pt x="521926" y="1575132"/>
                  </a:lnTo>
                  <a:lnTo>
                    <a:pt x="520257" y="1574683"/>
                  </a:lnTo>
                  <a:lnTo>
                    <a:pt x="518587" y="1574143"/>
                  </a:lnTo>
                  <a:lnTo>
                    <a:pt x="518060" y="1573964"/>
                  </a:lnTo>
                  <a:lnTo>
                    <a:pt x="515248" y="1571268"/>
                  </a:lnTo>
                  <a:lnTo>
                    <a:pt x="511997" y="1568034"/>
                  </a:lnTo>
                  <a:lnTo>
                    <a:pt x="509273" y="1564979"/>
                  </a:lnTo>
                  <a:lnTo>
                    <a:pt x="506813" y="1561565"/>
                  </a:lnTo>
                  <a:lnTo>
                    <a:pt x="504616" y="1560936"/>
                  </a:lnTo>
                  <a:lnTo>
                    <a:pt x="499432" y="1562912"/>
                  </a:lnTo>
                  <a:lnTo>
                    <a:pt x="495303" y="1566327"/>
                  </a:lnTo>
                  <a:lnTo>
                    <a:pt x="491700" y="1574233"/>
                  </a:lnTo>
                  <a:lnTo>
                    <a:pt x="488625" y="1578097"/>
                  </a:lnTo>
                  <a:lnTo>
                    <a:pt x="485901" y="1580253"/>
                  </a:lnTo>
                  <a:lnTo>
                    <a:pt x="481156" y="1584027"/>
                  </a:lnTo>
                  <a:lnTo>
                    <a:pt x="477378" y="1588070"/>
                  </a:lnTo>
                  <a:lnTo>
                    <a:pt x="475005" y="1590586"/>
                  </a:lnTo>
                  <a:lnTo>
                    <a:pt x="471667" y="1594270"/>
                  </a:lnTo>
                  <a:lnTo>
                    <a:pt x="470876" y="1598223"/>
                  </a:lnTo>
                  <a:lnTo>
                    <a:pt x="468415" y="1604872"/>
                  </a:lnTo>
                  <a:lnTo>
                    <a:pt x="464901" y="1612599"/>
                  </a:lnTo>
                  <a:lnTo>
                    <a:pt x="464549" y="1612239"/>
                  </a:lnTo>
                  <a:lnTo>
                    <a:pt x="464374" y="1611880"/>
                  </a:lnTo>
                  <a:lnTo>
                    <a:pt x="463934" y="1611610"/>
                  </a:lnTo>
                  <a:lnTo>
                    <a:pt x="463231" y="1611341"/>
                  </a:lnTo>
                  <a:lnTo>
                    <a:pt x="462968" y="1611161"/>
                  </a:lnTo>
                  <a:lnTo>
                    <a:pt x="462616" y="1611071"/>
                  </a:lnTo>
                  <a:lnTo>
                    <a:pt x="462441" y="1610981"/>
                  </a:lnTo>
                  <a:lnTo>
                    <a:pt x="462001" y="1610981"/>
                  </a:lnTo>
                  <a:lnTo>
                    <a:pt x="461562" y="1610981"/>
                  </a:lnTo>
                  <a:lnTo>
                    <a:pt x="460947" y="1610802"/>
                  </a:lnTo>
                  <a:lnTo>
                    <a:pt x="459453" y="1610532"/>
                  </a:lnTo>
                  <a:lnTo>
                    <a:pt x="459102" y="1610532"/>
                  </a:lnTo>
                  <a:lnTo>
                    <a:pt x="458574" y="1610083"/>
                  </a:lnTo>
                  <a:lnTo>
                    <a:pt x="458311" y="1609723"/>
                  </a:lnTo>
                  <a:lnTo>
                    <a:pt x="458135" y="1609454"/>
                  </a:lnTo>
                  <a:lnTo>
                    <a:pt x="458047" y="1609274"/>
                  </a:lnTo>
                  <a:lnTo>
                    <a:pt x="456817" y="1607926"/>
                  </a:lnTo>
                  <a:lnTo>
                    <a:pt x="456114" y="1607387"/>
                  </a:lnTo>
                  <a:lnTo>
                    <a:pt x="455851" y="1606758"/>
                  </a:lnTo>
                  <a:lnTo>
                    <a:pt x="455851" y="1606489"/>
                  </a:lnTo>
                  <a:lnTo>
                    <a:pt x="455763" y="1606219"/>
                  </a:lnTo>
                  <a:lnTo>
                    <a:pt x="455675" y="1606040"/>
                  </a:lnTo>
                  <a:lnTo>
                    <a:pt x="455499" y="1605501"/>
                  </a:lnTo>
                  <a:lnTo>
                    <a:pt x="455411" y="1605231"/>
                  </a:lnTo>
                  <a:lnTo>
                    <a:pt x="455323" y="1604961"/>
                  </a:lnTo>
                  <a:lnTo>
                    <a:pt x="455148" y="1604512"/>
                  </a:lnTo>
                  <a:lnTo>
                    <a:pt x="454796" y="1604063"/>
                  </a:lnTo>
                  <a:lnTo>
                    <a:pt x="454445" y="1603973"/>
                  </a:lnTo>
                  <a:lnTo>
                    <a:pt x="454269" y="1603883"/>
                  </a:lnTo>
                  <a:lnTo>
                    <a:pt x="453830" y="1603614"/>
                  </a:lnTo>
                  <a:lnTo>
                    <a:pt x="453478" y="1603344"/>
                  </a:lnTo>
                  <a:lnTo>
                    <a:pt x="453039" y="1603164"/>
                  </a:lnTo>
                  <a:lnTo>
                    <a:pt x="452600" y="1603164"/>
                  </a:lnTo>
                  <a:lnTo>
                    <a:pt x="452160" y="1603164"/>
                  </a:lnTo>
                  <a:lnTo>
                    <a:pt x="451809" y="1603164"/>
                  </a:lnTo>
                  <a:lnTo>
                    <a:pt x="451457" y="1603075"/>
                  </a:lnTo>
                  <a:lnTo>
                    <a:pt x="451194" y="1602895"/>
                  </a:lnTo>
                  <a:lnTo>
                    <a:pt x="450491" y="1602176"/>
                  </a:lnTo>
                  <a:lnTo>
                    <a:pt x="448646" y="1600020"/>
                  </a:lnTo>
                  <a:lnTo>
                    <a:pt x="448470" y="1599391"/>
                  </a:lnTo>
                  <a:lnTo>
                    <a:pt x="448382" y="1599121"/>
                  </a:lnTo>
                  <a:lnTo>
                    <a:pt x="448294" y="1598492"/>
                  </a:lnTo>
                  <a:lnTo>
                    <a:pt x="448382" y="1597863"/>
                  </a:lnTo>
                  <a:lnTo>
                    <a:pt x="448470" y="1597504"/>
                  </a:lnTo>
                  <a:lnTo>
                    <a:pt x="448733" y="1596785"/>
                  </a:lnTo>
                  <a:lnTo>
                    <a:pt x="448821" y="1594180"/>
                  </a:lnTo>
                  <a:lnTo>
                    <a:pt x="448821" y="1593641"/>
                  </a:lnTo>
                  <a:lnTo>
                    <a:pt x="448821" y="1593371"/>
                  </a:lnTo>
                  <a:lnTo>
                    <a:pt x="448646" y="1593191"/>
                  </a:lnTo>
                  <a:lnTo>
                    <a:pt x="447064" y="1592113"/>
                  </a:lnTo>
                  <a:lnTo>
                    <a:pt x="446449" y="1591754"/>
                  </a:lnTo>
                  <a:lnTo>
                    <a:pt x="445131" y="1591574"/>
                  </a:lnTo>
                  <a:lnTo>
                    <a:pt x="444516" y="1591574"/>
                  </a:lnTo>
                  <a:lnTo>
                    <a:pt x="443198" y="1591305"/>
                  </a:lnTo>
                  <a:lnTo>
                    <a:pt x="442143" y="1591035"/>
                  </a:lnTo>
                  <a:lnTo>
                    <a:pt x="441441" y="1590676"/>
                  </a:lnTo>
                  <a:lnTo>
                    <a:pt x="440738" y="1590136"/>
                  </a:lnTo>
                  <a:lnTo>
                    <a:pt x="440298" y="1589777"/>
                  </a:lnTo>
                  <a:lnTo>
                    <a:pt x="439507" y="1589148"/>
                  </a:lnTo>
                  <a:lnTo>
                    <a:pt x="438629" y="1588429"/>
                  </a:lnTo>
                  <a:lnTo>
                    <a:pt x="436169" y="1586363"/>
                  </a:lnTo>
                  <a:lnTo>
                    <a:pt x="435026" y="1585375"/>
                  </a:lnTo>
                  <a:lnTo>
                    <a:pt x="434499" y="1584925"/>
                  </a:lnTo>
                  <a:lnTo>
                    <a:pt x="434323" y="1584746"/>
                  </a:lnTo>
                  <a:lnTo>
                    <a:pt x="434060" y="1584386"/>
                  </a:lnTo>
                  <a:lnTo>
                    <a:pt x="428700" y="1590855"/>
                  </a:lnTo>
                  <a:lnTo>
                    <a:pt x="422901" y="1597863"/>
                  </a:lnTo>
                  <a:lnTo>
                    <a:pt x="421583" y="1599301"/>
                  </a:lnTo>
                  <a:lnTo>
                    <a:pt x="417541" y="1604333"/>
                  </a:lnTo>
                  <a:lnTo>
                    <a:pt x="416574" y="1605501"/>
                  </a:lnTo>
                  <a:lnTo>
                    <a:pt x="415608" y="1606669"/>
                  </a:lnTo>
                  <a:lnTo>
                    <a:pt x="415256" y="1607926"/>
                  </a:lnTo>
                  <a:lnTo>
                    <a:pt x="412269" y="1615743"/>
                  </a:lnTo>
                  <a:lnTo>
                    <a:pt x="412181" y="1616103"/>
                  </a:lnTo>
                  <a:lnTo>
                    <a:pt x="411478" y="1615833"/>
                  </a:lnTo>
                  <a:lnTo>
                    <a:pt x="411039" y="1615653"/>
                  </a:lnTo>
                  <a:lnTo>
                    <a:pt x="409809" y="1615114"/>
                  </a:lnTo>
                  <a:lnTo>
                    <a:pt x="402164" y="1612059"/>
                  </a:lnTo>
                  <a:lnTo>
                    <a:pt x="400495" y="1611520"/>
                  </a:lnTo>
                  <a:lnTo>
                    <a:pt x="403394" y="1604512"/>
                  </a:lnTo>
                  <a:lnTo>
                    <a:pt x="404273" y="1602266"/>
                  </a:lnTo>
                  <a:lnTo>
                    <a:pt x="404361" y="1602086"/>
                  </a:lnTo>
                  <a:lnTo>
                    <a:pt x="410687" y="1586363"/>
                  </a:lnTo>
                  <a:lnTo>
                    <a:pt x="414378" y="1576480"/>
                  </a:lnTo>
                  <a:lnTo>
                    <a:pt x="405064" y="1570010"/>
                  </a:lnTo>
                  <a:lnTo>
                    <a:pt x="401901" y="1565159"/>
                  </a:lnTo>
                  <a:lnTo>
                    <a:pt x="401549" y="1561205"/>
                  </a:lnTo>
                  <a:lnTo>
                    <a:pt x="403306" y="1556893"/>
                  </a:lnTo>
                  <a:lnTo>
                    <a:pt x="403306" y="1554916"/>
                  </a:lnTo>
                  <a:lnTo>
                    <a:pt x="395926" y="1540720"/>
                  </a:lnTo>
                  <a:lnTo>
                    <a:pt x="391093" y="1531016"/>
                  </a:lnTo>
                  <a:lnTo>
                    <a:pt x="388457" y="1528770"/>
                  </a:lnTo>
                  <a:lnTo>
                    <a:pt x="369566" y="1513855"/>
                  </a:lnTo>
                  <a:lnTo>
                    <a:pt x="366842" y="1510261"/>
                  </a:lnTo>
                  <a:lnTo>
                    <a:pt x="364997" y="1507027"/>
                  </a:lnTo>
                  <a:lnTo>
                    <a:pt x="358934" y="1500468"/>
                  </a:lnTo>
                  <a:lnTo>
                    <a:pt x="353398" y="1493190"/>
                  </a:lnTo>
                  <a:lnTo>
                    <a:pt x="350850" y="1488877"/>
                  </a:lnTo>
                  <a:lnTo>
                    <a:pt x="352080" y="1481959"/>
                  </a:lnTo>
                  <a:lnTo>
                    <a:pt x="354628" y="1476209"/>
                  </a:lnTo>
                  <a:lnTo>
                    <a:pt x="361482" y="1464259"/>
                  </a:lnTo>
                  <a:lnTo>
                    <a:pt x="363591" y="1459766"/>
                  </a:lnTo>
                  <a:lnTo>
                    <a:pt x="363942" y="1454465"/>
                  </a:lnTo>
                  <a:lnTo>
                    <a:pt x="363415" y="1452938"/>
                  </a:lnTo>
                  <a:lnTo>
                    <a:pt x="364030" y="1451770"/>
                  </a:lnTo>
                  <a:lnTo>
                    <a:pt x="365436" y="1450512"/>
                  </a:lnTo>
                  <a:lnTo>
                    <a:pt x="367018" y="1449074"/>
                  </a:lnTo>
                  <a:lnTo>
                    <a:pt x="365612" y="1448535"/>
                  </a:lnTo>
                  <a:lnTo>
                    <a:pt x="361131" y="1447188"/>
                  </a:lnTo>
                  <a:lnTo>
                    <a:pt x="354365" y="1443144"/>
                  </a:lnTo>
                  <a:lnTo>
                    <a:pt x="350587" y="1440808"/>
                  </a:lnTo>
                  <a:lnTo>
                    <a:pt x="348214" y="1440269"/>
                  </a:lnTo>
                  <a:lnTo>
                    <a:pt x="340570" y="1439820"/>
                  </a:lnTo>
                  <a:lnTo>
                    <a:pt x="338022" y="1439281"/>
                  </a:lnTo>
                  <a:lnTo>
                    <a:pt x="332135" y="1434789"/>
                  </a:lnTo>
                  <a:lnTo>
                    <a:pt x="328796" y="1432632"/>
                  </a:lnTo>
                  <a:lnTo>
                    <a:pt x="327741" y="1431913"/>
                  </a:lnTo>
                  <a:lnTo>
                    <a:pt x="323348" y="1429667"/>
                  </a:lnTo>
                  <a:lnTo>
                    <a:pt x="313331" y="1422659"/>
                  </a:lnTo>
                  <a:lnTo>
                    <a:pt x="309114" y="1420413"/>
                  </a:lnTo>
                  <a:lnTo>
                    <a:pt x="304369" y="1413135"/>
                  </a:lnTo>
                  <a:lnTo>
                    <a:pt x="296549" y="1406217"/>
                  </a:lnTo>
                  <a:lnTo>
                    <a:pt x="295758" y="1405498"/>
                  </a:lnTo>
                  <a:lnTo>
                    <a:pt x="292507" y="1401006"/>
                  </a:lnTo>
                  <a:lnTo>
                    <a:pt x="288729" y="1397771"/>
                  </a:lnTo>
                  <a:lnTo>
                    <a:pt x="283632" y="1393548"/>
                  </a:lnTo>
                  <a:lnTo>
                    <a:pt x="272210" y="1385911"/>
                  </a:lnTo>
                  <a:lnTo>
                    <a:pt x="268519" y="1379622"/>
                  </a:lnTo>
                  <a:lnTo>
                    <a:pt x="263950" y="1374321"/>
                  </a:lnTo>
                  <a:lnTo>
                    <a:pt x="258151" y="1367941"/>
                  </a:lnTo>
                  <a:lnTo>
                    <a:pt x="254636" y="1361562"/>
                  </a:lnTo>
                  <a:lnTo>
                    <a:pt x="250419" y="1358328"/>
                  </a:lnTo>
                  <a:lnTo>
                    <a:pt x="246816" y="1357070"/>
                  </a:lnTo>
                  <a:lnTo>
                    <a:pt x="239436" y="1356351"/>
                  </a:lnTo>
                  <a:lnTo>
                    <a:pt x="230385" y="1356351"/>
                  </a:lnTo>
                  <a:lnTo>
                    <a:pt x="221071" y="1354464"/>
                  </a:lnTo>
                  <a:lnTo>
                    <a:pt x="212461" y="1350151"/>
                  </a:lnTo>
                  <a:lnTo>
                    <a:pt x="206046" y="1348354"/>
                  </a:lnTo>
                  <a:lnTo>
                    <a:pt x="200247" y="1344042"/>
                  </a:lnTo>
                  <a:lnTo>
                    <a:pt x="194096" y="1337752"/>
                  </a:lnTo>
                  <a:lnTo>
                    <a:pt x="190055" y="1333350"/>
                  </a:lnTo>
                  <a:lnTo>
                    <a:pt x="188473" y="1329217"/>
                  </a:lnTo>
                  <a:lnTo>
                    <a:pt x="188473" y="1321939"/>
                  </a:lnTo>
                  <a:lnTo>
                    <a:pt x="189352" y="1319783"/>
                  </a:lnTo>
                  <a:lnTo>
                    <a:pt x="191285" y="1315650"/>
                  </a:lnTo>
                  <a:lnTo>
                    <a:pt x="193394" y="1310438"/>
                  </a:lnTo>
                  <a:lnTo>
                    <a:pt x="193481" y="1310259"/>
                  </a:lnTo>
                  <a:lnTo>
                    <a:pt x="194184" y="1304329"/>
                  </a:lnTo>
                  <a:lnTo>
                    <a:pt x="195239" y="1296512"/>
                  </a:lnTo>
                  <a:lnTo>
                    <a:pt x="194624" y="1290312"/>
                  </a:lnTo>
                  <a:lnTo>
                    <a:pt x="193481" y="1281867"/>
                  </a:lnTo>
                  <a:lnTo>
                    <a:pt x="190758" y="1276386"/>
                  </a:lnTo>
                  <a:lnTo>
                    <a:pt x="188737" y="1272433"/>
                  </a:lnTo>
                  <a:lnTo>
                    <a:pt x="182059" y="1263627"/>
                  </a:lnTo>
                  <a:lnTo>
                    <a:pt x="180565" y="1257608"/>
                  </a:lnTo>
                  <a:lnTo>
                    <a:pt x="181883" y="1252576"/>
                  </a:lnTo>
                  <a:lnTo>
                    <a:pt x="187770" y="1243771"/>
                  </a:lnTo>
                  <a:lnTo>
                    <a:pt x="193569" y="1233528"/>
                  </a:lnTo>
                  <a:lnTo>
                    <a:pt x="199456" y="1224453"/>
                  </a:lnTo>
                  <a:lnTo>
                    <a:pt x="206661" y="1215379"/>
                  </a:lnTo>
                  <a:lnTo>
                    <a:pt x="211318" y="1199476"/>
                  </a:lnTo>
                  <a:lnTo>
                    <a:pt x="218260" y="1173330"/>
                  </a:lnTo>
                  <a:lnTo>
                    <a:pt x="222214" y="1159673"/>
                  </a:lnTo>
                  <a:lnTo>
                    <a:pt x="225113" y="1156259"/>
                  </a:lnTo>
                  <a:lnTo>
                    <a:pt x="231528" y="1153294"/>
                  </a:lnTo>
                  <a:lnTo>
                    <a:pt x="232758" y="1152754"/>
                  </a:lnTo>
                  <a:lnTo>
                    <a:pt x="234866" y="1151766"/>
                  </a:lnTo>
                  <a:lnTo>
                    <a:pt x="237854" y="1149340"/>
                  </a:lnTo>
                  <a:lnTo>
                    <a:pt x="239348" y="1144578"/>
                  </a:lnTo>
                  <a:lnTo>
                    <a:pt x="240402" y="1137390"/>
                  </a:lnTo>
                  <a:lnTo>
                    <a:pt x="241896" y="1131011"/>
                  </a:lnTo>
                  <a:lnTo>
                    <a:pt x="243214" y="1125620"/>
                  </a:lnTo>
                  <a:lnTo>
                    <a:pt x="244444" y="1118432"/>
                  </a:lnTo>
                  <a:lnTo>
                    <a:pt x="246992" y="1109268"/>
                  </a:lnTo>
                  <a:lnTo>
                    <a:pt x="249628" y="1100283"/>
                  </a:lnTo>
                  <a:lnTo>
                    <a:pt x="254021" y="1092286"/>
                  </a:lnTo>
                  <a:lnTo>
                    <a:pt x="256306" y="1088243"/>
                  </a:lnTo>
                  <a:lnTo>
                    <a:pt x="259030" y="1079438"/>
                  </a:lnTo>
                  <a:lnTo>
                    <a:pt x="258766" y="1069645"/>
                  </a:lnTo>
                  <a:lnTo>
                    <a:pt x="257975" y="1063984"/>
                  </a:lnTo>
                  <a:lnTo>
                    <a:pt x="255779" y="1056257"/>
                  </a:lnTo>
                  <a:lnTo>
                    <a:pt x="250595" y="1045386"/>
                  </a:lnTo>
                  <a:lnTo>
                    <a:pt x="245410" y="1037838"/>
                  </a:lnTo>
                  <a:lnTo>
                    <a:pt x="244708" y="1030561"/>
                  </a:lnTo>
                  <a:lnTo>
                    <a:pt x="244532" y="1028943"/>
                  </a:lnTo>
                  <a:lnTo>
                    <a:pt x="244971" y="1027416"/>
                  </a:lnTo>
                  <a:lnTo>
                    <a:pt x="246289" y="1022834"/>
                  </a:lnTo>
                  <a:lnTo>
                    <a:pt x="249101" y="1017802"/>
                  </a:lnTo>
                  <a:lnTo>
                    <a:pt x="252176" y="1015017"/>
                  </a:lnTo>
                  <a:lnTo>
                    <a:pt x="259030" y="1005762"/>
                  </a:lnTo>
                  <a:lnTo>
                    <a:pt x="268783" y="986355"/>
                  </a:lnTo>
                  <a:lnTo>
                    <a:pt x="275373" y="974855"/>
                  </a:lnTo>
                  <a:lnTo>
                    <a:pt x="275988" y="965241"/>
                  </a:lnTo>
                  <a:lnTo>
                    <a:pt x="276779" y="956705"/>
                  </a:lnTo>
                  <a:lnTo>
                    <a:pt x="275373" y="945654"/>
                  </a:lnTo>
                  <a:lnTo>
                    <a:pt x="273264" y="940443"/>
                  </a:lnTo>
                  <a:lnTo>
                    <a:pt x="271946" y="938736"/>
                  </a:lnTo>
                  <a:lnTo>
                    <a:pt x="269047" y="932626"/>
                  </a:lnTo>
                  <a:lnTo>
                    <a:pt x="264214" y="917172"/>
                  </a:lnTo>
                  <a:lnTo>
                    <a:pt x="262457" y="910703"/>
                  </a:lnTo>
                  <a:lnTo>
                    <a:pt x="259293" y="900191"/>
                  </a:lnTo>
                  <a:lnTo>
                    <a:pt x="256130" y="881862"/>
                  </a:lnTo>
                  <a:lnTo>
                    <a:pt x="257097" y="869552"/>
                  </a:lnTo>
                  <a:lnTo>
                    <a:pt x="256130" y="860747"/>
                  </a:lnTo>
                  <a:lnTo>
                    <a:pt x="253318" y="855177"/>
                  </a:lnTo>
                  <a:lnTo>
                    <a:pt x="249452" y="852841"/>
                  </a:lnTo>
                  <a:lnTo>
                    <a:pt x="242072" y="850325"/>
                  </a:lnTo>
                  <a:lnTo>
                    <a:pt x="239348" y="849426"/>
                  </a:lnTo>
                  <a:lnTo>
                    <a:pt x="226256" y="846102"/>
                  </a:lnTo>
                  <a:lnTo>
                    <a:pt x="211845" y="840531"/>
                  </a:lnTo>
                  <a:lnTo>
                    <a:pt x="199808" y="837836"/>
                  </a:lnTo>
                  <a:lnTo>
                    <a:pt x="183816" y="828581"/>
                  </a:lnTo>
                  <a:lnTo>
                    <a:pt x="167385" y="816721"/>
                  </a:lnTo>
                  <a:lnTo>
                    <a:pt x="155962" y="803064"/>
                  </a:lnTo>
                  <a:lnTo>
                    <a:pt x="149812" y="790486"/>
                  </a:lnTo>
                  <a:lnTo>
                    <a:pt x="147967" y="782938"/>
                  </a:lnTo>
                  <a:lnTo>
                    <a:pt x="145155" y="770450"/>
                  </a:lnTo>
                  <a:lnTo>
                    <a:pt x="145331" y="762453"/>
                  </a:lnTo>
                  <a:lnTo>
                    <a:pt x="145155" y="762004"/>
                  </a:lnTo>
                  <a:lnTo>
                    <a:pt x="142870" y="749245"/>
                  </a:lnTo>
                  <a:lnTo>
                    <a:pt x="142695" y="743765"/>
                  </a:lnTo>
                  <a:lnTo>
                    <a:pt x="141640" y="739003"/>
                  </a:lnTo>
                  <a:lnTo>
                    <a:pt x="137247" y="733432"/>
                  </a:lnTo>
                  <a:lnTo>
                    <a:pt x="126967" y="725525"/>
                  </a:lnTo>
                  <a:lnTo>
                    <a:pt x="123276" y="721572"/>
                  </a:lnTo>
                  <a:lnTo>
                    <a:pt x="121255" y="718877"/>
                  </a:lnTo>
                  <a:lnTo>
                    <a:pt x="118619" y="713845"/>
                  </a:lnTo>
                  <a:lnTo>
                    <a:pt x="115720" y="706747"/>
                  </a:lnTo>
                  <a:lnTo>
                    <a:pt x="113435" y="702434"/>
                  </a:lnTo>
                  <a:lnTo>
                    <a:pt x="108427" y="695786"/>
                  </a:lnTo>
                  <a:lnTo>
                    <a:pt x="105000" y="689766"/>
                  </a:lnTo>
                  <a:lnTo>
                    <a:pt x="104824" y="689047"/>
                  </a:lnTo>
                  <a:lnTo>
                    <a:pt x="104385" y="687160"/>
                  </a:lnTo>
                  <a:lnTo>
                    <a:pt x="103682" y="679703"/>
                  </a:lnTo>
                  <a:lnTo>
                    <a:pt x="103067" y="677097"/>
                  </a:lnTo>
                  <a:lnTo>
                    <a:pt x="96389" y="669190"/>
                  </a:lnTo>
                  <a:lnTo>
                    <a:pt x="86196" y="660924"/>
                  </a:lnTo>
                  <a:lnTo>
                    <a:pt x="83560" y="659397"/>
                  </a:lnTo>
                  <a:lnTo>
                    <a:pt x="82858" y="657510"/>
                  </a:lnTo>
                  <a:lnTo>
                    <a:pt x="81715" y="655084"/>
                  </a:lnTo>
                  <a:lnTo>
                    <a:pt x="78904" y="651850"/>
                  </a:lnTo>
                  <a:lnTo>
                    <a:pt x="76180" y="649963"/>
                  </a:lnTo>
                  <a:lnTo>
                    <a:pt x="73456" y="649244"/>
                  </a:lnTo>
                  <a:lnTo>
                    <a:pt x="71171" y="649064"/>
                  </a:lnTo>
                  <a:lnTo>
                    <a:pt x="65899" y="648705"/>
                  </a:lnTo>
                  <a:lnTo>
                    <a:pt x="62297" y="648525"/>
                  </a:lnTo>
                  <a:lnTo>
                    <a:pt x="58694" y="648525"/>
                  </a:lnTo>
                  <a:lnTo>
                    <a:pt x="41648" y="644123"/>
                  </a:lnTo>
                  <a:lnTo>
                    <a:pt x="40067" y="643673"/>
                  </a:lnTo>
                  <a:lnTo>
                    <a:pt x="35146" y="641966"/>
                  </a:lnTo>
                  <a:lnTo>
                    <a:pt x="33037" y="640708"/>
                  </a:lnTo>
                  <a:lnTo>
                    <a:pt x="31280" y="638283"/>
                  </a:lnTo>
                  <a:lnTo>
                    <a:pt x="29347" y="635318"/>
                  </a:lnTo>
                  <a:lnTo>
                    <a:pt x="27238" y="631903"/>
                  </a:lnTo>
                  <a:lnTo>
                    <a:pt x="24426" y="630196"/>
                  </a:lnTo>
                  <a:lnTo>
                    <a:pt x="16870" y="625794"/>
                  </a:lnTo>
                  <a:lnTo>
                    <a:pt x="10104" y="623098"/>
                  </a:lnTo>
                  <a:lnTo>
                    <a:pt x="7820" y="619414"/>
                  </a:lnTo>
                  <a:lnTo>
                    <a:pt x="3690" y="615551"/>
                  </a:lnTo>
                  <a:lnTo>
                    <a:pt x="2899" y="614832"/>
                  </a:lnTo>
                  <a:lnTo>
                    <a:pt x="1493" y="613125"/>
                  </a:lnTo>
                  <a:lnTo>
                    <a:pt x="0" y="605218"/>
                  </a:lnTo>
                  <a:lnTo>
                    <a:pt x="1405" y="594167"/>
                  </a:lnTo>
                  <a:lnTo>
                    <a:pt x="5535" y="584373"/>
                  </a:lnTo>
                  <a:lnTo>
                    <a:pt x="15815" y="565775"/>
                  </a:lnTo>
                  <a:lnTo>
                    <a:pt x="16518" y="564876"/>
                  </a:lnTo>
                  <a:lnTo>
                    <a:pt x="17749" y="560743"/>
                  </a:lnTo>
                  <a:lnTo>
                    <a:pt x="21263" y="549153"/>
                  </a:lnTo>
                  <a:lnTo>
                    <a:pt x="26974" y="545020"/>
                  </a:lnTo>
                  <a:lnTo>
                    <a:pt x="34970" y="541875"/>
                  </a:lnTo>
                  <a:lnTo>
                    <a:pt x="40418" y="538731"/>
                  </a:lnTo>
                  <a:lnTo>
                    <a:pt x="45426" y="536305"/>
                  </a:lnTo>
                  <a:lnTo>
                    <a:pt x="48941" y="527949"/>
                  </a:lnTo>
                  <a:lnTo>
                    <a:pt x="49820" y="525972"/>
                  </a:lnTo>
                  <a:lnTo>
                    <a:pt x="52631" y="518245"/>
                  </a:lnTo>
                  <a:lnTo>
                    <a:pt x="54213" y="512854"/>
                  </a:lnTo>
                  <a:lnTo>
                    <a:pt x="53774" y="509081"/>
                  </a:lnTo>
                  <a:lnTo>
                    <a:pt x="56322" y="505307"/>
                  </a:lnTo>
                  <a:lnTo>
                    <a:pt x="57991" y="504319"/>
                  </a:lnTo>
                  <a:lnTo>
                    <a:pt x="61418" y="502162"/>
                  </a:lnTo>
                  <a:lnTo>
                    <a:pt x="69765" y="497310"/>
                  </a:lnTo>
                  <a:lnTo>
                    <a:pt x="70029" y="496951"/>
                  </a:lnTo>
                  <a:lnTo>
                    <a:pt x="72665" y="494345"/>
                  </a:lnTo>
                  <a:lnTo>
                    <a:pt x="74159" y="492548"/>
                  </a:lnTo>
                  <a:lnTo>
                    <a:pt x="76531" y="491560"/>
                  </a:lnTo>
                  <a:lnTo>
                    <a:pt x="82945" y="484732"/>
                  </a:lnTo>
                  <a:lnTo>
                    <a:pt x="86724" y="484013"/>
                  </a:lnTo>
                  <a:lnTo>
                    <a:pt x="101134" y="487517"/>
                  </a:lnTo>
                  <a:lnTo>
                    <a:pt x="125385" y="493896"/>
                  </a:lnTo>
                  <a:lnTo>
                    <a:pt x="129163" y="491111"/>
                  </a:lnTo>
                  <a:lnTo>
                    <a:pt x="132766" y="487697"/>
                  </a:lnTo>
                  <a:lnTo>
                    <a:pt x="140410" y="479251"/>
                  </a:lnTo>
                  <a:lnTo>
                    <a:pt x="143398" y="475926"/>
                  </a:lnTo>
                  <a:lnTo>
                    <a:pt x="143661" y="472961"/>
                  </a:lnTo>
                  <a:lnTo>
                    <a:pt x="145155" y="456968"/>
                  </a:lnTo>
                  <a:lnTo>
                    <a:pt x="148845" y="438999"/>
                  </a:lnTo>
                  <a:lnTo>
                    <a:pt x="158862" y="417435"/>
                  </a:lnTo>
                  <a:lnTo>
                    <a:pt x="173272" y="402071"/>
                  </a:lnTo>
                  <a:lnTo>
                    <a:pt x="180741" y="392367"/>
                  </a:lnTo>
                  <a:lnTo>
                    <a:pt x="189176" y="379968"/>
                  </a:lnTo>
                  <a:lnTo>
                    <a:pt x="194975" y="369726"/>
                  </a:lnTo>
                  <a:lnTo>
                    <a:pt x="197084" y="361729"/>
                  </a:lnTo>
                  <a:lnTo>
                    <a:pt x="195854" y="352475"/>
                  </a:lnTo>
                  <a:lnTo>
                    <a:pt x="194448" y="346006"/>
                  </a:lnTo>
                  <a:lnTo>
                    <a:pt x="186891" y="330731"/>
                  </a:lnTo>
                  <a:lnTo>
                    <a:pt x="183552" y="326598"/>
                  </a:lnTo>
                  <a:lnTo>
                    <a:pt x="182937" y="323004"/>
                  </a:lnTo>
                  <a:lnTo>
                    <a:pt x="180477" y="318692"/>
                  </a:lnTo>
                  <a:lnTo>
                    <a:pt x="178983" y="311504"/>
                  </a:lnTo>
                  <a:lnTo>
                    <a:pt x="179950" y="307011"/>
                  </a:lnTo>
                  <a:lnTo>
                    <a:pt x="182850" y="304765"/>
                  </a:lnTo>
                  <a:lnTo>
                    <a:pt x="187243" y="301081"/>
                  </a:lnTo>
                  <a:lnTo>
                    <a:pt x="195678" y="301171"/>
                  </a:lnTo>
                  <a:lnTo>
                    <a:pt x="199368" y="299734"/>
                  </a:lnTo>
                  <a:lnTo>
                    <a:pt x="206046" y="299734"/>
                  </a:lnTo>
                  <a:lnTo>
                    <a:pt x="210176" y="299464"/>
                  </a:lnTo>
                  <a:lnTo>
                    <a:pt x="214130" y="299285"/>
                  </a:lnTo>
                  <a:lnTo>
                    <a:pt x="217205" y="296050"/>
                  </a:lnTo>
                  <a:lnTo>
                    <a:pt x="223005" y="293624"/>
                  </a:lnTo>
                  <a:lnTo>
                    <a:pt x="232143" y="293175"/>
                  </a:lnTo>
                  <a:lnTo>
                    <a:pt x="236272" y="294343"/>
                  </a:lnTo>
                  <a:lnTo>
                    <a:pt x="240226" y="290839"/>
                  </a:lnTo>
                  <a:lnTo>
                    <a:pt x="243302" y="285358"/>
                  </a:lnTo>
                  <a:lnTo>
                    <a:pt x="246377" y="282123"/>
                  </a:lnTo>
                  <a:lnTo>
                    <a:pt x="249013" y="278350"/>
                  </a:lnTo>
                  <a:lnTo>
                    <a:pt x="252088" y="274307"/>
                  </a:lnTo>
                  <a:lnTo>
                    <a:pt x="253934" y="271252"/>
                  </a:lnTo>
                  <a:lnTo>
                    <a:pt x="253582" y="265502"/>
                  </a:lnTo>
                  <a:lnTo>
                    <a:pt x="248662" y="259302"/>
                  </a:lnTo>
                  <a:lnTo>
                    <a:pt x="242774" y="254899"/>
                  </a:lnTo>
                  <a:lnTo>
                    <a:pt x="240754" y="251305"/>
                  </a:lnTo>
                  <a:lnTo>
                    <a:pt x="234779" y="246364"/>
                  </a:lnTo>
                  <a:lnTo>
                    <a:pt x="231088" y="241512"/>
                  </a:lnTo>
                  <a:lnTo>
                    <a:pt x="229682" y="237828"/>
                  </a:lnTo>
                  <a:lnTo>
                    <a:pt x="229682" y="235402"/>
                  </a:lnTo>
                  <a:lnTo>
                    <a:pt x="228452" y="233336"/>
                  </a:lnTo>
                  <a:lnTo>
                    <a:pt x="231615" y="231988"/>
                  </a:lnTo>
                  <a:lnTo>
                    <a:pt x="233109" y="230820"/>
                  </a:lnTo>
                  <a:lnTo>
                    <a:pt x="235218" y="229023"/>
                  </a:lnTo>
                  <a:lnTo>
                    <a:pt x="237942" y="224081"/>
                  </a:lnTo>
                  <a:lnTo>
                    <a:pt x="238820" y="216983"/>
                  </a:lnTo>
                  <a:lnTo>
                    <a:pt x="238557" y="186345"/>
                  </a:lnTo>
                  <a:lnTo>
                    <a:pt x="238996" y="163703"/>
                  </a:lnTo>
                  <a:lnTo>
                    <a:pt x="237063" y="152742"/>
                  </a:lnTo>
                  <a:lnTo>
                    <a:pt x="232758" y="151843"/>
                  </a:lnTo>
                  <a:lnTo>
                    <a:pt x="230210" y="152203"/>
                  </a:lnTo>
                  <a:lnTo>
                    <a:pt x="221862" y="156066"/>
                  </a:lnTo>
                  <a:lnTo>
                    <a:pt x="213339" y="156785"/>
                  </a:lnTo>
                  <a:lnTo>
                    <a:pt x="204904" y="156336"/>
                  </a:lnTo>
                  <a:lnTo>
                    <a:pt x="202268" y="144566"/>
                  </a:lnTo>
                  <a:lnTo>
                    <a:pt x="199368" y="135581"/>
                  </a:lnTo>
                  <a:lnTo>
                    <a:pt x="194975" y="108986"/>
                  </a:lnTo>
                  <a:lnTo>
                    <a:pt x="194448" y="103325"/>
                  </a:lnTo>
                  <a:lnTo>
                    <a:pt x="193306" y="91555"/>
                  </a:lnTo>
                  <a:lnTo>
                    <a:pt x="188561" y="70530"/>
                  </a:lnTo>
                  <a:lnTo>
                    <a:pt x="189967" y="56963"/>
                  </a:lnTo>
                  <a:lnTo>
                    <a:pt x="197611" y="37107"/>
                  </a:lnTo>
                  <a:lnTo>
                    <a:pt x="199017" y="33513"/>
                  </a:lnTo>
                  <a:lnTo>
                    <a:pt x="201565" y="18958"/>
                  </a:lnTo>
                  <a:lnTo>
                    <a:pt x="206046" y="0"/>
                  </a:lnTo>
                  <a:lnTo>
                    <a:pt x="216151" y="218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767880" y="3708985"/>
              <a:ext cx="138811" cy="180954"/>
            </a:xfrm>
            <a:custGeom>
              <a:avLst/>
              <a:pathLst>
                <a:path w="138811" h="180954">
                  <a:moveTo>
                    <a:pt x="98656" y="449"/>
                  </a:moveTo>
                  <a:lnTo>
                    <a:pt x="98832" y="628"/>
                  </a:lnTo>
                  <a:lnTo>
                    <a:pt x="99007" y="808"/>
                  </a:lnTo>
                  <a:lnTo>
                    <a:pt x="99271" y="898"/>
                  </a:lnTo>
                  <a:lnTo>
                    <a:pt x="99535" y="988"/>
                  </a:lnTo>
                  <a:lnTo>
                    <a:pt x="99798" y="988"/>
                  </a:lnTo>
                  <a:lnTo>
                    <a:pt x="100062" y="988"/>
                  </a:lnTo>
                  <a:lnTo>
                    <a:pt x="100325" y="988"/>
                  </a:lnTo>
                  <a:lnTo>
                    <a:pt x="100501" y="898"/>
                  </a:lnTo>
                  <a:lnTo>
                    <a:pt x="100765" y="718"/>
                  </a:lnTo>
                  <a:lnTo>
                    <a:pt x="101204" y="1078"/>
                  </a:lnTo>
                  <a:lnTo>
                    <a:pt x="109903" y="8355"/>
                  </a:lnTo>
                  <a:lnTo>
                    <a:pt x="110079" y="8535"/>
                  </a:lnTo>
                  <a:lnTo>
                    <a:pt x="110782" y="9074"/>
                  </a:lnTo>
                  <a:lnTo>
                    <a:pt x="111572" y="9703"/>
                  </a:lnTo>
                  <a:lnTo>
                    <a:pt x="112802" y="10781"/>
                  </a:lnTo>
                  <a:lnTo>
                    <a:pt x="114823" y="12488"/>
                  </a:lnTo>
                  <a:lnTo>
                    <a:pt x="116317" y="13656"/>
                  </a:lnTo>
                  <a:lnTo>
                    <a:pt x="118426" y="15543"/>
                  </a:lnTo>
                  <a:lnTo>
                    <a:pt x="129497" y="24708"/>
                  </a:lnTo>
                  <a:lnTo>
                    <a:pt x="136175" y="30278"/>
                  </a:lnTo>
                  <a:lnTo>
                    <a:pt x="138811" y="32525"/>
                  </a:lnTo>
                  <a:lnTo>
                    <a:pt x="131957" y="41150"/>
                  </a:lnTo>
                  <a:lnTo>
                    <a:pt x="131782" y="41420"/>
                  </a:lnTo>
                  <a:lnTo>
                    <a:pt x="124664" y="50225"/>
                  </a:lnTo>
                  <a:lnTo>
                    <a:pt x="117547" y="59030"/>
                  </a:lnTo>
                  <a:lnTo>
                    <a:pt x="117459" y="59210"/>
                  </a:lnTo>
                  <a:lnTo>
                    <a:pt x="114120" y="63343"/>
                  </a:lnTo>
                  <a:lnTo>
                    <a:pt x="110430" y="67925"/>
                  </a:lnTo>
                  <a:lnTo>
                    <a:pt x="103489" y="76550"/>
                  </a:lnTo>
                  <a:lnTo>
                    <a:pt x="103049" y="77179"/>
                  </a:lnTo>
                  <a:lnTo>
                    <a:pt x="100062" y="80863"/>
                  </a:lnTo>
                  <a:lnTo>
                    <a:pt x="96371" y="85445"/>
                  </a:lnTo>
                  <a:lnTo>
                    <a:pt x="89166" y="94430"/>
                  </a:lnTo>
                  <a:lnTo>
                    <a:pt x="82137" y="103235"/>
                  </a:lnTo>
                  <a:lnTo>
                    <a:pt x="78535" y="107728"/>
                  </a:lnTo>
                  <a:lnTo>
                    <a:pt x="75108" y="112040"/>
                  </a:lnTo>
                  <a:lnTo>
                    <a:pt x="74405" y="112849"/>
                  </a:lnTo>
                  <a:lnTo>
                    <a:pt x="69572" y="118869"/>
                  </a:lnTo>
                  <a:lnTo>
                    <a:pt x="69396" y="119138"/>
                  </a:lnTo>
                  <a:lnTo>
                    <a:pt x="63070" y="126326"/>
                  </a:lnTo>
                  <a:lnTo>
                    <a:pt x="57359" y="134053"/>
                  </a:lnTo>
                  <a:lnTo>
                    <a:pt x="56480" y="135131"/>
                  </a:lnTo>
                  <a:lnTo>
                    <a:pt x="49451" y="143757"/>
                  </a:lnTo>
                  <a:lnTo>
                    <a:pt x="49363" y="143937"/>
                  </a:lnTo>
                  <a:lnTo>
                    <a:pt x="42861" y="151933"/>
                  </a:lnTo>
                  <a:lnTo>
                    <a:pt x="35568" y="160918"/>
                  </a:lnTo>
                  <a:lnTo>
                    <a:pt x="34777" y="161996"/>
                  </a:lnTo>
                  <a:lnTo>
                    <a:pt x="28451" y="169723"/>
                  </a:lnTo>
                  <a:lnTo>
                    <a:pt x="24497" y="174665"/>
                  </a:lnTo>
                  <a:lnTo>
                    <a:pt x="20982" y="178888"/>
                  </a:lnTo>
                  <a:lnTo>
                    <a:pt x="20367" y="179786"/>
                  </a:lnTo>
                  <a:lnTo>
                    <a:pt x="19400" y="180954"/>
                  </a:lnTo>
                  <a:lnTo>
                    <a:pt x="14568" y="179157"/>
                  </a:lnTo>
                  <a:lnTo>
                    <a:pt x="9999" y="177450"/>
                  </a:lnTo>
                  <a:lnTo>
                    <a:pt x="9823" y="177360"/>
                  </a:lnTo>
                  <a:lnTo>
                    <a:pt x="6045" y="176013"/>
                  </a:lnTo>
                  <a:lnTo>
                    <a:pt x="4990" y="175653"/>
                  </a:lnTo>
                  <a:lnTo>
                    <a:pt x="1212" y="174305"/>
                  </a:lnTo>
                  <a:lnTo>
                    <a:pt x="0" y="173863"/>
                  </a:lnTo>
                  <a:lnTo>
                    <a:pt x="0" y="9998"/>
                  </a:lnTo>
                  <a:lnTo>
                    <a:pt x="421" y="9973"/>
                  </a:lnTo>
                  <a:lnTo>
                    <a:pt x="5605" y="9973"/>
                  </a:lnTo>
                  <a:lnTo>
                    <a:pt x="6748" y="9883"/>
                  </a:lnTo>
                  <a:lnTo>
                    <a:pt x="29681" y="8894"/>
                  </a:lnTo>
                  <a:lnTo>
                    <a:pt x="31350" y="8805"/>
                  </a:lnTo>
                  <a:lnTo>
                    <a:pt x="35744" y="8715"/>
                  </a:lnTo>
                  <a:lnTo>
                    <a:pt x="37940" y="8625"/>
                  </a:lnTo>
                  <a:lnTo>
                    <a:pt x="38380" y="8625"/>
                  </a:lnTo>
                  <a:lnTo>
                    <a:pt x="45585" y="7187"/>
                  </a:lnTo>
                  <a:lnTo>
                    <a:pt x="46375" y="7008"/>
                  </a:lnTo>
                  <a:lnTo>
                    <a:pt x="47869" y="6828"/>
                  </a:lnTo>
                  <a:lnTo>
                    <a:pt x="48396" y="6738"/>
                  </a:lnTo>
                  <a:lnTo>
                    <a:pt x="54635" y="5929"/>
                  </a:lnTo>
                  <a:lnTo>
                    <a:pt x="56129" y="6109"/>
                  </a:lnTo>
                  <a:lnTo>
                    <a:pt x="60786" y="5031"/>
                  </a:lnTo>
                  <a:lnTo>
                    <a:pt x="64915" y="4492"/>
                  </a:lnTo>
                  <a:lnTo>
                    <a:pt x="68518" y="4043"/>
                  </a:lnTo>
                  <a:lnTo>
                    <a:pt x="75020" y="3144"/>
                  </a:lnTo>
                  <a:lnTo>
                    <a:pt x="75811" y="3054"/>
                  </a:lnTo>
                  <a:lnTo>
                    <a:pt x="80907" y="2336"/>
                  </a:lnTo>
                  <a:lnTo>
                    <a:pt x="91451" y="898"/>
                  </a:lnTo>
                  <a:lnTo>
                    <a:pt x="98392" y="0"/>
                  </a:lnTo>
                  <a:lnTo>
                    <a:pt x="98480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767880" y="1812391"/>
              <a:ext cx="124928" cy="435915"/>
            </a:xfrm>
            <a:custGeom>
              <a:avLst/>
              <a:pathLst>
                <a:path w="124928" h="435915">
                  <a:moveTo>
                    <a:pt x="7802" y="5554"/>
                  </a:moveTo>
                  <a:lnTo>
                    <a:pt x="10174" y="6722"/>
                  </a:lnTo>
                  <a:lnTo>
                    <a:pt x="17116" y="6093"/>
                  </a:lnTo>
                  <a:lnTo>
                    <a:pt x="22388" y="9238"/>
                  </a:lnTo>
                  <a:lnTo>
                    <a:pt x="24409" y="7441"/>
                  </a:lnTo>
                  <a:lnTo>
                    <a:pt x="36007" y="20020"/>
                  </a:lnTo>
                  <a:lnTo>
                    <a:pt x="41191" y="16516"/>
                  </a:lnTo>
                  <a:lnTo>
                    <a:pt x="48484" y="21727"/>
                  </a:lnTo>
                  <a:lnTo>
                    <a:pt x="50505" y="16246"/>
                  </a:lnTo>
                  <a:lnTo>
                    <a:pt x="56480" y="19391"/>
                  </a:lnTo>
                  <a:lnTo>
                    <a:pt x="56480" y="20559"/>
                  </a:lnTo>
                  <a:lnTo>
                    <a:pt x="56656" y="22266"/>
                  </a:lnTo>
                  <a:lnTo>
                    <a:pt x="57886" y="23164"/>
                  </a:lnTo>
                  <a:lnTo>
                    <a:pt x="50944" y="36013"/>
                  </a:lnTo>
                  <a:lnTo>
                    <a:pt x="50681" y="36462"/>
                  </a:lnTo>
                  <a:lnTo>
                    <a:pt x="60698" y="42482"/>
                  </a:lnTo>
                  <a:lnTo>
                    <a:pt x="61049" y="42751"/>
                  </a:lnTo>
                  <a:lnTo>
                    <a:pt x="61313" y="61350"/>
                  </a:lnTo>
                  <a:lnTo>
                    <a:pt x="64300" y="66651"/>
                  </a:lnTo>
                  <a:lnTo>
                    <a:pt x="64300" y="87586"/>
                  </a:lnTo>
                  <a:lnTo>
                    <a:pt x="60522" y="95403"/>
                  </a:lnTo>
                  <a:lnTo>
                    <a:pt x="56656" y="101782"/>
                  </a:lnTo>
                  <a:lnTo>
                    <a:pt x="57798" y="106364"/>
                  </a:lnTo>
                  <a:lnTo>
                    <a:pt x="58765" y="110317"/>
                  </a:lnTo>
                  <a:lnTo>
                    <a:pt x="58062" y="112923"/>
                  </a:lnTo>
                  <a:lnTo>
                    <a:pt x="56304" y="116068"/>
                  </a:lnTo>
                  <a:lnTo>
                    <a:pt x="53405" y="118673"/>
                  </a:lnTo>
                  <a:lnTo>
                    <a:pt x="50417" y="122986"/>
                  </a:lnTo>
                  <a:lnTo>
                    <a:pt x="50242" y="128377"/>
                  </a:lnTo>
                  <a:lnTo>
                    <a:pt x="51823" y="131522"/>
                  </a:lnTo>
                  <a:lnTo>
                    <a:pt x="54371" y="135026"/>
                  </a:lnTo>
                  <a:lnTo>
                    <a:pt x="56216" y="135565"/>
                  </a:lnTo>
                  <a:lnTo>
                    <a:pt x="56480" y="137541"/>
                  </a:lnTo>
                  <a:lnTo>
                    <a:pt x="58237" y="143561"/>
                  </a:lnTo>
                  <a:lnTo>
                    <a:pt x="60698" y="146167"/>
                  </a:lnTo>
                  <a:lnTo>
                    <a:pt x="62719" y="148773"/>
                  </a:lnTo>
                  <a:lnTo>
                    <a:pt x="64827" y="150120"/>
                  </a:lnTo>
                  <a:lnTo>
                    <a:pt x="70187" y="151917"/>
                  </a:lnTo>
                  <a:lnTo>
                    <a:pt x="71242" y="153355"/>
                  </a:lnTo>
                  <a:lnTo>
                    <a:pt x="72472" y="155421"/>
                  </a:lnTo>
                  <a:lnTo>
                    <a:pt x="72735" y="156589"/>
                  </a:lnTo>
                  <a:lnTo>
                    <a:pt x="74932" y="158117"/>
                  </a:lnTo>
                  <a:lnTo>
                    <a:pt x="74844" y="162609"/>
                  </a:lnTo>
                  <a:lnTo>
                    <a:pt x="77041" y="163418"/>
                  </a:lnTo>
                  <a:lnTo>
                    <a:pt x="100765" y="173930"/>
                  </a:lnTo>
                  <a:lnTo>
                    <a:pt x="104807" y="168629"/>
                  </a:lnTo>
                  <a:lnTo>
                    <a:pt x="124752" y="169977"/>
                  </a:lnTo>
                  <a:lnTo>
                    <a:pt x="124489" y="170696"/>
                  </a:lnTo>
                  <a:lnTo>
                    <a:pt x="124313" y="171953"/>
                  </a:lnTo>
                  <a:lnTo>
                    <a:pt x="124577" y="173121"/>
                  </a:lnTo>
                  <a:lnTo>
                    <a:pt x="124928" y="175368"/>
                  </a:lnTo>
                  <a:lnTo>
                    <a:pt x="124313" y="176805"/>
                  </a:lnTo>
                  <a:lnTo>
                    <a:pt x="122116" y="178602"/>
                  </a:lnTo>
                  <a:lnTo>
                    <a:pt x="120974" y="180669"/>
                  </a:lnTo>
                  <a:lnTo>
                    <a:pt x="120623" y="182106"/>
                  </a:lnTo>
                  <a:lnTo>
                    <a:pt x="120359" y="183184"/>
                  </a:lnTo>
                  <a:lnTo>
                    <a:pt x="118338" y="185251"/>
                  </a:lnTo>
                  <a:lnTo>
                    <a:pt x="117371" y="187677"/>
                  </a:lnTo>
                  <a:lnTo>
                    <a:pt x="117284" y="188935"/>
                  </a:lnTo>
                  <a:lnTo>
                    <a:pt x="117196" y="189654"/>
                  </a:lnTo>
                  <a:lnTo>
                    <a:pt x="117196" y="190372"/>
                  </a:lnTo>
                  <a:lnTo>
                    <a:pt x="118250" y="194775"/>
                  </a:lnTo>
                  <a:lnTo>
                    <a:pt x="117723" y="198459"/>
                  </a:lnTo>
                  <a:lnTo>
                    <a:pt x="117547" y="200435"/>
                  </a:lnTo>
                  <a:lnTo>
                    <a:pt x="117723" y="201783"/>
                  </a:lnTo>
                  <a:lnTo>
                    <a:pt x="118514" y="203490"/>
                  </a:lnTo>
                  <a:lnTo>
                    <a:pt x="116669" y="207444"/>
                  </a:lnTo>
                  <a:lnTo>
                    <a:pt x="115351" y="210139"/>
                  </a:lnTo>
                  <a:lnTo>
                    <a:pt x="113681" y="213733"/>
                  </a:lnTo>
                  <a:lnTo>
                    <a:pt x="118777" y="218675"/>
                  </a:lnTo>
                  <a:lnTo>
                    <a:pt x="97689" y="237812"/>
                  </a:lnTo>
                  <a:lnTo>
                    <a:pt x="92330" y="242844"/>
                  </a:lnTo>
                  <a:lnTo>
                    <a:pt x="91451" y="242754"/>
                  </a:lnTo>
                  <a:lnTo>
                    <a:pt x="90748" y="243563"/>
                  </a:lnTo>
                  <a:lnTo>
                    <a:pt x="85564" y="252008"/>
                  </a:lnTo>
                  <a:lnTo>
                    <a:pt x="75899" y="267732"/>
                  </a:lnTo>
                  <a:lnTo>
                    <a:pt x="85564" y="275010"/>
                  </a:lnTo>
                  <a:lnTo>
                    <a:pt x="92593" y="280311"/>
                  </a:lnTo>
                  <a:lnTo>
                    <a:pt x="96020" y="283635"/>
                  </a:lnTo>
                  <a:lnTo>
                    <a:pt x="95932" y="287409"/>
                  </a:lnTo>
                  <a:lnTo>
                    <a:pt x="94702" y="289924"/>
                  </a:lnTo>
                  <a:lnTo>
                    <a:pt x="96899" y="299987"/>
                  </a:lnTo>
                  <a:lnTo>
                    <a:pt x="97865" y="306546"/>
                  </a:lnTo>
                  <a:lnTo>
                    <a:pt x="100765" y="308793"/>
                  </a:lnTo>
                  <a:lnTo>
                    <a:pt x="98304" y="312027"/>
                  </a:lnTo>
                  <a:lnTo>
                    <a:pt x="98041" y="312476"/>
                  </a:lnTo>
                  <a:lnTo>
                    <a:pt x="96284" y="314992"/>
                  </a:lnTo>
                  <a:lnTo>
                    <a:pt x="94878" y="317148"/>
                  </a:lnTo>
                  <a:lnTo>
                    <a:pt x="93823" y="319395"/>
                  </a:lnTo>
                  <a:lnTo>
                    <a:pt x="93384" y="321192"/>
                  </a:lnTo>
                  <a:lnTo>
                    <a:pt x="92505" y="323438"/>
                  </a:lnTo>
                  <a:lnTo>
                    <a:pt x="91539" y="325504"/>
                  </a:lnTo>
                  <a:lnTo>
                    <a:pt x="90924" y="326583"/>
                  </a:lnTo>
                  <a:lnTo>
                    <a:pt x="90660" y="327301"/>
                  </a:lnTo>
                  <a:lnTo>
                    <a:pt x="89869" y="328829"/>
                  </a:lnTo>
                  <a:lnTo>
                    <a:pt x="86179" y="331434"/>
                  </a:lnTo>
                  <a:lnTo>
                    <a:pt x="83631" y="332782"/>
                  </a:lnTo>
                  <a:lnTo>
                    <a:pt x="79325" y="336735"/>
                  </a:lnTo>
                  <a:lnTo>
                    <a:pt x="75811" y="341228"/>
                  </a:lnTo>
                  <a:lnTo>
                    <a:pt x="71329" y="346978"/>
                  </a:lnTo>
                  <a:lnTo>
                    <a:pt x="68342" y="350213"/>
                  </a:lnTo>
                  <a:lnTo>
                    <a:pt x="63334" y="355064"/>
                  </a:lnTo>
                  <a:lnTo>
                    <a:pt x="57447" y="360186"/>
                  </a:lnTo>
                  <a:lnTo>
                    <a:pt x="53580" y="364678"/>
                  </a:lnTo>
                  <a:lnTo>
                    <a:pt x="50857" y="368182"/>
                  </a:lnTo>
                  <a:lnTo>
                    <a:pt x="47254" y="370608"/>
                  </a:lnTo>
                  <a:lnTo>
                    <a:pt x="44091" y="375640"/>
                  </a:lnTo>
                  <a:lnTo>
                    <a:pt x="41279" y="380132"/>
                  </a:lnTo>
                  <a:lnTo>
                    <a:pt x="38380" y="383726"/>
                  </a:lnTo>
                  <a:lnTo>
                    <a:pt x="35216" y="387500"/>
                  </a:lnTo>
                  <a:lnTo>
                    <a:pt x="31877" y="391004"/>
                  </a:lnTo>
                  <a:lnTo>
                    <a:pt x="30735" y="391902"/>
                  </a:lnTo>
                  <a:lnTo>
                    <a:pt x="29944" y="392621"/>
                  </a:lnTo>
                  <a:lnTo>
                    <a:pt x="28275" y="395406"/>
                  </a:lnTo>
                  <a:lnTo>
                    <a:pt x="25287" y="399090"/>
                  </a:lnTo>
                  <a:lnTo>
                    <a:pt x="22827" y="402594"/>
                  </a:lnTo>
                  <a:lnTo>
                    <a:pt x="20191" y="404032"/>
                  </a:lnTo>
                  <a:lnTo>
                    <a:pt x="16589" y="406188"/>
                  </a:lnTo>
                  <a:lnTo>
                    <a:pt x="14041" y="408075"/>
                  </a:lnTo>
                  <a:lnTo>
                    <a:pt x="10965" y="412388"/>
                  </a:lnTo>
                  <a:lnTo>
                    <a:pt x="8856" y="416251"/>
                  </a:lnTo>
                  <a:lnTo>
                    <a:pt x="7187" y="419665"/>
                  </a:lnTo>
                  <a:lnTo>
                    <a:pt x="6308" y="422720"/>
                  </a:lnTo>
                  <a:lnTo>
                    <a:pt x="4463" y="426135"/>
                  </a:lnTo>
                  <a:lnTo>
                    <a:pt x="3145" y="429998"/>
                  </a:lnTo>
                  <a:lnTo>
                    <a:pt x="2003" y="432244"/>
                  </a:lnTo>
                  <a:lnTo>
                    <a:pt x="0" y="435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890892" y="5358332"/>
              <a:ext cx="586578" cy="374955"/>
            </a:xfrm>
            <a:custGeom>
              <a:avLst/>
              <a:pathLst>
                <a:path w="586578" h="374955">
                  <a:moveTo>
                    <a:pt x="0" y="346096"/>
                  </a:moveTo>
                  <a:lnTo>
                    <a:pt x="18188" y="325610"/>
                  </a:lnTo>
                  <a:lnTo>
                    <a:pt x="31631" y="312672"/>
                  </a:lnTo>
                  <a:lnTo>
                    <a:pt x="37167" y="302339"/>
                  </a:lnTo>
                  <a:lnTo>
                    <a:pt x="40594" y="294972"/>
                  </a:lnTo>
                  <a:lnTo>
                    <a:pt x="41121" y="293894"/>
                  </a:lnTo>
                  <a:lnTo>
                    <a:pt x="46920" y="290659"/>
                  </a:lnTo>
                  <a:lnTo>
                    <a:pt x="70029" y="284370"/>
                  </a:lnTo>
                  <a:lnTo>
                    <a:pt x="82418" y="281495"/>
                  </a:lnTo>
                  <a:lnTo>
                    <a:pt x="137598" y="260380"/>
                  </a:lnTo>
                  <a:lnTo>
                    <a:pt x="164310" y="245016"/>
                  </a:lnTo>
                  <a:lnTo>
                    <a:pt x="203147" y="217163"/>
                  </a:lnTo>
                  <a:lnTo>
                    <a:pt x="216239" y="203866"/>
                  </a:lnTo>
                  <a:lnTo>
                    <a:pt x="219841" y="198295"/>
                  </a:lnTo>
                  <a:lnTo>
                    <a:pt x="220105" y="197936"/>
                  </a:lnTo>
                  <a:lnTo>
                    <a:pt x="227398" y="188501"/>
                  </a:lnTo>
                  <a:lnTo>
                    <a:pt x="231352" y="182302"/>
                  </a:lnTo>
                  <a:lnTo>
                    <a:pt x="233285" y="178079"/>
                  </a:lnTo>
                  <a:lnTo>
                    <a:pt x="234866" y="175833"/>
                  </a:lnTo>
                  <a:lnTo>
                    <a:pt x="243126" y="168735"/>
                  </a:lnTo>
                  <a:lnTo>
                    <a:pt x="245586" y="163973"/>
                  </a:lnTo>
                  <a:lnTo>
                    <a:pt x="248486" y="160738"/>
                  </a:lnTo>
                  <a:lnTo>
                    <a:pt x="257975" y="154629"/>
                  </a:lnTo>
                  <a:lnTo>
                    <a:pt x="265268" y="149148"/>
                  </a:lnTo>
                  <a:lnTo>
                    <a:pt x="276691" y="138096"/>
                  </a:lnTo>
                  <a:lnTo>
                    <a:pt x="280557" y="135221"/>
                  </a:lnTo>
                  <a:lnTo>
                    <a:pt x="292155" y="129291"/>
                  </a:lnTo>
                  <a:lnTo>
                    <a:pt x="294791" y="128303"/>
                  </a:lnTo>
                  <a:lnTo>
                    <a:pt x="297779" y="127764"/>
                  </a:lnTo>
                  <a:lnTo>
                    <a:pt x="303578" y="128213"/>
                  </a:lnTo>
                  <a:lnTo>
                    <a:pt x="306214" y="127944"/>
                  </a:lnTo>
                  <a:lnTo>
                    <a:pt x="311750" y="124260"/>
                  </a:lnTo>
                  <a:lnTo>
                    <a:pt x="317461" y="119588"/>
                  </a:lnTo>
                  <a:lnTo>
                    <a:pt x="321151" y="118150"/>
                  </a:lnTo>
                  <a:lnTo>
                    <a:pt x="327741" y="118150"/>
                  </a:lnTo>
                  <a:lnTo>
                    <a:pt x="335034" y="120666"/>
                  </a:lnTo>
                  <a:lnTo>
                    <a:pt x="345402" y="121834"/>
                  </a:lnTo>
                  <a:lnTo>
                    <a:pt x="356737" y="124619"/>
                  </a:lnTo>
                  <a:lnTo>
                    <a:pt x="371059" y="125338"/>
                  </a:lnTo>
                  <a:lnTo>
                    <a:pt x="375629" y="125967"/>
                  </a:lnTo>
                  <a:lnTo>
                    <a:pt x="382921" y="125338"/>
                  </a:lnTo>
                  <a:lnTo>
                    <a:pt x="386612" y="124080"/>
                  </a:lnTo>
                  <a:lnTo>
                    <a:pt x="393993" y="118869"/>
                  </a:lnTo>
                  <a:lnTo>
                    <a:pt x="409809" y="110423"/>
                  </a:lnTo>
                  <a:lnTo>
                    <a:pt x="413763" y="110064"/>
                  </a:lnTo>
                  <a:lnTo>
                    <a:pt x="425800" y="110872"/>
                  </a:lnTo>
                  <a:lnTo>
                    <a:pt x="436256" y="110962"/>
                  </a:lnTo>
                  <a:lnTo>
                    <a:pt x="440738" y="110333"/>
                  </a:lnTo>
                  <a:lnTo>
                    <a:pt x="446712" y="108357"/>
                  </a:lnTo>
                  <a:lnTo>
                    <a:pt x="457081" y="100450"/>
                  </a:lnTo>
                  <a:lnTo>
                    <a:pt x="461298" y="98294"/>
                  </a:lnTo>
                  <a:lnTo>
                    <a:pt x="464286" y="96856"/>
                  </a:lnTo>
                  <a:lnTo>
                    <a:pt x="469470" y="96227"/>
                  </a:lnTo>
                  <a:lnTo>
                    <a:pt x="481156" y="96407"/>
                  </a:lnTo>
                  <a:lnTo>
                    <a:pt x="490821" y="94430"/>
                  </a:lnTo>
                  <a:lnTo>
                    <a:pt x="493633" y="92723"/>
                  </a:lnTo>
                  <a:lnTo>
                    <a:pt x="499608" y="86344"/>
                  </a:lnTo>
                  <a:lnTo>
                    <a:pt x="503123" y="80953"/>
                  </a:lnTo>
                  <a:lnTo>
                    <a:pt x="504177" y="78527"/>
                  </a:lnTo>
                  <a:lnTo>
                    <a:pt x="505407" y="73495"/>
                  </a:lnTo>
                  <a:lnTo>
                    <a:pt x="505671" y="69812"/>
                  </a:lnTo>
                  <a:lnTo>
                    <a:pt x="505671" y="65050"/>
                  </a:lnTo>
                  <a:lnTo>
                    <a:pt x="506901" y="61276"/>
                  </a:lnTo>
                  <a:lnTo>
                    <a:pt x="510943" y="54358"/>
                  </a:lnTo>
                  <a:lnTo>
                    <a:pt x="512437" y="49776"/>
                  </a:lnTo>
                  <a:lnTo>
                    <a:pt x="516391" y="41869"/>
                  </a:lnTo>
                  <a:lnTo>
                    <a:pt x="522893" y="32974"/>
                  </a:lnTo>
                  <a:lnTo>
                    <a:pt x="526847" y="24348"/>
                  </a:lnTo>
                  <a:lnTo>
                    <a:pt x="528955" y="20754"/>
                  </a:lnTo>
                  <a:lnTo>
                    <a:pt x="531943" y="18059"/>
                  </a:lnTo>
                  <a:lnTo>
                    <a:pt x="542399" y="14645"/>
                  </a:lnTo>
                  <a:lnTo>
                    <a:pt x="554964" y="9344"/>
                  </a:lnTo>
                  <a:lnTo>
                    <a:pt x="558479" y="7367"/>
                  </a:lnTo>
                  <a:lnTo>
                    <a:pt x="564366" y="2066"/>
                  </a:lnTo>
                  <a:lnTo>
                    <a:pt x="567441" y="179"/>
                  </a:lnTo>
                  <a:lnTo>
                    <a:pt x="569110" y="0"/>
                  </a:lnTo>
                  <a:lnTo>
                    <a:pt x="571219" y="269"/>
                  </a:lnTo>
                  <a:lnTo>
                    <a:pt x="574119" y="1347"/>
                  </a:lnTo>
                  <a:lnTo>
                    <a:pt x="575525" y="2246"/>
                  </a:lnTo>
                  <a:lnTo>
                    <a:pt x="578161" y="7008"/>
                  </a:lnTo>
                  <a:lnTo>
                    <a:pt x="581324" y="16801"/>
                  </a:lnTo>
                  <a:lnTo>
                    <a:pt x="583433" y="21024"/>
                  </a:lnTo>
                  <a:lnTo>
                    <a:pt x="585541" y="23630"/>
                  </a:lnTo>
                  <a:lnTo>
                    <a:pt x="586578" y="24147"/>
                  </a:lnTo>
                  <a:lnTo>
                    <a:pt x="586578" y="374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877959" y="3082113"/>
              <a:ext cx="352783" cy="425432"/>
            </a:xfrm>
            <a:custGeom>
              <a:avLst/>
              <a:pathLst>
                <a:path w="352783" h="425432">
                  <a:moveTo>
                    <a:pt x="196996" y="4851"/>
                  </a:moveTo>
                  <a:lnTo>
                    <a:pt x="199720" y="4492"/>
                  </a:lnTo>
                  <a:lnTo>
                    <a:pt x="203147" y="5570"/>
                  </a:lnTo>
                  <a:lnTo>
                    <a:pt x="207452" y="8266"/>
                  </a:lnTo>
                  <a:lnTo>
                    <a:pt x="209825" y="11500"/>
                  </a:lnTo>
                  <a:lnTo>
                    <a:pt x="210879" y="13656"/>
                  </a:lnTo>
                  <a:lnTo>
                    <a:pt x="214745" y="20036"/>
                  </a:lnTo>
                  <a:lnTo>
                    <a:pt x="217030" y="23360"/>
                  </a:lnTo>
                  <a:lnTo>
                    <a:pt x="218260" y="29021"/>
                  </a:lnTo>
                  <a:lnTo>
                    <a:pt x="218260" y="33513"/>
                  </a:lnTo>
                  <a:lnTo>
                    <a:pt x="216678" y="37107"/>
                  </a:lnTo>
                  <a:lnTo>
                    <a:pt x="215624" y="38814"/>
                  </a:lnTo>
                  <a:lnTo>
                    <a:pt x="215624" y="46002"/>
                  </a:lnTo>
                  <a:lnTo>
                    <a:pt x="216678" y="50944"/>
                  </a:lnTo>
                  <a:lnTo>
                    <a:pt x="221950" y="56874"/>
                  </a:lnTo>
                  <a:lnTo>
                    <a:pt x="228364" y="69093"/>
                  </a:lnTo>
                  <a:lnTo>
                    <a:pt x="234691" y="76191"/>
                  </a:lnTo>
                  <a:lnTo>
                    <a:pt x="238469" y="76730"/>
                  </a:lnTo>
                  <a:lnTo>
                    <a:pt x="240929" y="80504"/>
                  </a:lnTo>
                  <a:lnTo>
                    <a:pt x="241456" y="85535"/>
                  </a:lnTo>
                  <a:lnTo>
                    <a:pt x="241456" y="87422"/>
                  </a:lnTo>
                  <a:lnTo>
                    <a:pt x="241456" y="93711"/>
                  </a:lnTo>
                  <a:lnTo>
                    <a:pt x="242950" y="108267"/>
                  </a:lnTo>
                  <a:lnTo>
                    <a:pt x="243126" y="109704"/>
                  </a:lnTo>
                  <a:lnTo>
                    <a:pt x="249101" y="110154"/>
                  </a:lnTo>
                  <a:lnTo>
                    <a:pt x="252352" y="112130"/>
                  </a:lnTo>
                  <a:lnTo>
                    <a:pt x="256745" y="112939"/>
                  </a:lnTo>
                  <a:lnTo>
                    <a:pt x="262457" y="114017"/>
                  </a:lnTo>
                  <a:lnTo>
                    <a:pt x="267289" y="115994"/>
                  </a:lnTo>
                  <a:lnTo>
                    <a:pt x="270277" y="120486"/>
                  </a:lnTo>
                  <a:lnTo>
                    <a:pt x="270716" y="124979"/>
                  </a:lnTo>
                  <a:lnTo>
                    <a:pt x="270628" y="130370"/>
                  </a:lnTo>
                  <a:lnTo>
                    <a:pt x="268783" y="134503"/>
                  </a:lnTo>
                  <a:lnTo>
                    <a:pt x="269662" y="145823"/>
                  </a:lnTo>
                  <a:lnTo>
                    <a:pt x="273967" y="151843"/>
                  </a:lnTo>
                  <a:lnTo>
                    <a:pt x="277394" y="157594"/>
                  </a:lnTo>
                  <a:lnTo>
                    <a:pt x="279503" y="159031"/>
                  </a:lnTo>
                  <a:lnTo>
                    <a:pt x="281787" y="160648"/>
                  </a:lnTo>
                  <a:lnTo>
                    <a:pt x="284950" y="164692"/>
                  </a:lnTo>
                  <a:lnTo>
                    <a:pt x="288553" y="169004"/>
                  </a:lnTo>
                  <a:lnTo>
                    <a:pt x="288904" y="175563"/>
                  </a:lnTo>
                  <a:lnTo>
                    <a:pt x="287059" y="181943"/>
                  </a:lnTo>
                  <a:lnTo>
                    <a:pt x="285829" y="190838"/>
                  </a:lnTo>
                  <a:lnTo>
                    <a:pt x="284950" y="198025"/>
                  </a:lnTo>
                  <a:lnTo>
                    <a:pt x="287762" y="202877"/>
                  </a:lnTo>
                  <a:lnTo>
                    <a:pt x="289519" y="207549"/>
                  </a:lnTo>
                  <a:lnTo>
                    <a:pt x="292243" y="209885"/>
                  </a:lnTo>
                  <a:lnTo>
                    <a:pt x="294528" y="215097"/>
                  </a:lnTo>
                  <a:lnTo>
                    <a:pt x="294704" y="219230"/>
                  </a:lnTo>
                  <a:lnTo>
                    <a:pt x="292068" y="225249"/>
                  </a:lnTo>
                  <a:lnTo>
                    <a:pt x="289168" y="230550"/>
                  </a:lnTo>
                  <a:lnTo>
                    <a:pt x="289080" y="240074"/>
                  </a:lnTo>
                  <a:lnTo>
                    <a:pt x="284863" y="243938"/>
                  </a:lnTo>
                  <a:lnTo>
                    <a:pt x="280381" y="250766"/>
                  </a:lnTo>
                  <a:lnTo>
                    <a:pt x="277306" y="252294"/>
                  </a:lnTo>
                  <a:lnTo>
                    <a:pt x="276339" y="252743"/>
                  </a:lnTo>
                  <a:lnTo>
                    <a:pt x="272034" y="254630"/>
                  </a:lnTo>
                  <a:lnTo>
                    <a:pt x="271858" y="257325"/>
                  </a:lnTo>
                  <a:lnTo>
                    <a:pt x="271419" y="257505"/>
                  </a:lnTo>
                  <a:lnTo>
                    <a:pt x="271770" y="259032"/>
                  </a:lnTo>
                  <a:lnTo>
                    <a:pt x="271595" y="261728"/>
                  </a:lnTo>
                  <a:lnTo>
                    <a:pt x="271683" y="263525"/>
                  </a:lnTo>
                  <a:lnTo>
                    <a:pt x="271155" y="263794"/>
                  </a:lnTo>
                  <a:lnTo>
                    <a:pt x="271155" y="265771"/>
                  </a:lnTo>
                  <a:lnTo>
                    <a:pt x="271683" y="266220"/>
                  </a:lnTo>
                  <a:lnTo>
                    <a:pt x="271946" y="267478"/>
                  </a:lnTo>
                  <a:lnTo>
                    <a:pt x="272298" y="268017"/>
                  </a:lnTo>
                  <a:lnTo>
                    <a:pt x="272298" y="269095"/>
                  </a:lnTo>
                  <a:lnTo>
                    <a:pt x="271067" y="269814"/>
                  </a:lnTo>
                  <a:lnTo>
                    <a:pt x="270804" y="269904"/>
                  </a:lnTo>
                  <a:lnTo>
                    <a:pt x="270892" y="271072"/>
                  </a:lnTo>
                  <a:lnTo>
                    <a:pt x="269749" y="272689"/>
                  </a:lnTo>
                  <a:lnTo>
                    <a:pt x="268431" y="276643"/>
                  </a:lnTo>
                  <a:lnTo>
                    <a:pt x="268695" y="277541"/>
                  </a:lnTo>
                  <a:lnTo>
                    <a:pt x="269310" y="278530"/>
                  </a:lnTo>
                  <a:lnTo>
                    <a:pt x="269398" y="279428"/>
                  </a:lnTo>
                  <a:lnTo>
                    <a:pt x="269574" y="281045"/>
                  </a:lnTo>
                  <a:lnTo>
                    <a:pt x="270452" y="282123"/>
                  </a:lnTo>
                  <a:lnTo>
                    <a:pt x="271683" y="283292"/>
                  </a:lnTo>
                  <a:lnTo>
                    <a:pt x="273001" y="284819"/>
                  </a:lnTo>
                  <a:lnTo>
                    <a:pt x="275021" y="287335"/>
                  </a:lnTo>
                  <a:lnTo>
                    <a:pt x="277130" y="290569"/>
                  </a:lnTo>
                  <a:lnTo>
                    <a:pt x="279063" y="292995"/>
                  </a:lnTo>
                  <a:lnTo>
                    <a:pt x="280821" y="294523"/>
                  </a:lnTo>
                  <a:lnTo>
                    <a:pt x="282578" y="297218"/>
                  </a:lnTo>
                  <a:lnTo>
                    <a:pt x="283632" y="299554"/>
                  </a:lnTo>
                  <a:lnTo>
                    <a:pt x="284423" y="299644"/>
                  </a:lnTo>
                  <a:lnTo>
                    <a:pt x="287411" y="301531"/>
                  </a:lnTo>
                  <a:lnTo>
                    <a:pt x="287850" y="301800"/>
                  </a:lnTo>
                  <a:lnTo>
                    <a:pt x="289344" y="303058"/>
                  </a:lnTo>
                  <a:lnTo>
                    <a:pt x="290486" y="305754"/>
                  </a:lnTo>
                  <a:lnTo>
                    <a:pt x="291277" y="306652"/>
                  </a:lnTo>
                  <a:lnTo>
                    <a:pt x="292419" y="307730"/>
                  </a:lnTo>
                  <a:lnTo>
                    <a:pt x="293913" y="309168"/>
                  </a:lnTo>
                  <a:lnTo>
                    <a:pt x="294967" y="312223"/>
                  </a:lnTo>
                  <a:lnTo>
                    <a:pt x="295934" y="315278"/>
                  </a:lnTo>
                  <a:lnTo>
                    <a:pt x="297252" y="316985"/>
                  </a:lnTo>
                  <a:lnTo>
                    <a:pt x="298306" y="318961"/>
                  </a:lnTo>
                  <a:lnTo>
                    <a:pt x="299888" y="322645"/>
                  </a:lnTo>
                  <a:lnTo>
                    <a:pt x="302436" y="327587"/>
                  </a:lnTo>
                  <a:lnTo>
                    <a:pt x="304720" y="331181"/>
                  </a:lnTo>
                  <a:lnTo>
                    <a:pt x="309641" y="335943"/>
                  </a:lnTo>
                  <a:lnTo>
                    <a:pt x="310695" y="337829"/>
                  </a:lnTo>
                  <a:lnTo>
                    <a:pt x="309641" y="341693"/>
                  </a:lnTo>
                  <a:lnTo>
                    <a:pt x="309202" y="344299"/>
                  </a:lnTo>
                  <a:lnTo>
                    <a:pt x="309026" y="347084"/>
                  </a:lnTo>
                  <a:lnTo>
                    <a:pt x="310256" y="348791"/>
                  </a:lnTo>
                  <a:lnTo>
                    <a:pt x="311486" y="350139"/>
                  </a:lnTo>
                  <a:lnTo>
                    <a:pt x="312804" y="350768"/>
                  </a:lnTo>
                  <a:lnTo>
                    <a:pt x="314298" y="351486"/>
                  </a:lnTo>
                  <a:lnTo>
                    <a:pt x="315616" y="352115"/>
                  </a:lnTo>
                  <a:lnTo>
                    <a:pt x="316934" y="352834"/>
                  </a:lnTo>
                  <a:lnTo>
                    <a:pt x="317461" y="353373"/>
                  </a:lnTo>
                  <a:lnTo>
                    <a:pt x="319130" y="353643"/>
                  </a:lnTo>
                  <a:lnTo>
                    <a:pt x="321239" y="353733"/>
                  </a:lnTo>
                  <a:lnTo>
                    <a:pt x="322733" y="354092"/>
                  </a:lnTo>
                  <a:lnTo>
                    <a:pt x="323787" y="354631"/>
                  </a:lnTo>
                  <a:lnTo>
                    <a:pt x="326248" y="354901"/>
                  </a:lnTo>
                  <a:lnTo>
                    <a:pt x="327390" y="355799"/>
                  </a:lnTo>
                  <a:lnTo>
                    <a:pt x="329938" y="356967"/>
                  </a:lnTo>
                  <a:lnTo>
                    <a:pt x="330641" y="356967"/>
                  </a:lnTo>
                  <a:lnTo>
                    <a:pt x="332223" y="357686"/>
                  </a:lnTo>
                  <a:lnTo>
                    <a:pt x="332398" y="358045"/>
                  </a:lnTo>
                  <a:lnTo>
                    <a:pt x="332486" y="358584"/>
                  </a:lnTo>
                  <a:lnTo>
                    <a:pt x="333628" y="358584"/>
                  </a:lnTo>
                  <a:lnTo>
                    <a:pt x="333541" y="359034"/>
                  </a:lnTo>
                  <a:lnTo>
                    <a:pt x="334331" y="359483"/>
                  </a:lnTo>
                  <a:lnTo>
                    <a:pt x="334771" y="359213"/>
                  </a:lnTo>
                  <a:lnTo>
                    <a:pt x="336001" y="360022"/>
                  </a:lnTo>
                  <a:lnTo>
                    <a:pt x="336177" y="359842"/>
                  </a:lnTo>
                  <a:lnTo>
                    <a:pt x="337846" y="360651"/>
                  </a:lnTo>
                  <a:lnTo>
                    <a:pt x="338110" y="360022"/>
                  </a:lnTo>
                  <a:lnTo>
                    <a:pt x="338549" y="360292"/>
                  </a:lnTo>
                  <a:lnTo>
                    <a:pt x="338812" y="359752"/>
                  </a:lnTo>
                  <a:lnTo>
                    <a:pt x="340482" y="360561"/>
                  </a:lnTo>
                  <a:lnTo>
                    <a:pt x="340746" y="360112"/>
                  </a:lnTo>
                  <a:lnTo>
                    <a:pt x="342679" y="360921"/>
                  </a:lnTo>
                  <a:lnTo>
                    <a:pt x="343382" y="360831"/>
                  </a:lnTo>
                  <a:lnTo>
                    <a:pt x="343557" y="362628"/>
                  </a:lnTo>
                  <a:lnTo>
                    <a:pt x="344787" y="362358"/>
                  </a:lnTo>
                  <a:lnTo>
                    <a:pt x="352783" y="363706"/>
                  </a:lnTo>
                  <a:lnTo>
                    <a:pt x="352608" y="364604"/>
                  </a:lnTo>
                  <a:lnTo>
                    <a:pt x="352608" y="364874"/>
                  </a:lnTo>
                  <a:lnTo>
                    <a:pt x="352608" y="368378"/>
                  </a:lnTo>
                  <a:lnTo>
                    <a:pt x="352168" y="371702"/>
                  </a:lnTo>
                  <a:lnTo>
                    <a:pt x="351905" y="373140"/>
                  </a:lnTo>
                  <a:lnTo>
                    <a:pt x="351377" y="377093"/>
                  </a:lnTo>
                  <a:lnTo>
                    <a:pt x="351202" y="377722"/>
                  </a:lnTo>
                  <a:lnTo>
                    <a:pt x="349884" y="383293"/>
                  </a:lnTo>
                  <a:lnTo>
                    <a:pt x="349181" y="384371"/>
                  </a:lnTo>
                  <a:lnTo>
                    <a:pt x="348829" y="384910"/>
                  </a:lnTo>
                  <a:lnTo>
                    <a:pt x="348302" y="385719"/>
                  </a:lnTo>
                  <a:lnTo>
                    <a:pt x="347248" y="387336"/>
                  </a:lnTo>
                  <a:lnTo>
                    <a:pt x="345139" y="390481"/>
                  </a:lnTo>
                  <a:lnTo>
                    <a:pt x="344700" y="391379"/>
                  </a:lnTo>
                  <a:lnTo>
                    <a:pt x="344436" y="392098"/>
                  </a:lnTo>
                  <a:lnTo>
                    <a:pt x="343997" y="392996"/>
                  </a:lnTo>
                  <a:lnTo>
                    <a:pt x="343733" y="393715"/>
                  </a:lnTo>
                  <a:lnTo>
                    <a:pt x="341712" y="398657"/>
                  </a:lnTo>
                  <a:lnTo>
                    <a:pt x="341536" y="398926"/>
                  </a:lnTo>
                  <a:lnTo>
                    <a:pt x="338197" y="405306"/>
                  </a:lnTo>
                  <a:lnTo>
                    <a:pt x="337231" y="406923"/>
                  </a:lnTo>
                  <a:lnTo>
                    <a:pt x="336264" y="408091"/>
                  </a:lnTo>
                  <a:lnTo>
                    <a:pt x="333013" y="411865"/>
                  </a:lnTo>
                  <a:lnTo>
                    <a:pt x="331256" y="414021"/>
                  </a:lnTo>
                  <a:lnTo>
                    <a:pt x="330905" y="414470"/>
                  </a:lnTo>
                  <a:lnTo>
                    <a:pt x="326775" y="416896"/>
                  </a:lnTo>
                  <a:lnTo>
                    <a:pt x="325896" y="417435"/>
                  </a:lnTo>
                  <a:lnTo>
                    <a:pt x="324578" y="418244"/>
                  </a:lnTo>
                  <a:lnTo>
                    <a:pt x="323436" y="418873"/>
                  </a:lnTo>
                  <a:lnTo>
                    <a:pt x="322997" y="419052"/>
                  </a:lnTo>
                  <a:lnTo>
                    <a:pt x="322733" y="419052"/>
                  </a:lnTo>
                  <a:lnTo>
                    <a:pt x="322030" y="419232"/>
                  </a:lnTo>
                  <a:lnTo>
                    <a:pt x="314122" y="421299"/>
                  </a:lnTo>
                  <a:lnTo>
                    <a:pt x="309641" y="422377"/>
                  </a:lnTo>
                  <a:lnTo>
                    <a:pt x="307884" y="422826"/>
                  </a:lnTo>
                  <a:lnTo>
                    <a:pt x="307005" y="423006"/>
                  </a:lnTo>
                  <a:lnTo>
                    <a:pt x="306653" y="423096"/>
                  </a:lnTo>
                  <a:lnTo>
                    <a:pt x="303578" y="423545"/>
                  </a:lnTo>
                  <a:lnTo>
                    <a:pt x="299624" y="424174"/>
                  </a:lnTo>
                  <a:lnTo>
                    <a:pt x="296285" y="424533"/>
                  </a:lnTo>
                  <a:lnTo>
                    <a:pt x="293122" y="424893"/>
                  </a:lnTo>
                  <a:lnTo>
                    <a:pt x="288641" y="425432"/>
                  </a:lnTo>
                  <a:lnTo>
                    <a:pt x="286268" y="425162"/>
                  </a:lnTo>
                  <a:lnTo>
                    <a:pt x="275812" y="424174"/>
                  </a:lnTo>
                  <a:lnTo>
                    <a:pt x="273703" y="423994"/>
                  </a:lnTo>
                  <a:lnTo>
                    <a:pt x="272737" y="423904"/>
                  </a:lnTo>
                  <a:lnTo>
                    <a:pt x="262544" y="423185"/>
                  </a:lnTo>
                  <a:lnTo>
                    <a:pt x="262369" y="423185"/>
                  </a:lnTo>
                  <a:lnTo>
                    <a:pt x="257888" y="422646"/>
                  </a:lnTo>
                  <a:lnTo>
                    <a:pt x="251473" y="421838"/>
                  </a:lnTo>
                  <a:lnTo>
                    <a:pt x="249892" y="421299"/>
                  </a:lnTo>
                  <a:lnTo>
                    <a:pt x="247783" y="420670"/>
                  </a:lnTo>
                  <a:lnTo>
                    <a:pt x="247168" y="420580"/>
                  </a:lnTo>
                  <a:lnTo>
                    <a:pt x="238293" y="420131"/>
                  </a:lnTo>
                  <a:lnTo>
                    <a:pt x="235921" y="419951"/>
                  </a:lnTo>
                  <a:lnTo>
                    <a:pt x="233812" y="419861"/>
                  </a:lnTo>
                  <a:lnTo>
                    <a:pt x="225904" y="419681"/>
                  </a:lnTo>
                  <a:lnTo>
                    <a:pt x="222214" y="419681"/>
                  </a:lnTo>
                  <a:lnTo>
                    <a:pt x="221247" y="419592"/>
                  </a:lnTo>
                  <a:lnTo>
                    <a:pt x="216502" y="419592"/>
                  </a:lnTo>
                  <a:lnTo>
                    <a:pt x="212636" y="419052"/>
                  </a:lnTo>
                  <a:lnTo>
                    <a:pt x="206925" y="418244"/>
                  </a:lnTo>
                  <a:lnTo>
                    <a:pt x="204992" y="417435"/>
                  </a:lnTo>
                  <a:lnTo>
                    <a:pt x="204553" y="417255"/>
                  </a:lnTo>
                  <a:lnTo>
                    <a:pt x="202707" y="416537"/>
                  </a:lnTo>
                  <a:lnTo>
                    <a:pt x="201302" y="415908"/>
                  </a:lnTo>
                  <a:lnTo>
                    <a:pt x="197435" y="414380"/>
                  </a:lnTo>
                  <a:lnTo>
                    <a:pt x="196557" y="414021"/>
                  </a:lnTo>
                  <a:lnTo>
                    <a:pt x="194975" y="413302"/>
                  </a:lnTo>
                  <a:lnTo>
                    <a:pt x="193306" y="412583"/>
                  </a:lnTo>
                  <a:lnTo>
                    <a:pt x="193042" y="412494"/>
                  </a:lnTo>
                  <a:lnTo>
                    <a:pt x="188912" y="410697"/>
                  </a:lnTo>
                  <a:lnTo>
                    <a:pt x="188209" y="410427"/>
                  </a:lnTo>
                  <a:lnTo>
                    <a:pt x="185486" y="409259"/>
                  </a:lnTo>
                  <a:lnTo>
                    <a:pt x="183992" y="408450"/>
                  </a:lnTo>
                  <a:lnTo>
                    <a:pt x="181092" y="406923"/>
                  </a:lnTo>
                  <a:lnTo>
                    <a:pt x="175908" y="404227"/>
                  </a:lnTo>
                  <a:lnTo>
                    <a:pt x="174414" y="403419"/>
                  </a:lnTo>
                  <a:lnTo>
                    <a:pt x="170636" y="401981"/>
                  </a:lnTo>
                  <a:lnTo>
                    <a:pt x="170460" y="401981"/>
                  </a:lnTo>
                  <a:lnTo>
                    <a:pt x="167824" y="400993"/>
                  </a:lnTo>
                  <a:lnTo>
                    <a:pt x="166506" y="400454"/>
                  </a:lnTo>
                  <a:lnTo>
                    <a:pt x="166243" y="400454"/>
                  </a:lnTo>
                  <a:lnTo>
                    <a:pt x="166067" y="400364"/>
                  </a:lnTo>
                  <a:lnTo>
                    <a:pt x="163431" y="399555"/>
                  </a:lnTo>
                  <a:lnTo>
                    <a:pt x="163255" y="399465"/>
                  </a:lnTo>
                  <a:lnTo>
                    <a:pt x="162992" y="399376"/>
                  </a:lnTo>
                  <a:lnTo>
                    <a:pt x="160707" y="398657"/>
                  </a:lnTo>
                  <a:lnTo>
                    <a:pt x="159126" y="398208"/>
                  </a:lnTo>
                  <a:lnTo>
                    <a:pt x="156050" y="397040"/>
                  </a:lnTo>
                  <a:lnTo>
                    <a:pt x="154469" y="396411"/>
                  </a:lnTo>
                  <a:lnTo>
                    <a:pt x="152096" y="395512"/>
                  </a:lnTo>
                  <a:lnTo>
                    <a:pt x="149460" y="394164"/>
                  </a:lnTo>
                  <a:lnTo>
                    <a:pt x="148670" y="393805"/>
                  </a:lnTo>
                  <a:lnTo>
                    <a:pt x="145770" y="392278"/>
                  </a:lnTo>
                  <a:lnTo>
                    <a:pt x="145418" y="392188"/>
                  </a:lnTo>
                  <a:lnTo>
                    <a:pt x="142080" y="390570"/>
                  </a:lnTo>
                  <a:lnTo>
                    <a:pt x="140586" y="389852"/>
                  </a:lnTo>
                  <a:lnTo>
                    <a:pt x="135577" y="386977"/>
                  </a:lnTo>
                  <a:lnTo>
                    <a:pt x="133205" y="385629"/>
                  </a:lnTo>
                  <a:lnTo>
                    <a:pt x="131360" y="384640"/>
                  </a:lnTo>
                  <a:lnTo>
                    <a:pt x="130657" y="384281"/>
                  </a:lnTo>
                  <a:lnTo>
                    <a:pt x="128460" y="383383"/>
                  </a:lnTo>
                  <a:lnTo>
                    <a:pt x="127582" y="383023"/>
                  </a:lnTo>
                  <a:lnTo>
                    <a:pt x="127054" y="382844"/>
                  </a:lnTo>
                  <a:lnTo>
                    <a:pt x="124946" y="382035"/>
                  </a:lnTo>
                  <a:lnTo>
                    <a:pt x="123803" y="381676"/>
                  </a:lnTo>
                  <a:lnTo>
                    <a:pt x="123628" y="381586"/>
                  </a:lnTo>
                  <a:lnTo>
                    <a:pt x="122925" y="381406"/>
                  </a:lnTo>
                  <a:lnTo>
                    <a:pt x="122046" y="381047"/>
                  </a:lnTo>
                  <a:lnTo>
                    <a:pt x="120904" y="380687"/>
                  </a:lnTo>
                  <a:lnTo>
                    <a:pt x="120640" y="380597"/>
                  </a:lnTo>
                  <a:lnTo>
                    <a:pt x="117916" y="379429"/>
                  </a:lnTo>
                  <a:lnTo>
                    <a:pt x="115368" y="378441"/>
                  </a:lnTo>
                  <a:lnTo>
                    <a:pt x="111766" y="377722"/>
                  </a:lnTo>
                  <a:lnTo>
                    <a:pt x="110799" y="377542"/>
                  </a:lnTo>
                  <a:lnTo>
                    <a:pt x="109130" y="377453"/>
                  </a:lnTo>
                  <a:lnTo>
                    <a:pt x="107372" y="377363"/>
                  </a:lnTo>
                  <a:lnTo>
                    <a:pt x="104912" y="377273"/>
                  </a:lnTo>
                  <a:lnTo>
                    <a:pt x="104736" y="377273"/>
                  </a:lnTo>
                  <a:lnTo>
                    <a:pt x="100343" y="377542"/>
                  </a:lnTo>
                  <a:lnTo>
                    <a:pt x="95774" y="377722"/>
                  </a:lnTo>
                  <a:lnTo>
                    <a:pt x="95159" y="377722"/>
                  </a:lnTo>
                  <a:lnTo>
                    <a:pt x="91293" y="377812"/>
                  </a:lnTo>
                  <a:lnTo>
                    <a:pt x="91117" y="377812"/>
                  </a:lnTo>
                  <a:lnTo>
                    <a:pt x="87339" y="377812"/>
                  </a:lnTo>
                  <a:lnTo>
                    <a:pt x="85230" y="377812"/>
                  </a:lnTo>
                  <a:lnTo>
                    <a:pt x="84615" y="377812"/>
                  </a:lnTo>
                  <a:lnTo>
                    <a:pt x="84000" y="377722"/>
                  </a:lnTo>
                  <a:lnTo>
                    <a:pt x="83824" y="377812"/>
                  </a:lnTo>
                  <a:lnTo>
                    <a:pt x="83736" y="377003"/>
                  </a:lnTo>
                  <a:lnTo>
                    <a:pt x="83736" y="374757"/>
                  </a:lnTo>
                  <a:lnTo>
                    <a:pt x="83736" y="373769"/>
                  </a:lnTo>
                  <a:lnTo>
                    <a:pt x="83648" y="372870"/>
                  </a:lnTo>
                  <a:lnTo>
                    <a:pt x="83560" y="372062"/>
                  </a:lnTo>
                  <a:lnTo>
                    <a:pt x="83473" y="370984"/>
                  </a:lnTo>
                  <a:lnTo>
                    <a:pt x="83473" y="370714"/>
                  </a:lnTo>
                  <a:lnTo>
                    <a:pt x="83473" y="370444"/>
                  </a:lnTo>
                  <a:lnTo>
                    <a:pt x="83297" y="369187"/>
                  </a:lnTo>
                  <a:lnTo>
                    <a:pt x="83297" y="368558"/>
                  </a:lnTo>
                  <a:lnTo>
                    <a:pt x="83209" y="367390"/>
                  </a:lnTo>
                  <a:lnTo>
                    <a:pt x="83033" y="365682"/>
                  </a:lnTo>
                  <a:lnTo>
                    <a:pt x="82858" y="363077"/>
                  </a:lnTo>
                  <a:lnTo>
                    <a:pt x="82682" y="360831"/>
                  </a:lnTo>
                  <a:lnTo>
                    <a:pt x="82594" y="360022"/>
                  </a:lnTo>
                  <a:lnTo>
                    <a:pt x="82506" y="359124"/>
                  </a:lnTo>
                  <a:lnTo>
                    <a:pt x="82330" y="356967"/>
                  </a:lnTo>
                  <a:lnTo>
                    <a:pt x="82242" y="355619"/>
                  </a:lnTo>
                  <a:lnTo>
                    <a:pt x="81979" y="351936"/>
                  </a:lnTo>
                  <a:lnTo>
                    <a:pt x="81803" y="350229"/>
                  </a:lnTo>
                  <a:lnTo>
                    <a:pt x="81803" y="349959"/>
                  </a:lnTo>
                  <a:lnTo>
                    <a:pt x="81715" y="349061"/>
                  </a:lnTo>
                  <a:lnTo>
                    <a:pt x="81452" y="345017"/>
                  </a:lnTo>
                  <a:lnTo>
                    <a:pt x="81364" y="344388"/>
                  </a:lnTo>
                  <a:lnTo>
                    <a:pt x="81276" y="344029"/>
                  </a:lnTo>
                  <a:lnTo>
                    <a:pt x="81276" y="343759"/>
                  </a:lnTo>
                  <a:lnTo>
                    <a:pt x="81276" y="343220"/>
                  </a:lnTo>
                  <a:lnTo>
                    <a:pt x="81100" y="341603"/>
                  </a:lnTo>
                  <a:lnTo>
                    <a:pt x="81012" y="340076"/>
                  </a:lnTo>
                  <a:lnTo>
                    <a:pt x="80924" y="339537"/>
                  </a:lnTo>
                  <a:lnTo>
                    <a:pt x="80397" y="333068"/>
                  </a:lnTo>
                  <a:lnTo>
                    <a:pt x="80309" y="331181"/>
                  </a:lnTo>
                  <a:lnTo>
                    <a:pt x="80222" y="329923"/>
                  </a:lnTo>
                  <a:lnTo>
                    <a:pt x="80046" y="328306"/>
                  </a:lnTo>
                  <a:lnTo>
                    <a:pt x="79870" y="325880"/>
                  </a:lnTo>
                  <a:lnTo>
                    <a:pt x="79782" y="325251"/>
                  </a:lnTo>
                  <a:lnTo>
                    <a:pt x="79606" y="322465"/>
                  </a:lnTo>
                  <a:lnTo>
                    <a:pt x="79519" y="321836"/>
                  </a:lnTo>
                  <a:lnTo>
                    <a:pt x="79343" y="319500"/>
                  </a:lnTo>
                  <a:lnTo>
                    <a:pt x="79167" y="316715"/>
                  </a:lnTo>
                  <a:lnTo>
                    <a:pt x="79079" y="315996"/>
                  </a:lnTo>
                  <a:lnTo>
                    <a:pt x="78816" y="312223"/>
                  </a:lnTo>
                  <a:lnTo>
                    <a:pt x="78640" y="310695"/>
                  </a:lnTo>
                  <a:lnTo>
                    <a:pt x="78552" y="308988"/>
                  </a:lnTo>
                  <a:lnTo>
                    <a:pt x="78464" y="307730"/>
                  </a:lnTo>
                  <a:lnTo>
                    <a:pt x="78376" y="307371"/>
                  </a:lnTo>
                  <a:lnTo>
                    <a:pt x="78113" y="303777"/>
                  </a:lnTo>
                  <a:lnTo>
                    <a:pt x="78025" y="302699"/>
                  </a:lnTo>
                  <a:lnTo>
                    <a:pt x="77937" y="302160"/>
                  </a:lnTo>
                  <a:lnTo>
                    <a:pt x="77761" y="299195"/>
                  </a:lnTo>
                  <a:lnTo>
                    <a:pt x="77322" y="294073"/>
                  </a:lnTo>
                  <a:lnTo>
                    <a:pt x="77322" y="293894"/>
                  </a:lnTo>
                  <a:lnTo>
                    <a:pt x="77322" y="293624"/>
                  </a:lnTo>
                  <a:lnTo>
                    <a:pt x="77146" y="292186"/>
                  </a:lnTo>
                  <a:lnTo>
                    <a:pt x="77146" y="291468"/>
                  </a:lnTo>
                  <a:lnTo>
                    <a:pt x="77058" y="290479"/>
                  </a:lnTo>
                  <a:lnTo>
                    <a:pt x="76883" y="288503"/>
                  </a:lnTo>
                  <a:lnTo>
                    <a:pt x="76795" y="287874"/>
                  </a:lnTo>
                  <a:lnTo>
                    <a:pt x="76707" y="285807"/>
                  </a:lnTo>
                  <a:lnTo>
                    <a:pt x="76619" y="284999"/>
                  </a:lnTo>
                  <a:lnTo>
                    <a:pt x="76443" y="284460"/>
                  </a:lnTo>
                  <a:lnTo>
                    <a:pt x="75740" y="282752"/>
                  </a:lnTo>
                  <a:lnTo>
                    <a:pt x="73368" y="281135"/>
                  </a:lnTo>
                  <a:lnTo>
                    <a:pt x="72665" y="280506"/>
                  </a:lnTo>
                  <a:lnTo>
                    <a:pt x="71083" y="279069"/>
                  </a:lnTo>
                  <a:lnTo>
                    <a:pt x="69590" y="277721"/>
                  </a:lnTo>
                  <a:lnTo>
                    <a:pt x="68008" y="276193"/>
                  </a:lnTo>
                  <a:lnTo>
                    <a:pt x="64845" y="273228"/>
                  </a:lnTo>
                  <a:lnTo>
                    <a:pt x="63966" y="272420"/>
                  </a:lnTo>
                  <a:lnTo>
                    <a:pt x="57991" y="266849"/>
                  </a:lnTo>
                  <a:lnTo>
                    <a:pt x="57025" y="265861"/>
                  </a:lnTo>
                  <a:lnTo>
                    <a:pt x="55531" y="264513"/>
                  </a:lnTo>
                  <a:lnTo>
                    <a:pt x="53159" y="262267"/>
                  </a:lnTo>
                  <a:lnTo>
                    <a:pt x="49732" y="259122"/>
                  </a:lnTo>
                  <a:lnTo>
                    <a:pt x="48502" y="258044"/>
                  </a:lnTo>
                  <a:lnTo>
                    <a:pt x="47447" y="257056"/>
                  </a:lnTo>
                  <a:lnTo>
                    <a:pt x="41912" y="251845"/>
                  </a:lnTo>
                  <a:lnTo>
                    <a:pt x="40418" y="250497"/>
                  </a:lnTo>
                  <a:lnTo>
                    <a:pt x="38749" y="248880"/>
                  </a:lnTo>
                  <a:lnTo>
                    <a:pt x="38397" y="248610"/>
                  </a:lnTo>
                  <a:lnTo>
                    <a:pt x="33828" y="244387"/>
                  </a:lnTo>
                  <a:lnTo>
                    <a:pt x="32246" y="242860"/>
                  </a:lnTo>
                  <a:lnTo>
                    <a:pt x="31807" y="242500"/>
                  </a:lnTo>
                  <a:lnTo>
                    <a:pt x="31368" y="242051"/>
                  </a:lnTo>
                  <a:lnTo>
                    <a:pt x="28468" y="239356"/>
                  </a:lnTo>
                  <a:lnTo>
                    <a:pt x="27941" y="238817"/>
                  </a:lnTo>
                  <a:lnTo>
                    <a:pt x="27765" y="238637"/>
                  </a:lnTo>
                  <a:lnTo>
                    <a:pt x="26711" y="237918"/>
                  </a:lnTo>
                  <a:lnTo>
                    <a:pt x="25481" y="237020"/>
                  </a:lnTo>
                  <a:lnTo>
                    <a:pt x="25129" y="236570"/>
                  </a:lnTo>
                  <a:lnTo>
                    <a:pt x="24514" y="235762"/>
                  </a:lnTo>
                  <a:lnTo>
                    <a:pt x="23899" y="235043"/>
                  </a:lnTo>
                  <a:lnTo>
                    <a:pt x="22054" y="232707"/>
                  </a:lnTo>
                  <a:lnTo>
                    <a:pt x="21175" y="230550"/>
                  </a:lnTo>
                  <a:lnTo>
                    <a:pt x="20560" y="228304"/>
                  </a:lnTo>
                  <a:lnTo>
                    <a:pt x="19945" y="225160"/>
                  </a:lnTo>
                  <a:lnTo>
                    <a:pt x="19682" y="223452"/>
                  </a:lnTo>
                  <a:lnTo>
                    <a:pt x="19154" y="220667"/>
                  </a:lnTo>
                  <a:lnTo>
                    <a:pt x="17397" y="210604"/>
                  </a:lnTo>
                  <a:lnTo>
                    <a:pt x="14410" y="193802"/>
                  </a:lnTo>
                  <a:lnTo>
                    <a:pt x="14322" y="192275"/>
                  </a:lnTo>
                  <a:lnTo>
                    <a:pt x="13707" y="189580"/>
                  </a:lnTo>
                  <a:lnTo>
                    <a:pt x="12301" y="183111"/>
                  </a:lnTo>
                  <a:lnTo>
                    <a:pt x="5535" y="151753"/>
                  </a:lnTo>
                  <a:lnTo>
                    <a:pt x="0" y="127584"/>
                  </a:lnTo>
                  <a:lnTo>
                    <a:pt x="263" y="127494"/>
                  </a:lnTo>
                  <a:lnTo>
                    <a:pt x="2284" y="127135"/>
                  </a:lnTo>
                  <a:lnTo>
                    <a:pt x="11159" y="125338"/>
                  </a:lnTo>
                  <a:lnTo>
                    <a:pt x="22933" y="123361"/>
                  </a:lnTo>
                  <a:lnTo>
                    <a:pt x="23723" y="123721"/>
                  </a:lnTo>
                  <a:lnTo>
                    <a:pt x="24866" y="124170"/>
                  </a:lnTo>
                  <a:lnTo>
                    <a:pt x="27941" y="125608"/>
                  </a:lnTo>
                  <a:lnTo>
                    <a:pt x="28820" y="126057"/>
                  </a:lnTo>
                  <a:lnTo>
                    <a:pt x="29435" y="127045"/>
                  </a:lnTo>
                  <a:lnTo>
                    <a:pt x="29786" y="127764"/>
                  </a:lnTo>
                  <a:lnTo>
                    <a:pt x="30577" y="129741"/>
                  </a:lnTo>
                  <a:lnTo>
                    <a:pt x="31192" y="131268"/>
                  </a:lnTo>
                  <a:lnTo>
                    <a:pt x="31456" y="131897"/>
                  </a:lnTo>
                  <a:lnTo>
                    <a:pt x="31631" y="132436"/>
                  </a:lnTo>
                  <a:lnTo>
                    <a:pt x="31719" y="132616"/>
                  </a:lnTo>
                  <a:lnTo>
                    <a:pt x="32159" y="133963"/>
                  </a:lnTo>
                  <a:lnTo>
                    <a:pt x="32334" y="134233"/>
                  </a:lnTo>
                  <a:lnTo>
                    <a:pt x="32422" y="135221"/>
                  </a:lnTo>
                  <a:lnTo>
                    <a:pt x="32510" y="135401"/>
                  </a:lnTo>
                  <a:lnTo>
                    <a:pt x="32422" y="136389"/>
                  </a:lnTo>
                  <a:lnTo>
                    <a:pt x="32246" y="138096"/>
                  </a:lnTo>
                  <a:lnTo>
                    <a:pt x="32246" y="138456"/>
                  </a:lnTo>
                  <a:lnTo>
                    <a:pt x="32246" y="138725"/>
                  </a:lnTo>
                  <a:lnTo>
                    <a:pt x="32246" y="139804"/>
                  </a:lnTo>
                  <a:lnTo>
                    <a:pt x="32334" y="140073"/>
                  </a:lnTo>
                  <a:lnTo>
                    <a:pt x="32686" y="140612"/>
                  </a:lnTo>
                  <a:lnTo>
                    <a:pt x="33477" y="141061"/>
                  </a:lnTo>
                  <a:lnTo>
                    <a:pt x="35410" y="141870"/>
                  </a:lnTo>
                  <a:lnTo>
                    <a:pt x="35937" y="142140"/>
                  </a:lnTo>
                  <a:lnTo>
                    <a:pt x="36200" y="142409"/>
                  </a:lnTo>
                  <a:lnTo>
                    <a:pt x="36464" y="142858"/>
                  </a:lnTo>
                  <a:lnTo>
                    <a:pt x="36552" y="143308"/>
                  </a:lnTo>
                  <a:lnTo>
                    <a:pt x="36552" y="144116"/>
                  </a:lnTo>
                  <a:lnTo>
                    <a:pt x="36464" y="144655"/>
                  </a:lnTo>
                  <a:lnTo>
                    <a:pt x="35673" y="147890"/>
                  </a:lnTo>
                  <a:lnTo>
                    <a:pt x="34970" y="151933"/>
                  </a:lnTo>
                  <a:lnTo>
                    <a:pt x="34795" y="153191"/>
                  </a:lnTo>
                  <a:lnTo>
                    <a:pt x="34970" y="153640"/>
                  </a:lnTo>
                  <a:lnTo>
                    <a:pt x="35058" y="154000"/>
                  </a:lnTo>
                  <a:lnTo>
                    <a:pt x="36288" y="157324"/>
                  </a:lnTo>
                  <a:lnTo>
                    <a:pt x="36728" y="157414"/>
                  </a:lnTo>
                  <a:lnTo>
                    <a:pt x="37870" y="157594"/>
                  </a:lnTo>
                  <a:lnTo>
                    <a:pt x="38134" y="158941"/>
                  </a:lnTo>
                  <a:lnTo>
                    <a:pt x="37958" y="159570"/>
                  </a:lnTo>
                  <a:lnTo>
                    <a:pt x="37958" y="159840"/>
                  </a:lnTo>
                  <a:lnTo>
                    <a:pt x="37518" y="160648"/>
                  </a:lnTo>
                  <a:lnTo>
                    <a:pt x="37343" y="161008"/>
                  </a:lnTo>
                  <a:lnTo>
                    <a:pt x="36991" y="162086"/>
                  </a:lnTo>
                  <a:lnTo>
                    <a:pt x="36903" y="162805"/>
                  </a:lnTo>
                  <a:lnTo>
                    <a:pt x="36816" y="163613"/>
                  </a:lnTo>
                  <a:lnTo>
                    <a:pt x="36816" y="163883"/>
                  </a:lnTo>
                  <a:lnTo>
                    <a:pt x="37958" y="165321"/>
                  </a:lnTo>
                  <a:lnTo>
                    <a:pt x="40418" y="168106"/>
                  </a:lnTo>
                  <a:lnTo>
                    <a:pt x="41121" y="169813"/>
                  </a:lnTo>
                  <a:lnTo>
                    <a:pt x="41297" y="170262"/>
                  </a:lnTo>
                  <a:lnTo>
                    <a:pt x="42263" y="171430"/>
                  </a:lnTo>
                  <a:lnTo>
                    <a:pt x="42351" y="171969"/>
                  </a:lnTo>
                  <a:lnTo>
                    <a:pt x="42615" y="173048"/>
                  </a:lnTo>
                  <a:lnTo>
                    <a:pt x="42615" y="173227"/>
                  </a:lnTo>
                  <a:lnTo>
                    <a:pt x="42615" y="173587"/>
                  </a:lnTo>
                  <a:lnTo>
                    <a:pt x="42703" y="174305"/>
                  </a:lnTo>
                  <a:lnTo>
                    <a:pt x="42703" y="175563"/>
                  </a:lnTo>
                  <a:lnTo>
                    <a:pt x="42703" y="175743"/>
                  </a:lnTo>
                  <a:lnTo>
                    <a:pt x="42790" y="176013"/>
                  </a:lnTo>
                  <a:lnTo>
                    <a:pt x="42790" y="176372"/>
                  </a:lnTo>
                  <a:lnTo>
                    <a:pt x="42790" y="177091"/>
                  </a:lnTo>
                  <a:lnTo>
                    <a:pt x="42790" y="177360"/>
                  </a:lnTo>
                  <a:lnTo>
                    <a:pt x="42878" y="177809"/>
                  </a:lnTo>
                  <a:lnTo>
                    <a:pt x="42878" y="178079"/>
                  </a:lnTo>
                  <a:lnTo>
                    <a:pt x="42966" y="178528"/>
                  </a:lnTo>
                  <a:lnTo>
                    <a:pt x="42966" y="178888"/>
                  </a:lnTo>
                  <a:lnTo>
                    <a:pt x="43054" y="179337"/>
                  </a:lnTo>
                  <a:lnTo>
                    <a:pt x="43230" y="180056"/>
                  </a:lnTo>
                  <a:lnTo>
                    <a:pt x="43318" y="180325"/>
                  </a:lnTo>
                  <a:lnTo>
                    <a:pt x="43406" y="180685"/>
                  </a:lnTo>
                  <a:lnTo>
                    <a:pt x="43669" y="181314"/>
                  </a:lnTo>
                  <a:lnTo>
                    <a:pt x="44021" y="182302"/>
                  </a:lnTo>
                  <a:lnTo>
                    <a:pt x="44108" y="182482"/>
                  </a:lnTo>
                  <a:lnTo>
                    <a:pt x="44196" y="182661"/>
                  </a:lnTo>
                  <a:lnTo>
                    <a:pt x="44724" y="183380"/>
                  </a:lnTo>
                  <a:lnTo>
                    <a:pt x="44899" y="183560"/>
                  </a:lnTo>
                  <a:lnTo>
                    <a:pt x="45075" y="183739"/>
                  </a:lnTo>
                  <a:lnTo>
                    <a:pt x="45866" y="185267"/>
                  </a:lnTo>
                  <a:lnTo>
                    <a:pt x="46129" y="185896"/>
                  </a:lnTo>
                  <a:lnTo>
                    <a:pt x="46217" y="186704"/>
                  </a:lnTo>
                  <a:lnTo>
                    <a:pt x="46217" y="186884"/>
                  </a:lnTo>
                  <a:lnTo>
                    <a:pt x="46305" y="187064"/>
                  </a:lnTo>
                  <a:lnTo>
                    <a:pt x="46393" y="187603"/>
                  </a:lnTo>
                  <a:lnTo>
                    <a:pt x="47008" y="188681"/>
                  </a:lnTo>
                  <a:lnTo>
                    <a:pt x="48678" y="188591"/>
                  </a:lnTo>
                  <a:lnTo>
                    <a:pt x="48853" y="188591"/>
                  </a:lnTo>
                  <a:lnTo>
                    <a:pt x="49293" y="188591"/>
                  </a:lnTo>
                  <a:lnTo>
                    <a:pt x="49908" y="188591"/>
                  </a:lnTo>
                  <a:lnTo>
                    <a:pt x="50347" y="188591"/>
                  </a:lnTo>
                  <a:lnTo>
                    <a:pt x="50611" y="188591"/>
                  </a:lnTo>
                  <a:lnTo>
                    <a:pt x="50874" y="188591"/>
                  </a:lnTo>
                  <a:lnTo>
                    <a:pt x="51138" y="188591"/>
                  </a:lnTo>
                  <a:lnTo>
                    <a:pt x="51841" y="188501"/>
                  </a:lnTo>
                  <a:lnTo>
                    <a:pt x="52544" y="188501"/>
                  </a:lnTo>
                  <a:lnTo>
                    <a:pt x="52895" y="188501"/>
                  </a:lnTo>
                  <a:lnTo>
                    <a:pt x="53510" y="188501"/>
                  </a:lnTo>
                  <a:lnTo>
                    <a:pt x="53862" y="188501"/>
                  </a:lnTo>
                  <a:lnTo>
                    <a:pt x="55180" y="188412"/>
                  </a:lnTo>
                  <a:lnTo>
                    <a:pt x="56498" y="188412"/>
                  </a:lnTo>
                  <a:lnTo>
                    <a:pt x="56673" y="188412"/>
                  </a:lnTo>
                  <a:lnTo>
                    <a:pt x="56849" y="188412"/>
                  </a:lnTo>
                  <a:lnTo>
                    <a:pt x="57464" y="188322"/>
                  </a:lnTo>
                  <a:lnTo>
                    <a:pt x="57640" y="188232"/>
                  </a:lnTo>
                  <a:lnTo>
                    <a:pt x="58255" y="188142"/>
                  </a:lnTo>
                  <a:lnTo>
                    <a:pt x="58606" y="188142"/>
                  </a:lnTo>
                  <a:lnTo>
                    <a:pt x="59134" y="188052"/>
                  </a:lnTo>
                  <a:lnTo>
                    <a:pt x="59749" y="187962"/>
                  </a:lnTo>
                  <a:lnTo>
                    <a:pt x="60012" y="187513"/>
                  </a:lnTo>
                  <a:lnTo>
                    <a:pt x="63351" y="186794"/>
                  </a:lnTo>
                  <a:lnTo>
                    <a:pt x="63878" y="185896"/>
                  </a:lnTo>
                  <a:lnTo>
                    <a:pt x="65021" y="184818"/>
                  </a:lnTo>
                  <a:lnTo>
                    <a:pt x="66866" y="182751"/>
                  </a:lnTo>
                  <a:lnTo>
                    <a:pt x="67305" y="180505"/>
                  </a:lnTo>
                  <a:lnTo>
                    <a:pt x="66866" y="178618"/>
                  </a:lnTo>
                  <a:lnTo>
                    <a:pt x="65021" y="175204"/>
                  </a:lnTo>
                  <a:lnTo>
                    <a:pt x="65284" y="172868"/>
                  </a:lnTo>
                  <a:lnTo>
                    <a:pt x="65460" y="168375"/>
                  </a:lnTo>
                  <a:lnTo>
                    <a:pt x="64054" y="165410"/>
                  </a:lnTo>
                  <a:lnTo>
                    <a:pt x="63351" y="162445"/>
                  </a:lnTo>
                  <a:lnTo>
                    <a:pt x="62736" y="159660"/>
                  </a:lnTo>
                  <a:lnTo>
                    <a:pt x="64054" y="157144"/>
                  </a:lnTo>
                  <a:lnTo>
                    <a:pt x="67745" y="152382"/>
                  </a:lnTo>
                  <a:lnTo>
                    <a:pt x="69941" y="145284"/>
                  </a:lnTo>
                  <a:lnTo>
                    <a:pt x="70732" y="134952"/>
                  </a:lnTo>
                  <a:lnTo>
                    <a:pt x="78113" y="123272"/>
                  </a:lnTo>
                  <a:lnTo>
                    <a:pt x="89975" y="116892"/>
                  </a:lnTo>
                  <a:lnTo>
                    <a:pt x="95247" y="110333"/>
                  </a:lnTo>
                  <a:lnTo>
                    <a:pt x="98674" y="101798"/>
                  </a:lnTo>
                  <a:lnTo>
                    <a:pt x="109833" y="91285"/>
                  </a:lnTo>
                  <a:lnTo>
                    <a:pt x="113171" y="87871"/>
                  </a:lnTo>
                  <a:lnTo>
                    <a:pt x="115895" y="84996"/>
                  </a:lnTo>
                  <a:lnTo>
                    <a:pt x="123715" y="76730"/>
                  </a:lnTo>
                  <a:lnTo>
                    <a:pt x="123979" y="73585"/>
                  </a:lnTo>
                  <a:lnTo>
                    <a:pt x="125473" y="71159"/>
                  </a:lnTo>
                  <a:lnTo>
                    <a:pt x="131184" y="67745"/>
                  </a:lnTo>
                  <a:lnTo>
                    <a:pt x="169757" y="39712"/>
                  </a:lnTo>
                  <a:lnTo>
                    <a:pt x="171778" y="37107"/>
                  </a:lnTo>
                  <a:lnTo>
                    <a:pt x="178456" y="28392"/>
                  </a:lnTo>
                  <a:lnTo>
                    <a:pt x="184958" y="17430"/>
                  </a:lnTo>
                  <a:lnTo>
                    <a:pt x="192076" y="3054"/>
                  </a:lnTo>
                  <a:lnTo>
                    <a:pt x="194009" y="0"/>
                  </a:lnTo>
                  <a:lnTo>
                    <a:pt x="195414" y="2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37333" y="3829023"/>
              <a:ext cx="297515" cy="291468"/>
            </a:xfrm>
            <a:custGeom>
              <a:avLst/>
              <a:pathLst>
                <a:path w="297515" h="291468">
                  <a:moveTo>
                    <a:pt x="219666" y="2246"/>
                  </a:moveTo>
                  <a:lnTo>
                    <a:pt x="225641" y="10063"/>
                  </a:lnTo>
                  <a:lnTo>
                    <a:pt x="227574" y="12668"/>
                  </a:lnTo>
                  <a:lnTo>
                    <a:pt x="233373" y="20126"/>
                  </a:lnTo>
                  <a:lnTo>
                    <a:pt x="234076" y="21024"/>
                  </a:lnTo>
                  <a:lnTo>
                    <a:pt x="235921" y="23360"/>
                  </a:lnTo>
                  <a:lnTo>
                    <a:pt x="238908" y="27313"/>
                  </a:lnTo>
                  <a:lnTo>
                    <a:pt x="242687" y="32255"/>
                  </a:lnTo>
                  <a:lnTo>
                    <a:pt x="244268" y="34501"/>
                  </a:lnTo>
                  <a:lnTo>
                    <a:pt x="244971" y="35759"/>
                  </a:lnTo>
                  <a:lnTo>
                    <a:pt x="245410" y="37197"/>
                  </a:lnTo>
                  <a:lnTo>
                    <a:pt x="246201" y="40970"/>
                  </a:lnTo>
                  <a:lnTo>
                    <a:pt x="246992" y="45822"/>
                  </a:lnTo>
                  <a:lnTo>
                    <a:pt x="257888" y="45732"/>
                  </a:lnTo>
                  <a:lnTo>
                    <a:pt x="263511" y="45553"/>
                  </a:lnTo>
                  <a:lnTo>
                    <a:pt x="263335" y="46002"/>
                  </a:lnTo>
                  <a:lnTo>
                    <a:pt x="263247" y="46182"/>
                  </a:lnTo>
                  <a:lnTo>
                    <a:pt x="263072" y="46631"/>
                  </a:lnTo>
                  <a:lnTo>
                    <a:pt x="262632" y="48248"/>
                  </a:lnTo>
                  <a:lnTo>
                    <a:pt x="262544" y="48518"/>
                  </a:lnTo>
                  <a:lnTo>
                    <a:pt x="262369" y="50315"/>
                  </a:lnTo>
                  <a:lnTo>
                    <a:pt x="262281" y="51752"/>
                  </a:lnTo>
                  <a:lnTo>
                    <a:pt x="262369" y="52651"/>
                  </a:lnTo>
                  <a:lnTo>
                    <a:pt x="262632" y="54178"/>
                  </a:lnTo>
                  <a:lnTo>
                    <a:pt x="262632" y="54537"/>
                  </a:lnTo>
                  <a:lnTo>
                    <a:pt x="262984" y="55795"/>
                  </a:lnTo>
                  <a:lnTo>
                    <a:pt x="263423" y="56963"/>
                  </a:lnTo>
                  <a:lnTo>
                    <a:pt x="264038" y="58491"/>
                  </a:lnTo>
                  <a:lnTo>
                    <a:pt x="265180" y="61725"/>
                  </a:lnTo>
                  <a:lnTo>
                    <a:pt x="265532" y="62534"/>
                  </a:lnTo>
                  <a:lnTo>
                    <a:pt x="265708" y="63073"/>
                  </a:lnTo>
                  <a:lnTo>
                    <a:pt x="266586" y="65229"/>
                  </a:lnTo>
                  <a:lnTo>
                    <a:pt x="267113" y="66577"/>
                  </a:lnTo>
                  <a:lnTo>
                    <a:pt x="267992" y="69003"/>
                  </a:lnTo>
                  <a:lnTo>
                    <a:pt x="269222" y="73136"/>
                  </a:lnTo>
                  <a:lnTo>
                    <a:pt x="269837" y="75023"/>
                  </a:lnTo>
                  <a:lnTo>
                    <a:pt x="270101" y="75742"/>
                  </a:lnTo>
                  <a:lnTo>
                    <a:pt x="270628" y="77629"/>
                  </a:lnTo>
                  <a:lnTo>
                    <a:pt x="270804" y="78168"/>
                  </a:lnTo>
                  <a:lnTo>
                    <a:pt x="271419" y="81133"/>
                  </a:lnTo>
                  <a:lnTo>
                    <a:pt x="271507" y="81312"/>
                  </a:lnTo>
                  <a:lnTo>
                    <a:pt x="271683" y="82301"/>
                  </a:lnTo>
                  <a:lnTo>
                    <a:pt x="271770" y="82840"/>
                  </a:lnTo>
                  <a:lnTo>
                    <a:pt x="271946" y="84547"/>
                  </a:lnTo>
                  <a:lnTo>
                    <a:pt x="272825" y="91285"/>
                  </a:lnTo>
                  <a:lnTo>
                    <a:pt x="273528" y="96407"/>
                  </a:lnTo>
                  <a:lnTo>
                    <a:pt x="275724" y="112849"/>
                  </a:lnTo>
                  <a:lnTo>
                    <a:pt x="275988" y="114377"/>
                  </a:lnTo>
                  <a:lnTo>
                    <a:pt x="276252" y="116623"/>
                  </a:lnTo>
                  <a:lnTo>
                    <a:pt x="277921" y="128662"/>
                  </a:lnTo>
                  <a:lnTo>
                    <a:pt x="278185" y="130729"/>
                  </a:lnTo>
                  <a:lnTo>
                    <a:pt x="279678" y="141601"/>
                  </a:lnTo>
                  <a:lnTo>
                    <a:pt x="280118" y="144476"/>
                  </a:lnTo>
                  <a:lnTo>
                    <a:pt x="280557" y="148249"/>
                  </a:lnTo>
                  <a:lnTo>
                    <a:pt x="280909" y="150496"/>
                  </a:lnTo>
                  <a:lnTo>
                    <a:pt x="281348" y="154179"/>
                  </a:lnTo>
                  <a:lnTo>
                    <a:pt x="282139" y="160469"/>
                  </a:lnTo>
                  <a:lnTo>
                    <a:pt x="282666" y="163793"/>
                  </a:lnTo>
                  <a:lnTo>
                    <a:pt x="283017" y="165321"/>
                  </a:lnTo>
                  <a:lnTo>
                    <a:pt x="283193" y="166219"/>
                  </a:lnTo>
                  <a:lnTo>
                    <a:pt x="283632" y="169903"/>
                  </a:lnTo>
                  <a:lnTo>
                    <a:pt x="283720" y="170172"/>
                  </a:lnTo>
                  <a:lnTo>
                    <a:pt x="283808" y="170622"/>
                  </a:lnTo>
                  <a:lnTo>
                    <a:pt x="283896" y="171520"/>
                  </a:lnTo>
                  <a:lnTo>
                    <a:pt x="286444" y="190748"/>
                  </a:lnTo>
                  <a:lnTo>
                    <a:pt x="287938" y="201709"/>
                  </a:lnTo>
                  <a:lnTo>
                    <a:pt x="288465" y="205662"/>
                  </a:lnTo>
                  <a:lnTo>
                    <a:pt x="289080" y="210155"/>
                  </a:lnTo>
                  <a:lnTo>
                    <a:pt x="289168" y="210694"/>
                  </a:lnTo>
                  <a:lnTo>
                    <a:pt x="289432" y="212311"/>
                  </a:lnTo>
                  <a:lnTo>
                    <a:pt x="289519" y="213030"/>
                  </a:lnTo>
                  <a:lnTo>
                    <a:pt x="289607" y="213479"/>
                  </a:lnTo>
                  <a:lnTo>
                    <a:pt x="290837" y="222464"/>
                  </a:lnTo>
                  <a:lnTo>
                    <a:pt x="290750" y="223273"/>
                  </a:lnTo>
                  <a:lnTo>
                    <a:pt x="292068" y="233336"/>
                  </a:lnTo>
                  <a:lnTo>
                    <a:pt x="292507" y="235941"/>
                  </a:lnTo>
                  <a:lnTo>
                    <a:pt x="293825" y="245465"/>
                  </a:lnTo>
                  <a:lnTo>
                    <a:pt x="294967" y="253642"/>
                  </a:lnTo>
                  <a:lnTo>
                    <a:pt x="295406" y="256607"/>
                  </a:lnTo>
                  <a:lnTo>
                    <a:pt x="295758" y="258673"/>
                  </a:lnTo>
                  <a:lnTo>
                    <a:pt x="296637" y="265681"/>
                  </a:lnTo>
                  <a:lnTo>
                    <a:pt x="297164" y="269455"/>
                  </a:lnTo>
                  <a:lnTo>
                    <a:pt x="297515" y="272060"/>
                  </a:lnTo>
                  <a:lnTo>
                    <a:pt x="297164" y="272060"/>
                  </a:lnTo>
                  <a:lnTo>
                    <a:pt x="296724" y="272060"/>
                  </a:lnTo>
                  <a:lnTo>
                    <a:pt x="293561" y="272330"/>
                  </a:lnTo>
                  <a:lnTo>
                    <a:pt x="290134" y="272510"/>
                  </a:lnTo>
                  <a:lnTo>
                    <a:pt x="273001" y="273678"/>
                  </a:lnTo>
                  <a:lnTo>
                    <a:pt x="269486" y="273947"/>
                  </a:lnTo>
                  <a:lnTo>
                    <a:pt x="264829" y="274307"/>
                  </a:lnTo>
                  <a:lnTo>
                    <a:pt x="256130" y="274936"/>
                  </a:lnTo>
                  <a:lnTo>
                    <a:pt x="247344" y="275565"/>
                  </a:lnTo>
                  <a:lnTo>
                    <a:pt x="244620" y="275834"/>
                  </a:lnTo>
                  <a:lnTo>
                    <a:pt x="242335" y="275924"/>
                  </a:lnTo>
                  <a:lnTo>
                    <a:pt x="233988" y="276553"/>
                  </a:lnTo>
                  <a:lnTo>
                    <a:pt x="223356" y="277272"/>
                  </a:lnTo>
                  <a:lnTo>
                    <a:pt x="223180" y="277272"/>
                  </a:lnTo>
                  <a:lnTo>
                    <a:pt x="221862" y="277362"/>
                  </a:lnTo>
                  <a:lnTo>
                    <a:pt x="216239" y="277811"/>
                  </a:lnTo>
                  <a:lnTo>
                    <a:pt x="208682" y="278350"/>
                  </a:lnTo>
                  <a:lnTo>
                    <a:pt x="201302" y="278889"/>
                  </a:lnTo>
                  <a:lnTo>
                    <a:pt x="198666" y="279069"/>
                  </a:lnTo>
                  <a:lnTo>
                    <a:pt x="194272" y="279428"/>
                  </a:lnTo>
                  <a:lnTo>
                    <a:pt x="169494" y="281135"/>
                  </a:lnTo>
                  <a:lnTo>
                    <a:pt x="164134" y="281495"/>
                  </a:lnTo>
                  <a:lnTo>
                    <a:pt x="162728" y="281674"/>
                  </a:lnTo>
                  <a:lnTo>
                    <a:pt x="161586" y="281764"/>
                  </a:lnTo>
                  <a:lnTo>
                    <a:pt x="157368" y="282123"/>
                  </a:lnTo>
                  <a:lnTo>
                    <a:pt x="122397" y="284460"/>
                  </a:lnTo>
                  <a:lnTo>
                    <a:pt x="113611" y="285088"/>
                  </a:lnTo>
                  <a:lnTo>
                    <a:pt x="104912" y="285717"/>
                  </a:lnTo>
                  <a:lnTo>
                    <a:pt x="104385" y="285807"/>
                  </a:lnTo>
                  <a:lnTo>
                    <a:pt x="102100" y="285987"/>
                  </a:lnTo>
                  <a:lnTo>
                    <a:pt x="86724" y="286975"/>
                  </a:lnTo>
                  <a:lnTo>
                    <a:pt x="85933" y="286975"/>
                  </a:lnTo>
                  <a:lnTo>
                    <a:pt x="77937" y="287514"/>
                  </a:lnTo>
                  <a:lnTo>
                    <a:pt x="76443" y="287604"/>
                  </a:lnTo>
                  <a:lnTo>
                    <a:pt x="63703" y="288503"/>
                  </a:lnTo>
                  <a:lnTo>
                    <a:pt x="52983" y="289221"/>
                  </a:lnTo>
                  <a:lnTo>
                    <a:pt x="52807" y="289311"/>
                  </a:lnTo>
                  <a:lnTo>
                    <a:pt x="51753" y="289401"/>
                  </a:lnTo>
                  <a:lnTo>
                    <a:pt x="38836" y="290210"/>
                  </a:lnTo>
                  <a:lnTo>
                    <a:pt x="37694" y="290300"/>
                  </a:lnTo>
                  <a:lnTo>
                    <a:pt x="33740" y="290569"/>
                  </a:lnTo>
                  <a:lnTo>
                    <a:pt x="22142" y="291468"/>
                  </a:lnTo>
                  <a:lnTo>
                    <a:pt x="21703" y="285987"/>
                  </a:lnTo>
                  <a:lnTo>
                    <a:pt x="21263" y="280866"/>
                  </a:lnTo>
                  <a:lnTo>
                    <a:pt x="21087" y="278619"/>
                  </a:lnTo>
                  <a:lnTo>
                    <a:pt x="20912" y="277092"/>
                  </a:lnTo>
                  <a:lnTo>
                    <a:pt x="20560" y="272779"/>
                  </a:lnTo>
                  <a:lnTo>
                    <a:pt x="20385" y="272779"/>
                  </a:lnTo>
                  <a:lnTo>
                    <a:pt x="20033" y="272510"/>
                  </a:lnTo>
                  <a:lnTo>
                    <a:pt x="19769" y="272420"/>
                  </a:lnTo>
                  <a:lnTo>
                    <a:pt x="19769" y="272150"/>
                  </a:lnTo>
                  <a:lnTo>
                    <a:pt x="19594" y="271432"/>
                  </a:lnTo>
                  <a:lnTo>
                    <a:pt x="19067" y="268916"/>
                  </a:lnTo>
                  <a:lnTo>
                    <a:pt x="18979" y="268467"/>
                  </a:lnTo>
                  <a:lnTo>
                    <a:pt x="18539" y="266220"/>
                  </a:lnTo>
                  <a:lnTo>
                    <a:pt x="18188" y="264423"/>
                  </a:lnTo>
                  <a:lnTo>
                    <a:pt x="18188" y="264244"/>
                  </a:lnTo>
                  <a:lnTo>
                    <a:pt x="16870" y="257954"/>
                  </a:lnTo>
                  <a:lnTo>
                    <a:pt x="15640" y="251845"/>
                  </a:lnTo>
                  <a:lnTo>
                    <a:pt x="15640" y="251575"/>
                  </a:lnTo>
                  <a:lnTo>
                    <a:pt x="15376" y="251036"/>
                  </a:lnTo>
                  <a:lnTo>
                    <a:pt x="14761" y="249419"/>
                  </a:lnTo>
                  <a:lnTo>
                    <a:pt x="14410" y="247622"/>
                  </a:lnTo>
                  <a:lnTo>
                    <a:pt x="14058" y="245825"/>
                  </a:lnTo>
                  <a:lnTo>
                    <a:pt x="13355" y="242680"/>
                  </a:lnTo>
                  <a:lnTo>
                    <a:pt x="12652" y="238906"/>
                  </a:lnTo>
                  <a:lnTo>
                    <a:pt x="10456" y="228125"/>
                  </a:lnTo>
                  <a:lnTo>
                    <a:pt x="8347" y="218062"/>
                  </a:lnTo>
                  <a:lnTo>
                    <a:pt x="5887" y="206381"/>
                  </a:lnTo>
                  <a:lnTo>
                    <a:pt x="4393" y="199822"/>
                  </a:lnTo>
                  <a:lnTo>
                    <a:pt x="527" y="181314"/>
                  </a:lnTo>
                  <a:lnTo>
                    <a:pt x="439" y="177181"/>
                  </a:lnTo>
                  <a:lnTo>
                    <a:pt x="0" y="172329"/>
                  </a:lnTo>
                  <a:lnTo>
                    <a:pt x="1493" y="170172"/>
                  </a:lnTo>
                  <a:lnTo>
                    <a:pt x="2108" y="166039"/>
                  </a:lnTo>
                  <a:lnTo>
                    <a:pt x="2108" y="164961"/>
                  </a:lnTo>
                  <a:lnTo>
                    <a:pt x="1933" y="163973"/>
                  </a:lnTo>
                  <a:lnTo>
                    <a:pt x="1933" y="163793"/>
                  </a:lnTo>
                  <a:lnTo>
                    <a:pt x="1757" y="162984"/>
                  </a:lnTo>
                  <a:lnTo>
                    <a:pt x="2460" y="160918"/>
                  </a:lnTo>
                  <a:lnTo>
                    <a:pt x="5096" y="152921"/>
                  </a:lnTo>
                  <a:lnTo>
                    <a:pt x="6765" y="149507"/>
                  </a:lnTo>
                  <a:lnTo>
                    <a:pt x="7029" y="149148"/>
                  </a:lnTo>
                  <a:lnTo>
                    <a:pt x="9577" y="144566"/>
                  </a:lnTo>
                  <a:lnTo>
                    <a:pt x="18451" y="127854"/>
                  </a:lnTo>
                  <a:lnTo>
                    <a:pt x="25569" y="114377"/>
                  </a:lnTo>
                  <a:lnTo>
                    <a:pt x="26359" y="112939"/>
                  </a:lnTo>
                  <a:lnTo>
                    <a:pt x="32510" y="101348"/>
                  </a:lnTo>
                  <a:lnTo>
                    <a:pt x="33916" y="98653"/>
                  </a:lnTo>
                  <a:lnTo>
                    <a:pt x="36288" y="94161"/>
                  </a:lnTo>
                  <a:lnTo>
                    <a:pt x="37079" y="92723"/>
                  </a:lnTo>
                  <a:lnTo>
                    <a:pt x="38485" y="90117"/>
                  </a:lnTo>
                  <a:lnTo>
                    <a:pt x="38749" y="89489"/>
                  </a:lnTo>
                  <a:lnTo>
                    <a:pt x="39715" y="86074"/>
                  </a:lnTo>
                  <a:lnTo>
                    <a:pt x="39715" y="85805"/>
                  </a:lnTo>
                  <a:lnTo>
                    <a:pt x="39979" y="84008"/>
                  </a:lnTo>
                  <a:lnTo>
                    <a:pt x="40067" y="83738"/>
                  </a:lnTo>
                  <a:lnTo>
                    <a:pt x="40067" y="81133"/>
                  </a:lnTo>
                  <a:lnTo>
                    <a:pt x="39979" y="80324"/>
                  </a:lnTo>
                  <a:lnTo>
                    <a:pt x="39891" y="79965"/>
                  </a:lnTo>
                  <a:lnTo>
                    <a:pt x="39715" y="78617"/>
                  </a:lnTo>
                  <a:lnTo>
                    <a:pt x="19857" y="81312"/>
                  </a:lnTo>
                  <a:lnTo>
                    <a:pt x="18627" y="72956"/>
                  </a:lnTo>
                  <a:lnTo>
                    <a:pt x="18276" y="70171"/>
                  </a:lnTo>
                  <a:lnTo>
                    <a:pt x="17485" y="64600"/>
                  </a:lnTo>
                  <a:lnTo>
                    <a:pt x="17397" y="63702"/>
                  </a:lnTo>
                  <a:lnTo>
                    <a:pt x="17221" y="62175"/>
                  </a:lnTo>
                  <a:lnTo>
                    <a:pt x="17133" y="61096"/>
                  </a:lnTo>
                  <a:lnTo>
                    <a:pt x="17221" y="60288"/>
                  </a:lnTo>
                  <a:lnTo>
                    <a:pt x="17221" y="58760"/>
                  </a:lnTo>
                  <a:lnTo>
                    <a:pt x="17573" y="55975"/>
                  </a:lnTo>
                  <a:lnTo>
                    <a:pt x="18100" y="53190"/>
                  </a:lnTo>
                  <a:lnTo>
                    <a:pt x="18100" y="52741"/>
                  </a:lnTo>
                  <a:lnTo>
                    <a:pt x="18364" y="49955"/>
                  </a:lnTo>
                  <a:lnTo>
                    <a:pt x="18364" y="47709"/>
                  </a:lnTo>
                  <a:lnTo>
                    <a:pt x="18100" y="44744"/>
                  </a:lnTo>
                  <a:lnTo>
                    <a:pt x="28732" y="43306"/>
                  </a:lnTo>
                  <a:lnTo>
                    <a:pt x="34531" y="42498"/>
                  </a:lnTo>
                  <a:lnTo>
                    <a:pt x="39539" y="41689"/>
                  </a:lnTo>
                  <a:lnTo>
                    <a:pt x="54916" y="39623"/>
                  </a:lnTo>
                  <a:lnTo>
                    <a:pt x="55443" y="39533"/>
                  </a:lnTo>
                  <a:lnTo>
                    <a:pt x="70029" y="37287"/>
                  </a:lnTo>
                  <a:lnTo>
                    <a:pt x="75125" y="36568"/>
                  </a:lnTo>
                  <a:lnTo>
                    <a:pt x="83648" y="35400"/>
                  </a:lnTo>
                  <a:lnTo>
                    <a:pt x="84351" y="35220"/>
                  </a:lnTo>
                  <a:lnTo>
                    <a:pt x="87075" y="34861"/>
                  </a:lnTo>
                  <a:lnTo>
                    <a:pt x="99201" y="33243"/>
                  </a:lnTo>
                  <a:lnTo>
                    <a:pt x="99816" y="33154"/>
                  </a:lnTo>
                  <a:lnTo>
                    <a:pt x="106054" y="32255"/>
                  </a:lnTo>
                  <a:lnTo>
                    <a:pt x="106933" y="32165"/>
                  </a:lnTo>
                  <a:lnTo>
                    <a:pt x="109920" y="31716"/>
                  </a:lnTo>
                  <a:lnTo>
                    <a:pt x="111941" y="31446"/>
                  </a:lnTo>
                  <a:lnTo>
                    <a:pt x="112205" y="31357"/>
                  </a:lnTo>
                  <a:lnTo>
                    <a:pt x="114226" y="31087"/>
                  </a:lnTo>
                  <a:lnTo>
                    <a:pt x="118883" y="29290"/>
                  </a:lnTo>
                  <a:lnTo>
                    <a:pt x="122046" y="27853"/>
                  </a:lnTo>
                  <a:lnTo>
                    <a:pt x="124770" y="26325"/>
                  </a:lnTo>
                  <a:lnTo>
                    <a:pt x="127669" y="24348"/>
                  </a:lnTo>
                  <a:lnTo>
                    <a:pt x="128285" y="23899"/>
                  </a:lnTo>
                  <a:lnTo>
                    <a:pt x="130130" y="22731"/>
                  </a:lnTo>
                  <a:lnTo>
                    <a:pt x="130920" y="22102"/>
                  </a:lnTo>
                  <a:lnTo>
                    <a:pt x="132063" y="21383"/>
                  </a:lnTo>
                  <a:lnTo>
                    <a:pt x="132678" y="21024"/>
                  </a:lnTo>
                  <a:lnTo>
                    <a:pt x="133908" y="20215"/>
                  </a:lnTo>
                  <a:lnTo>
                    <a:pt x="135138" y="19497"/>
                  </a:lnTo>
                  <a:lnTo>
                    <a:pt x="135490" y="19227"/>
                  </a:lnTo>
                  <a:lnTo>
                    <a:pt x="137862" y="17700"/>
                  </a:lnTo>
                  <a:lnTo>
                    <a:pt x="138389" y="17430"/>
                  </a:lnTo>
                  <a:lnTo>
                    <a:pt x="138565" y="17340"/>
                  </a:lnTo>
                  <a:lnTo>
                    <a:pt x="138741" y="17161"/>
                  </a:lnTo>
                  <a:lnTo>
                    <a:pt x="140146" y="16442"/>
                  </a:lnTo>
                  <a:lnTo>
                    <a:pt x="142870" y="15094"/>
                  </a:lnTo>
                  <a:lnTo>
                    <a:pt x="143046" y="15004"/>
                  </a:lnTo>
                  <a:lnTo>
                    <a:pt x="143925" y="14645"/>
                  </a:lnTo>
                  <a:lnTo>
                    <a:pt x="147000" y="13746"/>
                  </a:lnTo>
                  <a:lnTo>
                    <a:pt x="149285" y="13117"/>
                  </a:lnTo>
                  <a:lnTo>
                    <a:pt x="150690" y="12848"/>
                  </a:lnTo>
                  <a:lnTo>
                    <a:pt x="158423" y="11051"/>
                  </a:lnTo>
                  <a:lnTo>
                    <a:pt x="161410" y="10063"/>
                  </a:lnTo>
                  <a:lnTo>
                    <a:pt x="162025" y="9883"/>
                  </a:lnTo>
                  <a:lnTo>
                    <a:pt x="162992" y="9344"/>
                  </a:lnTo>
                  <a:lnTo>
                    <a:pt x="164046" y="15453"/>
                  </a:lnTo>
                  <a:lnTo>
                    <a:pt x="165013" y="15364"/>
                  </a:lnTo>
                  <a:lnTo>
                    <a:pt x="165628" y="15094"/>
                  </a:lnTo>
                  <a:lnTo>
                    <a:pt x="168264" y="13117"/>
                  </a:lnTo>
                  <a:lnTo>
                    <a:pt x="168791" y="14106"/>
                  </a:lnTo>
                  <a:lnTo>
                    <a:pt x="169494" y="15903"/>
                  </a:lnTo>
                  <a:lnTo>
                    <a:pt x="172130" y="15903"/>
                  </a:lnTo>
                  <a:lnTo>
                    <a:pt x="172569" y="15993"/>
                  </a:lnTo>
                  <a:lnTo>
                    <a:pt x="172745" y="15993"/>
                  </a:lnTo>
                  <a:lnTo>
                    <a:pt x="172921" y="15993"/>
                  </a:lnTo>
                  <a:lnTo>
                    <a:pt x="173096" y="15993"/>
                  </a:lnTo>
                  <a:lnTo>
                    <a:pt x="173272" y="15993"/>
                  </a:lnTo>
                  <a:lnTo>
                    <a:pt x="173624" y="15993"/>
                  </a:lnTo>
                  <a:lnTo>
                    <a:pt x="176963" y="15993"/>
                  </a:lnTo>
                  <a:lnTo>
                    <a:pt x="181356" y="16082"/>
                  </a:lnTo>
                  <a:lnTo>
                    <a:pt x="183289" y="16172"/>
                  </a:lnTo>
                  <a:lnTo>
                    <a:pt x="185486" y="16172"/>
                  </a:lnTo>
                  <a:lnTo>
                    <a:pt x="185837" y="16172"/>
                  </a:lnTo>
                  <a:lnTo>
                    <a:pt x="186979" y="16262"/>
                  </a:lnTo>
                  <a:lnTo>
                    <a:pt x="187331" y="16262"/>
                  </a:lnTo>
                  <a:lnTo>
                    <a:pt x="187946" y="16262"/>
                  </a:lnTo>
                  <a:lnTo>
                    <a:pt x="188297" y="16262"/>
                  </a:lnTo>
                  <a:lnTo>
                    <a:pt x="192954" y="16352"/>
                  </a:lnTo>
                  <a:lnTo>
                    <a:pt x="196205" y="16442"/>
                  </a:lnTo>
                  <a:lnTo>
                    <a:pt x="196381" y="16352"/>
                  </a:lnTo>
                  <a:lnTo>
                    <a:pt x="197787" y="16172"/>
                  </a:lnTo>
                  <a:lnTo>
                    <a:pt x="214306" y="2875"/>
                  </a:lnTo>
                  <a:lnTo>
                    <a:pt x="217996" y="0"/>
                  </a:lnTo>
                  <a:lnTo>
                    <a:pt x="218875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809160" y="3875564"/>
              <a:ext cx="468240" cy="233785"/>
            </a:xfrm>
            <a:custGeom>
              <a:avLst/>
              <a:pathLst>
                <a:path w="468240" h="233785">
                  <a:moveTo>
                    <a:pt x="107724" y="4133"/>
                  </a:moveTo>
                  <a:lnTo>
                    <a:pt x="108515" y="9703"/>
                  </a:lnTo>
                  <a:lnTo>
                    <a:pt x="109042" y="13387"/>
                  </a:lnTo>
                  <a:lnTo>
                    <a:pt x="109305" y="14824"/>
                  </a:lnTo>
                  <a:lnTo>
                    <a:pt x="111151" y="26415"/>
                  </a:lnTo>
                  <a:lnTo>
                    <a:pt x="111326" y="28032"/>
                  </a:lnTo>
                  <a:lnTo>
                    <a:pt x="111414" y="28481"/>
                  </a:lnTo>
                  <a:lnTo>
                    <a:pt x="111502" y="28751"/>
                  </a:lnTo>
                  <a:lnTo>
                    <a:pt x="112117" y="32884"/>
                  </a:lnTo>
                  <a:lnTo>
                    <a:pt x="113171" y="39802"/>
                  </a:lnTo>
                  <a:lnTo>
                    <a:pt x="113171" y="39982"/>
                  </a:lnTo>
                  <a:lnTo>
                    <a:pt x="113259" y="40431"/>
                  </a:lnTo>
                  <a:lnTo>
                    <a:pt x="113347" y="40791"/>
                  </a:lnTo>
                  <a:lnTo>
                    <a:pt x="114753" y="51662"/>
                  </a:lnTo>
                  <a:lnTo>
                    <a:pt x="114841" y="52201"/>
                  </a:lnTo>
                  <a:lnTo>
                    <a:pt x="115105" y="54358"/>
                  </a:lnTo>
                  <a:lnTo>
                    <a:pt x="115456" y="56784"/>
                  </a:lnTo>
                  <a:lnTo>
                    <a:pt x="115544" y="57592"/>
                  </a:lnTo>
                  <a:lnTo>
                    <a:pt x="116071" y="57502"/>
                  </a:lnTo>
                  <a:lnTo>
                    <a:pt x="125561" y="56245"/>
                  </a:lnTo>
                  <a:lnTo>
                    <a:pt x="125912" y="58940"/>
                  </a:lnTo>
                  <a:lnTo>
                    <a:pt x="135665" y="57592"/>
                  </a:lnTo>
                  <a:lnTo>
                    <a:pt x="136280" y="57592"/>
                  </a:lnTo>
                  <a:lnTo>
                    <a:pt x="136456" y="57502"/>
                  </a:lnTo>
                  <a:lnTo>
                    <a:pt x="145594" y="56245"/>
                  </a:lnTo>
                  <a:lnTo>
                    <a:pt x="145858" y="56245"/>
                  </a:lnTo>
                  <a:lnTo>
                    <a:pt x="146121" y="56155"/>
                  </a:lnTo>
                  <a:lnTo>
                    <a:pt x="155523" y="54807"/>
                  </a:lnTo>
                  <a:lnTo>
                    <a:pt x="154469" y="47619"/>
                  </a:lnTo>
                  <a:lnTo>
                    <a:pt x="157368" y="47260"/>
                  </a:lnTo>
                  <a:lnTo>
                    <a:pt x="168352" y="45642"/>
                  </a:lnTo>
                  <a:lnTo>
                    <a:pt x="168791" y="45642"/>
                  </a:lnTo>
                  <a:lnTo>
                    <a:pt x="169494" y="45553"/>
                  </a:lnTo>
                  <a:lnTo>
                    <a:pt x="170900" y="45283"/>
                  </a:lnTo>
                  <a:lnTo>
                    <a:pt x="172833" y="45014"/>
                  </a:lnTo>
                  <a:lnTo>
                    <a:pt x="175117" y="44744"/>
                  </a:lnTo>
                  <a:lnTo>
                    <a:pt x="176084" y="44564"/>
                  </a:lnTo>
                  <a:lnTo>
                    <a:pt x="177578" y="44385"/>
                  </a:lnTo>
                  <a:lnTo>
                    <a:pt x="178105" y="44295"/>
                  </a:lnTo>
                  <a:lnTo>
                    <a:pt x="181092" y="43846"/>
                  </a:lnTo>
                  <a:lnTo>
                    <a:pt x="182147" y="43756"/>
                  </a:lnTo>
                  <a:lnTo>
                    <a:pt x="184343" y="43396"/>
                  </a:lnTo>
                  <a:lnTo>
                    <a:pt x="186101" y="43127"/>
                  </a:lnTo>
                  <a:lnTo>
                    <a:pt x="188034" y="42857"/>
                  </a:lnTo>
                  <a:lnTo>
                    <a:pt x="190406" y="42498"/>
                  </a:lnTo>
                  <a:lnTo>
                    <a:pt x="190758" y="42498"/>
                  </a:lnTo>
                  <a:lnTo>
                    <a:pt x="199017" y="41330"/>
                  </a:lnTo>
                  <a:lnTo>
                    <a:pt x="212988" y="39263"/>
                  </a:lnTo>
                  <a:lnTo>
                    <a:pt x="237502" y="35939"/>
                  </a:lnTo>
                  <a:lnTo>
                    <a:pt x="237502" y="36208"/>
                  </a:lnTo>
                  <a:lnTo>
                    <a:pt x="238381" y="41959"/>
                  </a:lnTo>
                  <a:lnTo>
                    <a:pt x="239523" y="49596"/>
                  </a:lnTo>
                  <a:lnTo>
                    <a:pt x="239611" y="50045"/>
                  </a:lnTo>
                  <a:lnTo>
                    <a:pt x="240051" y="50045"/>
                  </a:lnTo>
                  <a:lnTo>
                    <a:pt x="241896" y="50315"/>
                  </a:lnTo>
                  <a:lnTo>
                    <a:pt x="252791" y="51752"/>
                  </a:lnTo>
                  <a:lnTo>
                    <a:pt x="260787" y="52741"/>
                  </a:lnTo>
                  <a:lnTo>
                    <a:pt x="267641" y="53639"/>
                  </a:lnTo>
                  <a:lnTo>
                    <a:pt x="271067" y="54088"/>
                  </a:lnTo>
                  <a:lnTo>
                    <a:pt x="269047" y="60647"/>
                  </a:lnTo>
                  <a:lnTo>
                    <a:pt x="269662" y="60557"/>
                  </a:lnTo>
                  <a:lnTo>
                    <a:pt x="275900" y="59659"/>
                  </a:lnTo>
                  <a:lnTo>
                    <a:pt x="333892" y="51213"/>
                  </a:lnTo>
                  <a:lnTo>
                    <a:pt x="366315" y="46541"/>
                  </a:lnTo>
                  <a:lnTo>
                    <a:pt x="393817" y="42767"/>
                  </a:lnTo>
                  <a:lnTo>
                    <a:pt x="407436" y="40881"/>
                  </a:lnTo>
                  <a:lnTo>
                    <a:pt x="408051" y="40791"/>
                  </a:lnTo>
                  <a:lnTo>
                    <a:pt x="413235" y="39982"/>
                  </a:lnTo>
                  <a:lnTo>
                    <a:pt x="415168" y="39712"/>
                  </a:lnTo>
                  <a:lnTo>
                    <a:pt x="425537" y="38095"/>
                  </a:lnTo>
                  <a:lnTo>
                    <a:pt x="437223" y="36298"/>
                  </a:lnTo>
                  <a:lnTo>
                    <a:pt x="448030" y="34771"/>
                  </a:lnTo>
                  <a:lnTo>
                    <a:pt x="467888" y="32075"/>
                  </a:lnTo>
                  <a:lnTo>
                    <a:pt x="468064" y="33423"/>
                  </a:lnTo>
                  <a:lnTo>
                    <a:pt x="468152" y="33782"/>
                  </a:lnTo>
                  <a:lnTo>
                    <a:pt x="468240" y="34591"/>
                  </a:lnTo>
                  <a:lnTo>
                    <a:pt x="468240" y="37197"/>
                  </a:lnTo>
                  <a:lnTo>
                    <a:pt x="468152" y="37466"/>
                  </a:lnTo>
                  <a:lnTo>
                    <a:pt x="467888" y="39263"/>
                  </a:lnTo>
                  <a:lnTo>
                    <a:pt x="467888" y="39533"/>
                  </a:lnTo>
                  <a:lnTo>
                    <a:pt x="466922" y="42947"/>
                  </a:lnTo>
                  <a:lnTo>
                    <a:pt x="466658" y="43576"/>
                  </a:lnTo>
                  <a:lnTo>
                    <a:pt x="465252" y="46182"/>
                  </a:lnTo>
                  <a:lnTo>
                    <a:pt x="464462" y="47619"/>
                  </a:lnTo>
                  <a:lnTo>
                    <a:pt x="462089" y="52112"/>
                  </a:lnTo>
                  <a:lnTo>
                    <a:pt x="460683" y="54807"/>
                  </a:lnTo>
                  <a:lnTo>
                    <a:pt x="454533" y="66397"/>
                  </a:lnTo>
                  <a:lnTo>
                    <a:pt x="453742" y="67835"/>
                  </a:lnTo>
                  <a:lnTo>
                    <a:pt x="446625" y="81312"/>
                  </a:lnTo>
                  <a:lnTo>
                    <a:pt x="437750" y="98024"/>
                  </a:lnTo>
                  <a:lnTo>
                    <a:pt x="435202" y="102606"/>
                  </a:lnTo>
                  <a:lnTo>
                    <a:pt x="434938" y="102966"/>
                  </a:lnTo>
                  <a:lnTo>
                    <a:pt x="433269" y="106380"/>
                  </a:lnTo>
                  <a:lnTo>
                    <a:pt x="430633" y="114377"/>
                  </a:lnTo>
                  <a:lnTo>
                    <a:pt x="429930" y="116443"/>
                  </a:lnTo>
                  <a:lnTo>
                    <a:pt x="430106" y="117252"/>
                  </a:lnTo>
                  <a:lnTo>
                    <a:pt x="430106" y="117431"/>
                  </a:lnTo>
                  <a:lnTo>
                    <a:pt x="430281" y="118420"/>
                  </a:lnTo>
                  <a:lnTo>
                    <a:pt x="430281" y="119498"/>
                  </a:lnTo>
                  <a:lnTo>
                    <a:pt x="429666" y="123631"/>
                  </a:lnTo>
                  <a:lnTo>
                    <a:pt x="428173" y="125787"/>
                  </a:lnTo>
                  <a:lnTo>
                    <a:pt x="428612" y="130639"/>
                  </a:lnTo>
                  <a:lnTo>
                    <a:pt x="428700" y="134772"/>
                  </a:lnTo>
                  <a:lnTo>
                    <a:pt x="432566" y="153281"/>
                  </a:lnTo>
                  <a:lnTo>
                    <a:pt x="434060" y="159840"/>
                  </a:lnTo>
                  <a:lnTo>
                    <a:pt x="436520" y="171520"/>
                  </a:lnTo>
                  <a:lnTo>
                    <a:pt x="438629" y="181583"/>
                  </a:lnTo>
                  <a:lnTo>
                    <a:pt x="440825" y="192365"/>
                  </a:lnTo>
                  <a:lnTo>
                    <a:pt x="441528" y="196139"/>
                  </a:lnTo>
                  <a:lnTo>
                    <a:pt x="442231" y="199283"/>
                  </a:lnTo>
                  <a:lnTo>
                    <a:pt x="432566" y="201080"/>
                  </a:lnTo>
                  <a:lnTo>
                    <a:pt x="428700" y="201799"/>
                  </a:lnTo>
                  <a:lnTo>
                    <a:pt x="426591" y="202158"/>
                  </a:lnTo>
                  <a:lnTo>
                    <a:pt x="423691" y="202697"/>
                  </a:lnTo>
                  <a:lnTo>
                    <a:pt x="415432" y="204225"/>
                  </a:lnTo>
                  <a:lnTo>
                    <a:pt x="414114" y="204494"/>
                  </a:lnTo>
                  <a:lnTo>
                    <a:pt x="409018" y="205393"/>
                  </a:lnTo>
                  <a:lnTo>
                    <a:pt x="407524" y="205662"/>
                  </a:lnTo>
                  <a:lnTo>
                    <a:pt x="404712" y="206202"/>
                  </a:lnTo>
                  <a:lnTo>
                    <a:pt x="402955" y="203686"/>
                  </a:lnTo>
                  <a:lnTo>
                    <a:pt x="399616" y="198924"/>
                  </a:lnTo>
                  <a:lnTo>
                    <a:pt x="399440" y="198564"/>
                  </a:lnTo>
                  <a:lnTo>
                    <a:pt x="391269" y="186794"/>
                  </a:lnTo>
                  <a:lnTo>
                    <a:pt x="389160" y="183829"/>
                  </a:lnTo>
                  <a:lnTo>
                    <a:pt x="388896" y="182032"/>
                  </a:lnTo>
                  <a:lnTo>
                    <a:pt x="388984" y="180595"/>
                  </a:lnTo>
                  <a:lnTo>
                    <a:pt x="389775" y="174126"/>
                  </a:lnTo>
                  <a:lnTo>
                    <a:pt x="390214" y="171520"/>
                  </a:lnTo>
                  <a:lnTo>
                    <a:pt x="390654" y="169723"/>
                  </a:lnTo>
                  <a:lnTo>
                    <a:pt x="390917" y="169184"/>
                  </a:lnTo>
                  <a:lnTo>
                    <a:pt x="392235" y="166578"/>
                  </a:lnTo>
                  <a:lnTo>
                    <a:pt x="392323" y="166309"/>
                  </a:lnTo>
                  <a:lnTo>
                    <a:pt x="392587" y="165770"/>
                  </a:lnTo>
                  <a:lnTo>
                    <a:pt x="392235" y="165590"/>
                  </a:lnTo>
                  <a:lnTo>
                    <a:pt x="390566" y="164602"/>
                  </a:lnTo>
                  <a:lnTo>
                    <a:pt x="389424" y="163973"/>
                  </a:lnTo>
                  <a:lnTo>
                    <a:pt x="389072" y="163793"/>
                  </a:lnTo>
                  <a:lnTo>
                    <a:pt x="388896" y="163434"/>
                  </a:lnTo>
                  <a:lnTo>
                    <a:pt x="388721" y="163164"/>
                  </a:lnTo>
                  <a:lnTo>
                    <a:pt x="388721" y="162984"/>
                  </a:lnTo>
                  <a:lnTo>
                    <a:pt x="388721" y="162625"/>
                  </a:lnTo>
                  <a:lnTo>
                    <a:pt x="389072" y="159930"/>
                  </a:lnTo>
                  <a:lnTo>
                    <a:pt x="389336" y="158223"/>
                  </a:lnTo>
                  <a:lnTo>
                    <a:pt x="389336" y="157863"/>
                  </a:lnTo>
                  <a:lnTo>
                    <a:pt x="389599" y="155617"/>
                  </a:lnTo>
                  <a:lnTo>
                    <a:pt x="389687" y="154898"/>
                  </a:lnTo>
                  <a:lnTo>
                    <a:pt x="389775" y="154359"/>
                  </a:lnTo>
                  <a:lnTo>
                    <a:pt x="388457" y="154090"/>
                  </a:lnTo>
                  <a:lnTo>
                    <a:pt x="382658" y="153191"/>
                  </a:lnTo>
                  <a:lnTo>
                    <a:pt x="381955" y="153011"/>
                  </a:lnTo>
                  <a:lnTo>
                    <a:pt x="381076" y="152921"/>
                  </a:lnTo>
                  <a:lnTo>
                    <a:pt x="377562" y="152293"/>
                  </a:lnTo>
                  <a:lnTo>
                    <a:pt x="369654" y="151035"/>
                  </a:lnTo>
                  <a:lnTo>
                    <a:pt x="361921" y="151933"/>
                  </a:lnTo>
                  <a:lnTo>
                    <a:pt x="349093" y="153281"/>
                  </a:lnTo>
                  <a:lnTo>
                    <a:pt x="342151" y="154090"/>
                  </a:lnTo>
                  <a:lnTo>
                    <a:pt x="336001" y="154718"/>
                  </a:lnTo>
                  <a:lnTo>
                    <a:pt x="333189" y="155078"/>
                  </a:lnTo>
                  <a:lnTo>
                    <a:pt x="328444" y="155617"/>
                  </a:lnTo>
                  <a:lnTo>
                    <a:pt x="327917" y="155617"/>
                  </a:lnTo>
                  <a:lnTo>
                    <a:pt x="327566" y="155707"/>
                  </a:lnTo>
                  <a:lnTo>
                    <a:pt x="323084" y="156156"/>
                  </a:lnTo>
                  <a:lnTo>
                    <a:pt x="319394" y="156605"/>
                  </a:lnTo>
                  <a:lnTo>
                    <a:pt x="313595" y="157234"/>
                  </a:lnTo>
                  <a:lnTo>
                    <a:pt x="307708" y="157863"/>
                  </a:lnTo>
                  <a:lnTo>
                    <a:pt x="303842" y="158312"/>
                  </a:lnTo>
                  <a:lnTo>
                    <a:pt x="297867" y="158941"/>
                  </a:lnTo>
                  <a:lnTo>
                    <a:pt x="296549" y="159121"/>
                  </a:lnTo>
                  <a:lnTo>
                    <a:pt x="295231" y="159211"/>
                  </a:lnTo>
                  <a:lnTo>
                    <a:pt x="294528" y="159301"/>
                  </a:lnTo>
                  <a:lnTo>
                    <a:pt x="294176" y="159391"/>
                  </a:lnTo>
                  <a:lnTo>
                    <a:pt x="280293" y="161816"/>
                  </a:lnTo>
                  <a:lnTo>
                    <a:pt x="276691" y="162356"/>
                  </a:lnTo>
                  <a:lnTo>
                    <a:pt x="275724" y="162535"/>
                  </a:lnTo>
                  <a:lnTo>
                    <a:pt x="275021" y="162625"/>
                  </a:lnTo>
                  <a:lnTo>
                    <a:pt x="273879" y="162895"/>
                  </a:lnTo>
                  <a:lnTo>
                    <a:pt x="271419" y="163254"/>
                  </a:lnTo>
                  <a:lnTo>
                    <a:pt x="270452" y="163344"/>
                  </a:lnTo>
                  <a:lnTo>
                    <a:pt x="266762" y="163883"/>
                  </a:lnTo>
                  <a:lnTo>
                    <a:pt x="264390" y="164242"/>
                  </a:lnTo>
                  <a:lnTo>
                    <a:pt x="261139" y="164781"/>
                  </a:lnTo>
                  <a:lnTo>
                    <a:pt x="259293" y="165141"/>
                  </a:lnTo>
                  <a:lnTo>
                    <a:pt x="258854" y="165231"/>
                  </a:lnTo>
                  <a:lnTo>
                    <a:pt x="258151" y="165410"/>
                  </a:lnTo>
                  <a:lnTo>
                    <a:pt x="257097" y="165590"/>
                  </a:lnTo>
                  <a:lnTo>
                    <a:pt x="248837" y="176372"/>
                  </a:lnTo>
                  <a:lnTo>
                    <a:pt x="233988" y="195779"/>
                  </a:lnTo>
                  <a:lnTo>
                    <a:pt x="233549" y="196228"/>
                  </a:lnTo>
                  <a:lnTo>
                    <a:pt x="226783" y="205123"/>
                  </a:lnTo>
                  <a:lnTo>
                    <a:pt x="221862" y="211503"/>
                  </a:lnTo>
                  <a:lnTo>
                    <a:pt x="216678" y="218331"/>
                  </a:lnTo>
                  <a:lnTo>
                    <a:pt x="212461" y="223812"/>
                  </a:lnTo>
                  <a:lnTo>
                    <a:pt x="212109" y="223542"/>
                  </a:lnTo>
                  <a:lnTo>
                    <a:pt x="211758" y="223273"/>
                  </a:lnTo>
                  <a:lnTo>
                    <a:pt x="211318" y="223183"/>
                  </a:lnTo>
                  <a:lnTo>
                    <a:pt x="210879" y="223003"/>
                  </a:lnTo>
                  <a:lnTo>
                    <a:pt x="210352" y="223003"/>
                  </a:lnTo>
                  <a:lnTo>
                    <a:pt x="209912" y="223003"/>
                  </a:lnTo>
                  <a:lnTo>
                    <a:pt x="209473" y="223093"/>
                  </a:lnTo>
                  <a:lnTo>
                    <a:pt x="209034" y="223273"/>
                  </a:lnTo>
                  <a:lnTo>
                    <a:pt x="208682" y="223542"/>
                  </a:lnTo>
                  <a:lnTo>
                    <a:pt x="208243" y="223812"/>
                  </a:lnTo>
                  <a:lnTo>
                    <a:pt x="207979" y="224081"/>
                  </a:lnTo>
                  <a:lnTo>
                    <a:pt x="206925" y="223093"/>
                  </a:lnTo>
                  <a:lnTo>
                    <a:pt x="205080" y="221116"/>
                  </a:lnTo>
                  <a:lnTo>
                    <a:pt x="203498" y="219589"/>
                  </a:lnTo>
                  <a:lnTo>
                    <a:pt x="201038" y="217073"/>
                  </a:lnTo>
                  <a:lnTo>
                    <a:pt x="198490" y="214468"/>
                  </a:lnTo>
                  <a:lnTo>
                    <a:pt x="194272" y="218691"/>
                  </a:lnTo>
                  <a:lnTo>
                    <a:pt x="194096" y="218780"/>
                  </a:lnTo>
                  <a:lnTo>
                    <a:pt x="191548" y="221386"/>
                  </a:lnTo>
                  <a:lnTo>
                    <a:pt x="191285" y="221656"/>
                  </a:lnTo>
                  <a:lnTo>
                    <a:pt x="187682" y="218062"/>
                  </a:lnTo>
                  <a:lnTo>
                    <a:pt x="184958" y="215186"/>
                  </a:lnTo>
                  <a:lnTo>
                    <a:pt x="180038" y="210065"/>
                  </a:lnTo>
                  <a:lnTo>
                    <a:pt x="178896" y="208897"/>
                  </a:lnTo>
                  <a:lnTo>
                    <a:pt x="176435" y="211323"/>
                  </a:lnTo>
                  <a:lnTo>
                    <a:pt x="171075" y="216444"/>
                  </a:lnTo>
                  <a:lnTo>
                    <a:pt x="170900" y="216624"/>
                  </a:lnTo>
                  <a:lnTo>
                    <a:pt x="164837" y="222464"/>
                  </a:lnTo>
                  <a:lnTo>
                    <a:pt x="163519" y="223812"/>
                  </a:lnTo>
                  <a:lnTo>
                    <a:pt x="155435" y="231629"/>
                  </a:lnTo>
                  <a:lnTo>
                    <a:pt x="154644" y="231000"/>
                  </a:lnTo>
                  <a:lnTo>
                    <a:pt x="153854" y="230461"/>
                  </a:lnTo>
                  <a:lnTo>
                    <a:pt x="153063" y="229922"/>
                  </a:lnTo>
                  <a:lnTo>
                    <a:pt x="152184" y="229472"/>
                  </a:lnTo>
                  <a:lnTo>
                    <a:pt x="151306" y="229113"/>
                  </a:lnTo>
                  <a:lnTo>
                    <a:pt x="150339" y="228754"/>
                  </a:lnTo>
                  <a:lnTo>
                    <a:pt x="149460" y="228484"/>
                  </a:lnTo>
                  <a:lnTo>
                    <a:pt x="148494" y="228214"/>
                  </a:lnTo>
                  <a:lnTo>
                    <a:pt x="147615" y="228035"/>
                  </a:lnTo>
                  <a:lnTo>
                    <a:pt x="146649" y="227855"/>
                  </a:lnTo>
                  <a:lnTo>
                    <a:pt x="145682" y="227855"/>
                  </a:lnTo>
                  <a:lnTo>
                    <a:pt x="144716" y="227765"/>
                  </a:lnTo>
                  <a:lnTo>
                    <a:pt x="143749" y="227855"/>
                  </a:lnTo>
                  <a:lnTo>
                    <a:pt x="128285" y="228304"/>
                  </a:lnTo>
                  <a:lnTo>
                    <a:pt x="124331" y="232078"/>
                  </a:lnTo>
                  <a:lnTo>
                    <a:pt x="121607" y="229293"/>
                  </a:lnTo>
                  <a:lnTo>
                    <a:pt x="120025" y="227675"/>
                  </a:lnTo>
                  <a:lnTo>
                    <a:pt x="118707" y="226417"/>
                  </a:lnTo>
                  <a:lnTo>
                    <a:pt x="113787" y="221296"/>
                  </a:lnTo>
                  <a:lnTo>
                    <a:pt x="113611" y="221206"/>
                  </a:lnTo>
                  <a:lnTo>
                    <a:pt x="110272" y="217792"/>
                  </a:lnTo>
                  <a:lnTo>
                    <a:pt x="109393" y="216894"/>
                  </a:lnTo>
                  <a:lnTo>
                    <a:pt x="107899" y="215366"/>
                  </a:lnTo>
                  <a:lnTo>
                    <a:pt x="107460" y="214827"/>
                  </a:lnTo>
                  <a:lnTo>
                    <a:pt x="106230" y="213659"/>
                  </a:lnTo>
                  <a:lnTo>
                    <a:pt x="105791" y="213210"/>
                  </a:lnTo>
                  <a:lnTo>
                    <a:pt x="104385" y="211772"/>
                  </a:lnTo>
                  <a:lnTo>
                    <a:pt x="101222" y="208448"/>
                  </a:lnTo>
                  <a:lnTo>
                    <a:pt x="86372" y="222824"/>
                  </a:lnTo>
                  <a:lnTo>
                    <a:pt x="85054" y="224081"/>
                  </a:lnTo>
                  <a:lnTo>
                    <a:pt x="83912" y="225160"/>
                  </a:lnTo>
                  <a:lnTo>
                    <a:pt x="82594" y="226417"/>
                  </a:lnTo>
                  <a:lnTo>
                    <a:pt x="82330" y="226148"/>
                  </a:lnTo>
                  <a:lnTo>
                    <a:pt x="81891" y="225609"/>
                  </a:lnTo>
                  <a:lnTo>
                    <a:pt x="81452" y="225160"/>
                  </a:lnTo>
                  <a:lnTo>
                    <a:pt x="81012" y="224710"/>
                  </a:lnTo>
                  <a:lnTo>
                    <a:pt x="80309" y="223992"/>
                  </a:lnTo>
                  <a:lnTo>
                    <a:pt x="79606" y="223273"/>
                  </a:lnTo>
                  <a:lnTo>
                    <a:pt x="78904" y="222374"/>
                  </a:lnTo>
                  <a:lnTo>
                    <a:pt x="78552" y="222015"/>
                  </a:lnTo>
                  <a:lnTo>
                    <a:pt x="77937" y="221386"/>
                  </a:lnTo>
                  <a:lnTo>
                    <a:pt x="76971" y="220308"/>
                  </a:lnTo>
                  <a:lnTo>
                    <a:pt x="76355" y="219679"/>
                  </a:lnTo>
                  <a:lnTo>
                    <a:pt x="75828" y="219140"/>
                  </a:lnTo>
                  <a:lnTo>
                    <a:pt x="75565" y="218780"/>
                  </a:lnTo>
                  <a:lnTo>
                    <a:pt x="74510" y="217612"/>
                  </a:lnTo>
                  <a:lnTo>
                    <a:pt x="73456" y="216265"/>
                  </a:lnTo>
                  <a:lnTo>
                    <a:pt x="72577" y="215366"/>
                  </a:lnTo>
                  <a:lnTo>
                    <a:pt x="71435" y="214108"/>
                  </a:lnTo>
                  <a:lnTo>
                    <a:pt x="70996" y="213569"/>
                  </a:lnTo>
                  <a:lnTo>
                    <a:pt x="69853" y="212311"/>
                  </a:lnTo>
                  <a:lnTo>
                    <a:pt x="68975" y="211323"/>
                  </a:lnTo>
                  <a:lnTo>
                    <a:pt x="68623" y="210964"/>
                  </a:lnTo>
                  <a:lnTo>
                    <a:pt x="68360" y="210514"/>
                  </a:lnTo>
                  <a:lnTo>
                    <a:pt x="68096" y="210245"/>
                  </a:lnTo>
                  <a:lnTo>
                    <a:pt x="67569" y="209706"/>
                  </a:lnTo>
                  <a:lnTo>
                    <a:pt x="67217" y="213389"/>
                  </a:lnTo>
                  <a:lnTo>
                    <a:pt x="67129" y="214288"/>
                  </a:lnTo>
                  <a:lnTo>
                    <a:pt x="66514" y="217253"/>
                  </a:lnTo>
                  <a:lnTo>
                    <a:pt x="66163" y="218241"/>
                  </a:lnTo>
                  <a:lnTo>
                    <a:pt x="65899" y="218691"/>
                  </a:lnTo>
                  <a:lnTo>
                    <a:pt x="65109" y="219499"/>
                  </a:lnTo>
                  <a:lnTo>
                    <a:pt x="64406" y="220128"/>
                  </a:lnTo>
                  <a:lnTo>
                    <a:pt x="63966" y="220398"/>
                  </a:lnTo>
                  <a:lnTo>
                    <a:pt x="62385" y="220847"/>
                  </a:lnTo>
                  <a:lnTo>
                    <a:pt x="61155" y="220847"/>
                  </a:lnTo>
                  <a:lnTo>
                    <a:pt x="59221" y="220937"/>
                  </a:lnTo>
                  <a:lnTo>
                    <a:pt x="57552" y="220937"/>
                  </a:lnTo>
                  <a:lnTo>
                    <a:pt x="57288" y="221027"/>
                  </a:lnTo>
                  <a:lnTo>
                    <a:pt x="56410" y="221296"/>
                  </a:lnTo>
                  <a:lnTo>
                    <a:pt x="55970" y="221566"/>
                  </a:lnTo>
                  <a:lnTo>
                    <a:pt x="55267" y="222195"/>
                  </a:lnTo>
                  <a:lnTo>
                    <a:pt x="54652" y="222734"/>
                  </a:lnTo>
                  <a:lnTo>
                    <a:pt x="54213" y="223093"/>
                  </a:lnTo>
                  <a:lnTo>
                    <a:pt x="54037" y="223183"/>
                  </a:lnTo>
                  <a:lnTo>
                    <a:pt x="53598" y="223452"/>
                  </a:lnTo>
                  <a:lnTo>
                    <a:pt x="53159" y="223722"/>
                  </a:lnTo>
                  <a:lnTo>
                    <a:pt x="52456" y="224081"/>
                  </a:lnTo>
                  <a:lnTo>
                    <a:pt x="51929" y="224531"/>
                  </a:lnTo>
                  <a:lnTo>
                    <a:pt x="51665" y="224980"/>
                  </a:lnTo>
                  <a:lnTo>
                    <a:pt x="51489" y="225609"/>
                  </a:lnTo>
                  <a:lnTo>
                    <a:pt x="51577" y="226238"/>
                  </a:lnTo>
                  <a:lnTo>
                    <a:pt x="51665" y="226867"/>
                  </a:lnTo>
                  <a:lnTo>
                    <a:pt x="51841" y="227675"/>
                  </a:lnTo>
                  <a:lnTo>
                    <a:pt x="51489" y="228304"/>
                  </a:lnTo>
                  <a:lnTo>
                    <a:pt x="51226" y="228754"/>
                  </a:lnTo>
                  <a:lnTo>
                    <a:pt x="50698" y="229203"/>
                  </a:lnTo>
                  <a:lnTo>
                    <a:pt x="49908" y="229832"/>
                  </a:lnTo>
                  <a:lnTo>
                    <a:pt x="48238" y="230640"/>
                  </a:lnTo>
                  <a:lnTo>
                    <a:pt x="47623" y="230910"/>
                  </a:lnTo>
                  <a:lnTo>
                    <a:pt x="46129" y="231629"/>
                  </a:lnTo>
                  <a:lnTo>
                    <a:pt x="45251" y="232078"/>
                  </a:lnTo>
                  <a:lnTo>
                    <a:pt x="44724" y="232347"/>
                  </a:lnTo>
                  <a:lnTo>
                    <a:pt x="44021" y="232527"/>
                  </a:lnTo>
                  <a:lnTo>
                    <a:pt x="42790" y="232797"/>
                  </a:lnTo>
                  <a:lnTo>
                    <a:pt x="41297" y="233785"/>
                  </a:lnTo>
                  <a:lnTo>
                    <a:pt x="41033" y="233605"/>
                  </a:lnTo>
                  <a:lnTo>
                    <a:pt x="36903" y="231629"/>
                  </a:lnTo>
                  <a:lnTo>
                    <a:pt x="34092" y="229293"/>
                  </a:lnTo>
                  <a:lnTo>
                    <a:pt x="31280" y="227675"/>
                  </a:lnTo>
                  <a:lnTo>
                    <a:pt x="27853" y="224800"/>
                  </a:lnTo>
                  <a:lnTo>
                    <a:pt x="25569" y="222644"/>
                  </a:lnTo>
                  <a:lnTo>
                    <a:pt x="22933" y="220398"/>
                  </a:lnTo>
                  <a:lnTo>
                    <a:pt x="21263" y="219050"/>
                  </a:lnTo>
                  <a:lnTo>
                    <a:pt x="19067" y="217343"/>
                  </a:lnTo>
                  <a:lnTo>
                    <a:pt x="17749" y="215815"/>
                  </a:lnTo>
                  <a:lnTo>
                    <a:pt x="15640" y="214647"/>
                  </a:lnTo>
                  <a:lnTo>
                    <a:pt x="13970" y="212940"/>
                  </a:lnTo>
                  <a:lnTo>
                    <a:pt x="12740" y="211772"/>
                  </a:lnTo>
                  <a:lnTo>
                    <a:pt x="10983" y="210604"/>
                  </a:lnTo>
                  <a:lnTo>
                    <a:pt x="9050" y="208627"/>
                  </a:lnTo>
                  <a:lnTo>
                    <a:pt x="6677" y="206920"/>
                  </a:lnTo>
                  <a:lnTo>
                    <a:pt x="4569" y="205932"/>
                  </a:lnTo>
                  <a:lnTo>
                    <a:pt x="1493" y="204315"/>
                  </a:lnTo>
                  <a:lnTo>
                    <a:pt x="702" y="203686"/>
                  </a:lnTo>
                  <a:lnTo>
                    <a:pt x="3251" y="196767"/>
                  </a:lnTo>
                  <a:lnTo>
                    <a:pt x="3953" y="189041"/>
                  </a:lnTo>
                  <a:lnTo>
                    <a:pt x="4656" y="180235"/>
                  </a:lnTo>
                  <a:lnTo>
                    <a:pt x="4393" y="176641"/>
                  </a:lnTo>
                  <a:lnTo>
                    <a:pt x="4217" y="175563"/>
                  </a:lnTo>
                  <a:lnTo>
                    <a:pt x="3690" y="173946"/>
                  </a:lnTo>
                  <a:lnTo>
                    <a:pt x="2899" y="171610"/>
                  </a:lnTo>
                  <a:lnTo>
                    <a:pt x="1933" y="169543"/>
                  </a:lnTo>
                  <a:lnTo>
                    <a:pt x="1845" y="169364"/>
                  </a:lnTo>
                  <a:lnTo>
                    <a:pt x="1581" y="168555"/>
                  </a:lnTo>
                  <a:lnTo>
                    <a:pt x="1405" y="167118"/>
                  </a:lnTo>
                  <a:lnTo>
                    <a:pt x="1405" y="166399"/>
                  </a:lnTo>
                  <a:lnTo>
                    <a:pt x="1669" y="164781"/>
                  </a:lnTo>
                  <a:lnTo>
                    <a:pt x="2723" y="161008"/>
                  </a:lnTo>
                  <a:lnTo>
                    <a:pt x="1493" y="157324"/>
                  </a:lnTo>
                  <a:lnTo>
                    <a:pt x="439" y="152832"/>
                  </a:lnTo>
                  <a:lnTo>
                    <a:pt x="878" y="149148"/>
                  </a:lnTo>
                  <a:lnTo>
                    <a:pt x="1757" y="145464"/>
                  </a:lnTo>
                  <a:lnTo>
                    <a:pt x="1405" y="144566"/>
                  </a:lnTo>
                  <a:lnTo>
                    <a:pt x="1845" y="143218"/>
                  </a:lnTo>
                  <a:lnTo>
                    <a:pt x="0" y="142499"/>
                  </a:lnTo>
                  <a:lnTo>
                    <a:pt x="3602" y="135581"/>
                  </a:lnTo>
                  <a:lnTo>
                    <a:pt x="5096" y="132795"/>
                  </a:lnTo>
                  <a:lnTo>
                    <a:pt x="5535" y="132975"/>
                  </a:lnTo>
                  <a:lnTo>
                    <a:pt x="6326" y="133424"/>
                  </a:lnTo>
                  <a:lnTo>
                    <a:pt x="7556" y="134053"/>
                  </a:lnTo>
                  <a:lnTo>
                    <a:pt x="7732" y="134143"/>
                  </a:lnTo>
                  <a:lnTo>
                    <a:pt x="7820" y="133874"/>
                  </a:lnTo>
                  <a:lnTo>
                    <a:pt x="8610" y="132256"/>
                  </a:lnTo>
                  <a:lnTo>
                    <a:pt x="10456" y="128123"/>
                  </a:lnTo>
                  <a:lnTo>
                    <a:pt x="10631" y="127764"/>
                  </a:lnTo>
                  <a:lnTo>
                    <a:pt x="11949" y="124889"/>
                  </a:lnTo>
                  <a:lnTo>
                    <a:pt x="12916" y="121385"/>
                  </a:lnTo>
                  <a:lnTo>
                    <a:pt x="13355" y="120486"/>
                  </a:lnTo>
                  <a:lnTo>
                    <a:pt x="13707" y="119947"/>
                  </a:lnTo>
                  <a:lnTo>
                    <a:pt x="14937" y="117342"/>
                  </a:lnTo>
                  <a:lnTo>
                    <a:pt x="18627" y="109794"/>
                  </a:lnTo>
                  <a:lnTo>
                    <a:pt x="18803" y="109525"/>
                  </a:lnTo>
                  <a:lnTo>
                    <a:pt x="19067" y="108896"/>
                  </a:lnTo>
                  <a:lnTo>
                    <a:pt x="19330" y="107638"/>
                  </a:lnTo>
                  <a:lnTo>
                    <a:pt x="21000" y="104044"/>
                  </a:lnTo>
                  <a:lnTo>
                    <a:pt x="21175" y="103685"/>
                  </a:lnTo>
                  <a:lnTo>
                    <a:pt x="17221" y="101438"/>
                  </a:lnTo>
                  <a:lnTo>
                    <a:pt x="20648" y="92364"/>
                  </a:lnTo>
                  <a:lnTo>
                    <a:pt x="21703" y="89758"/>
                  </a:lnTo>
                  <a:lnTo>
                    <a:pt x="21790" y="89489"/>
                  </a:lnTo>
                  <a:lnTo>
                    <a:pt x="22230" y="88231"/>
                  </a:lnTo>
                  <a:lnTo>
                    <a:pt x="23811" y="84008"/>
                  </a:lnTo>
                  <a:lnTo>
                    <a:pt x="23899" y="83738"/>
                  </a:lnTo>
                  <a:lnTo>
                    <a:pt x="26359" y="77269"/>
                  </a:lnTo>
                  <a:lnTo>
                    <a:pt x="29610" y="68374"/>
                  </a:lnTo>
                  <a:lnTo>
                    <a:pt x="30226" y="66847"/>
                  </a:lnTo>
                  <a:lnTo>
                    <a:pt x="44548" y="74035"/>
                  </a:lnTo>
                  <a:lnTo>
                    <a:pt x="50611" y="61725"/>
                  </a:lnTo>
                  <a:lnTo>
                    <a:pt x="51138" y="60647"/>
                  </a:lnTo>
                  <a:lnTo>
                    <a:pt x="51489" y="60917"/>
                  </a:lnTo>
                  <a:lnTo>
                    <a:pt x="51753" y="61096"/>
                  </a:lnTo>
                  <a:lnTo>
                    <a:pt x="52631" y="61725"/>
                  </a:lnTo>
                  <a:lnTo>
                    <a:pt x="54037" y="62624"/>
                  </a:lnTo>
                  <a:lnTo>
                    <a:pt x="54916" y="63253"/>
                  </a:lnTo>
                  <a:lnTo>
                    <a:pt x="56322" y="64241"/>
                  </a:lnTo>
                  <a:lnTo>
                    <a:pt x="56673" y="64421"/>
                  </a:lnTo>
                  <a:lnTo>
                    <a:pt x="60364" y="67026"/>
                  </a:lnTo>
                  <a:lnTo>
                    <a:pt x="66602" y="71249"/>
                  </a:lnTo>
                  <a:lnTo>
                    <a:pt x="73719" y="57772"/>
                  </a:lnTo>
                  <a:lnTo>
                    <a:pt x="75740" y="53549"/>
                  </a:lnTo>
                  <a:lnTo>
                    <a:pt x="83209" y="38544"/>
                  </a:lnTo>
                  <a:lnTo>
                    <a:pt x="84878" y="35220"/>
                  </a:lnTo>
                  <a:lnTo>
                    <a:pt x="89975" y="25247"/>
                  </a:lnTo>
                  <a:lnTo>
                    <a:pt x="91996" y="21204"/>
                  </a:lnTo>
                  <a:lnTo>
                    <a:pt x="92259" y="20754"/>
                  </a:lnTo>
                  <a:lnTo>
                    <a:pt x="94456" y="16532"/>
                  </a:lnTo>
                  <a:lnTo>
                    <a:pt x="95950" y="13567"/>
                  </a:lnTo>
                  <a:lnTo>
                    <a:pt x="98674" y="9164"/>
                  </a:lnTo>
                  <a:lnTo>
                    <a:pt x="99025" y="8715"/>
                  </a:lnTo>
                  <a:lnTo>
                    <a:pt x="100870" y="6469"/>
                  </a:lnTo>
                  <a:lnTo>
                    <a:pt x="104561" y="2246"/>
                  </a:lnTo>
                  <a:lnTo>
                    <a:pt x="106142" y="898"/>
                  </a:lnTo>
                  <a:lnTo>
                    <a:pt x="1070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071969" y="1860804"/>
              <a:ext cx="1194983" cy="1585015"/>
            </a:xfrm>
            <a:custGeom>
              <a:avLst/>
              <a:pathLst>
                <a:path w="1194983" h="1585015">
                  <a:moveTo>
                    <a:pt x="798442" y="22012"/>
                  </a:moveTo>
                  <a:lnTo>
                    <a:pt x="803890" y="31716"/>
                  </a:lnTo>
                  <a:lnTo>
                    <a:pt x="809601" y="44564"/>
                  </a:lnTo>
                  <a:lnTo>
                    <a:pt x="812764" y="55526"/>
                  </a:lnTo>
                  <a:lnTo>
                    <a:pt x="813379" y="57682"/>
                  </a:lnTo>
                  <a:lnTo>
                    <a:pt x="819266" y="66667"/>
                  </a:lnTo>
                  <a:lnTo>
                    <a:pt x="827350" y="74664"/>
                  </a:lnTo>
                  <a:lnTo>
                    <a:pt x="833588" y="77089"/>
                  </a:lnTo>
                  <a:lnTo>
                    <a:pt x="842111" y="80504"/>
                  </a:lnTo>
                  <a:lnTo>
                    <a:pt x="861091" y="84816"/>
                  </a:lnTo>
                  <a:lnTo>
                    <a:pt x="862233" y="85086"/>
                  </a:lnTo>
                  <a:lnTo>
                    <a:pt x="881036" y="87512"/>
                  </a:lnTo>
                  <a:lnTo>
                    <a:pt x="893601" y="87692"/>
                  </a:lnTo>
                  <a:lnTo>
                    <a:pt x="896413" y="87781"/>
                  </a:lnTo>
                  <a:lnTo>
                    <a:pt x="909241" y="86074"/>
                  </a:lnTo>
                  <a:lnTo>
                    <a:pt x="924442" y="80504"/>
                  </a:lnTo>
                  <a:lnTo>
                    <a:pt x="943685" y="68823"/>
                  </a:lnTo>
                  <a:lnTo>
                    <a:pt x="958359" y="56963"/>
                  </a:lnTo>
                  <a:lnTo>
                    <a:pt x="971890" y="51393"/>
                  </a:lnTo>
                  <a:lnTo>
                    <a:pt x="984455" y="50135"/>
                  </a:lnTo>
                  <a:lnTo>
                    <a:pt x="1005895" y="46811"/>
                  </a:lnTo>
                  <a:lnTo>
                    <a:pt x="1006334" y="46721"/>
                  </a:lnTo>
                  <a:lnTo>
                    <a:pt x="1016526" y="44025"/>
                  </a:lnTo>
                  <a:lnTo>
                    <a:pt x="1022413" y="42408"/>
                  </a:lnTo>
                  <a:lnTo>
                    <a:pt x="1046401" y="36568"/>
                  </a:lnTo>
                  <a:lnTo>
                    <a:pt x="1052552" y="36658"/>
                  </a:lnTo>
                  <a:lnTo>
                    <a:pt x="1063271" y="36837"/>
                  </a:lnTo>
                  <a:lnTo>
                    <a:pt x="1076803" y="36568"/>
                  </a:lnTo>
                  <a:lnTo>
                    <a:pt x="1094640" y="36029"/>
                  </a:lnTo>
                  <a:lnTo>
                    <a:pt x="1112916" y="36568"/>
                  </a:lnTo>
                  <a:lnTo>
                    <a:pt x="1114585" y="36388"/>
                  </a:lnTo>
                  <a:lnTo>
                    <a:pt x="1119857" y="35759"/>
                  </a:lnTo>
                  <a:lnTo>
                    <a:pt x="1127326" y="34861"/>
                  </a:lnTo>
                  <a:lnTo>
                    <a:pt x="1146305" y="33423"/>
                  </a:lnTo>
                  <a:lnTo>
                    <a:pt x="1163615" y="30368"/>
                  </a:lnTo>
                  <a:lnTo>
                    <a:pt x="1169853" y="29290"/>
                  </a:lnTo>
                  <a:lnTo>
                    <a:pt x="1184791" y="29290"/>
                  </a:lnTo>
                  <a:lnTo>
                    <a:pt x="1191908" y="34861"/>
                  </a:lnTo>
                  <a:lnTo>
                    <a:pt x="1194983" y="43846"/>
                  </a:lnTo>
                  <a:lnTo>
                    <a:pt x="1189272" y="56424"/>
                  </a:lnTo>
                  <a:lnTo>
                    <a:pt x="1179343" y="70081"/>
                  </a:lnTo>
                  <a:lnTo>
                    <a:pt x="1172401" y="85535"/>
                  </a:lnTo>
                  <a:lnTo>
                    <a:pt x="1169590" y="108896"/>
                  </a:lnTo>
                  <a:lnTo>
                    <a:pt x="1171259" y="130010"/>
                  </a:lnTo>
                  <a:lnTo>
                    <a:pt x="1174071" y="147620"/>
                  </a:lnTo>
                  <a:lnTo>
                    <a:pt x="1176268" y="161008"/>
                  </a:lnTo>
                  <a:lnTo>
                    <a:pt x="1173192" y="177809"/>
                  </a:lnTo>
                  <a:lnTo>
                    <a:pt x="1161594" y="192185"/>
                  </a:lnTo>
                  <a:lnTo>
                    <a:pt x="1160100" y="194072"/>
                  </a:lnTo>
                  <a:lnTo>
                    <a:pt x="1150611" y="201799"/>
                  </a:lnTo>
                  <a:lnTo>
                    <a:pt x="1123548" y="218780"/>
                  </a:lnTo>
                  <a:lnTo>
                    <a:pt x="1105535" y="227316"/>
                  </a:lnTo>
                  <a:lnTo>
                    <a:pt x="1090774" y="232887"/>
                  </a:lnTo>
                  <a:lnTo>
                    <a:pt x="1076100" y="237469"/>
                  </a:lnTo>
                  <a:lnTo>
                    <a:pt x="1066171" y="243579"/>
                  </a:lnTo>
                  <a:lnTo>
                    <a:pt x="1057824" y="248700"/>
                  </a:lnTo>
                  <a:lnTo>
                    <a:pt x="1044029" y="255169"/>
                  </a:lnTo>
                  <a:lnTo>
                    <a:pt x="1037614" y="270263"/>
                  </a:lnTo>
                  <a:lnTo>
                    <a:pt x="1032694" y="292366"/>
                  </a:lnTo>
                  <a:lnTo>
                    <a:pt x="1032430" y="306922"/>
                  </a:lnTo>
                  <a:lnTo>
                    <a:pt x="1027949" y="327497"/>
                  </a:lnTo>
                  <a:lnTo>
                    <a:pt x="1020832" y="351037"/>
                  </a:lnTo>
                  <a:lnTo>
                    <a:pt x="1009146" y="376824"/>
                  </a:lnTo>
                  <a:lnTo>
                    <a:pt x="1001853" y="389582"/>
                  </a:lnTo>
                  <a:lnTo>
                    <a:pt x="997284" y="397669"/>
                  </a:lnTo>
                  <a:lnTo>
                    <a:pt x="992275" y="409529"/>
                  </a:lnTo>
                  <a:lnTo>
                    <a:pt x="991836" y="423635"/>
                  </a:lnTo>
                  <a:lnTo>
                    <a:pt x="992012" y="424713"/>
                  </a:lnTo>
                  <a:lnTo>
                    <a:pt x="993945" y="437741"/>
                  </a:lnTo>
                  <a:lnTo>
                    <a:pt x="994208" y="439628"/>
                  </a:lnTo>
                  <a:lnTo>
                    <a:pt x="1000359" y="452476"/>
                  </a:lnTo>
                  <a:lnTo>
                    <a:pt x="1004928" y="467031"/>
                  </a:lnTo>
                  <a:lnTo>
                    <a:pt x="1002028" y="480149"/>
                  </a:lnTo>
                  <a:lnTo>
                    <a:pt x="997987" y="492638"/>
                  </a:lnTo>
                  <a:lnTo>
                    <a:pt x="997284" y="494705"/>
                  </a:lnTo>
                  <a:lnTo>
                    <a:pt x="993593" y="500455"/>
                  </a:lnTo>
                  <a:lnTo>
                    <a:pt x="989463" y="506834"/>
                  </a:lnTo>
                  <a:lnTo>
                    <a:pt x="988321" y="515819"/>
                  </a:lnTo>
                  <a:lnTo>
                    <a:pt x="989903" y="528218"/>
                  </a:lnTo>
                  <a:lnTo>
                    <a:pt x="995614" y="538191"/>
                  </a:lnTo>
                  <a:lnTo>
                    <a:pt x="1012748" y="554184"/>
                  </a:lnTo>
                  <a:lnTo>
                    <a:pt x="1018196" y="563619"/>
                  </a:lnTo>
                  <a:lnTo>
                    <a:pt x="1020568" y="576018"/>
                  </a:lnTo>
                  <a:lnTo>
                    <a:pt x="1021535" y="585991"/>
                  </a:lnTo>
                  <a:lnTo>
                    <a:pt x="1019690" y="591382"/>
                  </a:lnTo>
                  <a:lnTo>
                    <a:pt x="1018459" y="595245"/>
                  </a:lnTo>
                  <a:lnTo>
                    <a:pt x="1010112" y="604410"/>
                  </a:lnTo>
                  <a:lnTo>
                    <a:pt x="1001325" y="611687"/>
                  </a:lnTo>
                  <a:lnTo>
                    <a:pt x="986388" y="622649"/>
                  </a:lnTo>
                  <a:lnTo>
                    <a:pt x="963104" y="632532"/>
                  </a:lnTo>
                  <a:lnTo>
                    <a:pt x="937271" y="641787"/>
                  </a:lnTo>
                  <a:lnTo>
                    <a:pt x="916095" y="652928"/>
                  </a:lnTo>
                  <a:lnTo>
                    <a:pt x="908539" y="658049"/>
                  </a:lnTo>
                  <a:lnTo>
                    <a:pt x="899752" y="668741"/>
                  </a:lnTo>
                  <a:lnTo>
                    <a:pt x="896149" y="675749"/>
                  </a:lnTo>
                  <a:lnTo>
                    <a:pt x="893601" y="680871"/>
                  </a:lnTo>
                  <a:lnTo>
                    <a:pt x="892195" y="691563"/>
                  </a:lnTo>
                  <a:lnTo>
                    <a:pt x="892283" y="694707"/>
                  </a:lnTo>
                  <a:lnTo>
                    <a:pt x="892635" y="704411"/>
                  </a:lnTo>
                  <a:lnTo>
                    <a:pt x="889120" y="716990"/>
                  </a:lnTo>
                  <a:lnTo>
                    <a:pt x="882882" y="725256"/>
                  </a:lnTo>
                  <a:lnTo>
                    <a:pt x="874798" y="730467"/>
                  </a:lnTo>
                  <a:lnTo>
                    <a:pt x="868999" y="740620"/>
                  </a:lnTo>
                  <a:lnTo>
                    <a:pt x="865835" y="753109"/>
                  </a:lnTo>
                  <a:lnTo>
                    <a:pt x="855643" y="763621"/>
                  </a:lnTo>
                  <a:lnTo>
                    <a:pt x="843517" y="769102"/>
                  </a:lnTo>
                  <a:lnTo>
                    <a:pt x="837630" y="771707"/>
                  </a:lnTo>
                  <a:lnTo>
                    <a:pt x="824187" y="779165"/>
                  </a:lnTo>
                  <a:lnTo>
                    <a:pt x="816015" y="785724"/>
                  </a:lnTo>
                  <a:lnTo>
                    <a:pt x="815136" y="787611"/>
                  </a:lnTo>
                  <a:lnTo>
                    <a:pt x="812237" y="793451"/>
                  </a:lnTo>
                  <a:lnTo>
                    <a:pt x="808546" y="801088"/>
                  </a:lnTo>
                  <a:lnTo>
                    <a:pt x="801254" y="812409"/>
                  </a:lnTo>
                  <a:lnTo>
                    <a:pt x="791061" y="821034"/>
                  </a:lnTo>
                  <a:lnTo>
                    <a:pt x="775597" y="826156"/>
                  </a:lnTo>
                  <a:lnTo>
                    <a:pt x="758287" y="828761"/>
                  </a:lnTo>
                  <a:lnTo>
                    <a:pt x="744404" y="822921"/>
                  </a:lnTo>
                  <a:lnTo>
                    <a:pt x="727621" y="819866"/>
                  </a:lnTo>
                  <a:lnTo>
                    <a:pt x="718044" y="824089"/>
                  </a:lnTo>
                  <a:lnTo>
                    <a:pt x="713475" y="829749"/>
                  </a:lnTo>
                  <a:lnTo>
                    <a:pt x="709609" y="834511"/>
                  </a:lnTo>
                  <a:lnTo>
                    <a:pt x="710751" y="850325"/>
                  </a:lnTo>
                  <a:lnTo>
                    <a:pt x="708730" y="871709"/>
                  </a:lnTo>
                  <a:lnTo>
                    <a:pt x="706182" y="897046"/>
                  </a:lnTo>
                  <a:lnTo>
                    <a:pt x="703722" y="913668"/>
                  </a:lnTo>
                  <a:lnTo>
                    <a:pt x="680349" y="975484"/>
                  </a:lnTo>
                  <a:lnTo>
                    <a:pt x="672793" y="990039"/>
                  </a:lnTo>
                  <a:lnTo>
                    <a:pt x="669542" y="996239"/>
                  </a:lnTo>
                  <a:lnTo>
                    <a:pt x="650475" y="1022025"/>
                  </a:lnTo>
                  <a:lnTo>
                    <a:pt x="643182" y="1034244"/>
                  </a:lnTo>
                  <a:lnTo>
                    <a:pt x="641512" y="1037838"/>
                  </a:lnTo>
                  <a:lnTo>
                    <a:pt x="630441" y="1061738"/>
                  </a:lnTo>
                  <a:lnTo>
                    <a:pt x="614362" y="1086087"/>
                  </a:lnTo>
                  <a:lnTo>
                    <a:pt x="602324" y="1104506"/>
                  </a:lnTo>
                  <a:lnTo>
                    <a:pt x="597140" y="1115018"/>
                  </a:lnTo>
                  <a:lnTo>
                    <a:pt x="595119" y="1121847"/>
                  </a:lnTo>
                  <a:lnTo>
                    <a:pt x="590198" y="1126788"/>
                  </a:lnTo>
                  <a:lnTo>
                    <a:pt x="591165" y="1135144"/>
                  </a:lnTo>
                  <a:lnTo>
                    <a:pt x="589671" y="1140355"/>
                  </a:lnTo>
                  <a:lnTo>
                    <a:pt x="576315" y="1151766"/>
                  </a:lnTo>
                  <a:lnTo>
                    <a:pt x="570956" y="1166052"/>
                  </a:lnTo>
                  <a:lnTo>
                    <a:pt x="566387" y="1172162"/>
                  </a:lnTo>
                  <a:lnTo>
                    <a:pt x="561905" y="1182944"/>
                  </a:lnTo>
                  <a:lnTo>
                    <a:pt x="551098" y="1192378"/>
                  </a:lnTo>
                  <a:lnTo>
                    <a:pt x="540642" y="1204507"/>
                  </a:lnTo>
                  <a:lnTo>
                    <a:pt x="537479" y="1219152"/>
                  </a:lnTo>
                  <a:lnTo>
                    <a:pt x="538357" y="1232540"/>
                  </a:lnTo>
                  <a:lnTo>
                    <a:pt x="538621" y="1237302"/>
                  </a:lnTo>
                  <a:lnTo>
                    <a:pt x="538445" y="1242603"/>
                  </a:lnTo>
                  <a:lnTo>
                    <a:pt x="542663" y="1254732"/>
                  </a:lnTo>
                  <a:lnTo>
                    <a:pt x="558127" y="1288515"/>
                  </a:lnTo>
                  <a:lnTo>
                    <a:pt x="568408" y="1293547"/>
                  </a:lnTo>
                  <a:lnTo>
                    <a:pt x="579127" y="1296781"/>
                  </a:lnTo>
                  <a:lnTo>
                    <a:pt x="594328" y="1303790"/>
                  </a:lnTo>
                  <a:lnTo>
                    <a:pt x="608123" y="1306485"/>
                  </a:lnTo>
                  <a:lnTo>
                    <a:pt x="609529" y="1306755"/>
                  </a:lnTo>
                  <a:lnTo>
                    <a:pt x="613659" y="1309360"/>
                  </a:lnTo>
                  <a:lnTo>
                    <a:pt x="618052" y="1309360"/>
                  </a:lnTo>
                  <a:lnTo>
                    <a:pt x="622533" y="1309360"/>
                  </a:lnTo>
                  <a:lnTo>
                    <a:pt x="625521" y="1314032"/>
                  </a:lnTo>
                  <a:lnTo>
                    <a:pt x="626663" y="1317806"/>
                  </a:lnTo>
                  <a:lnTo>
                    <a:pt x="628420" y="1320681"/>
                  </a:lnTo>
                  <a:lnTo>
                    <a:pt x="632814" y="1322748"/>
                  </a:lnTo>
                  <a:lnTo>
                    <a:pt x="634483" y="1327869"/>
                  </a:lnTo>
                  <a:lnTo>
                    <a:pt x="636416" y="1330834"/>
                  </a:lnTo>
                  <a:lnTo>
                    <a:pt x="639579" y="1332631"/>
                  </a:lnTo>
                  <a:lnTo>
                    <a:pt x="643533" y="1333440"/>
                  </a:lnTo>
                  <a:lnTo>
                    <a:pt x="646609" y="1334877"/>
                  </a:lnTo>
                  <a:lnTo>
                    <a:pt x="651178" y="1336944"/>
                  </a:lnTo>
                  <a:lnTo>
                    <a:pt x="656098" y="1338202"/>
                  </a:lnTo>
                  <a:lnTo>
                    <a:pt x="659349" y="1341706"/>
                  </a:lnTo>
                  <a:lnTo>
                    <a:pt x="661370" y="1345749"/>
                  </a:lnTo>
                  <a:lnTo>
                    <a:pt x="662776" y="1349702"/>
                  </a:lnTo>
                  <a:lnTo>
                    <a:pt x="664446" y="1353476"/>
                  </a:lnTo>
                  <a:lnTo>
                    <a:pt x="666115" y="1356441"/>
                  </a:lnTo>
                  <a:lnTo>
                    <a:pt x="671123" y="1359496"/>
                  </a:lnTo>
                  <a:lnTo>
                    <a:pt x="675780" y="1364976"/>
                  </a:lnTo>
                  <a:lnTo>
                    <a:pt x="677625" y="1371356"/>
                  </a:lnTo>
                  <a:lnTo>
                    <a:pt x="674726" y="1375938"/>
                  </a:lnTo>
                  <a:lnTo>
                    <a:pt x="673144" y="1376836"/>
                  </a:lnTo>
                  <a:lnTo>
                    <a:pt x="673232" y="1378903"/>
                  </a:lnTo>
                  <a:lnTo>
                    <a:pt x="672090" y="1381419"/>
                  </a:lnTo>
                  <a:lnTo>
                    <a:pt x="671563" y="1384294"/>
                  </a:lnTo>
                  <a:lnTo>
                    <a:pt x="672881" y="1387528"/>
                  </a:lnTo>
                  <a:lnTo>
                    <a:pt x="674726" y="1388966"/>
                  </a:lnTo>
                  <a:lnTo>
                    <a:pt x="677274" y="1390403"/>
                  </a:lnTo>
                  <a:lnTo>
                    <a:pt x="679646" y="1390583"/>
                  </a:lnTo>
                  <a:lnTo>
                    <a:pt x="681228" y="1390943"/>
                  </a:lnTo>
                  <a:lnTo>
                    <a:pt x="685358" y="1401185"/>
                  </a:lnTo>
                  <a:lnTo>
                    <a:pt x="685973" y="1402892"/>
                  </a:lnTo>
                  <a:lnTo>
                    <a:pt x="686500" y="1404240"/>
                  </a:lnTo>
                  <a:lnTo>
                    <a:pt x="686676" y="1404330"/>
                  </a:lnTo>
                  <a:lnTo>
                    <a:pt x="689224" y="1405049"/>
                  </a:lnTo>
                  <a:lnTo>
                    <a:pt x="691772" y="1404869"/>
                  </a:lnTo>
                  <a:lnTo>
                    <a:pt x="691421" y="1409451"/>
                  </a:lnTo>
                  <a:lnTo>
                    <a:pt x="691333" y="1411248"/>
                  </a:lnTo>
                  <a:lnTo>
                    <a:pt x="691860" y="1414123"/>
                  </a:lnTo>
                  <a:lnTo>
                    <a:pt x="692387" y="1417088"/>
                  </a:lnTo>
                  <a:lnTo>
                    <a:pt x="693090" y="1417717"/>
                  </a:lnTo>
                  <a:lnTo>
                    <a:pt x="692826" y="1421761"/>
                  </a:lnTo>
                  <a:lnTo>
                    <a:pt x="690805" y="1430476"/>
                  </a:lnTo>
                  <a:lnTo>
                    <a:pt x="688082" y="1437125"/>
                  </a:lnTo>
                  <a:lnTo>
                    <a:pt x="690015" y="1442516"/>
                  </a:lnTo>
                  <a:lnTo>
                    <a:pt x="679646" y="1446649"/>
                  </a:lnTo>
                  <a:lnTo>
                    <a:pt x="673408" y="1449254"/>
                  </a:lnTo>
                  <a:lnTo>
                    <a:pt x="639491" y="1462821"/>
                  </a:lnTo>
                  <a:lnTo>
                    <a:pt x="631935" y="1465247"/>
                  </a:lnTo>
                  <a:lnTo>
                    <a:pt x="591868" y="1477826"/>
                  </a:lnTo>
                  <a:lnTo>
                    <a:pt x="572801" y="1484924"/>
                  </a:lnTo>
                  <a:lnTo>
                    <a:pt x="570604" y="1485373"/>
                  </a:lnTo>
                  <a:lnTo>
                    <a:pt x="550307" y="1489327"/>
                  </a:lnTo>
                  <a:lnTo>
                    <a:pt x="546617" y="1488698"/>
                  </a:lnTo>
                  <a:lnTo>
                    <a:pt x="534403" y="1487979"/>
                  </a:lnTo>
                  <a:lnTo>
                    <a:pt x="526232" y="1485912"/>
                  </a:lnTo>
                  <a:lnTo>
                    <a:pt x="520960" y="1486092"/>
                  </a:lnTo>
                  <a:lnTo>
                    <a:pt x="517533" y="1487080"/>
                  </a:lnTo>
                  <a:lnTo>
                    <a:pt x="511997" y="1487260"/>
                  </a:lnTo>
                  <a:lnTo>
                    <a:pt x="508131" y="1485283"/>
                  </a:lnTo>
                  <a:lnTo>
                    <a:pt x="504880" y="1484565"/>
                  </a:lnTo>
                  <a:lnTo>
                    <a:pt x="499872" y="1484475"/>
                  </a:lnTo>
                  <a:lnTo>
                    <a:pt x="496796" y="1484834"/>
                  </a:lnTo>
                  <a:lnTo>
                    <a:pt x="493106" y="1484924"/>
                  </a:lnTo>
                  <a:lnTo>
                    <a:pt x="491876" y="1485014"/>
                  </a:lnTo>
                  <a:lnTo>
                    <a:pt x="488537" y="1486901"/>
                  </a:lnTo>
                  <a:lnTo>
                    <a:pt x="486955" y="1487080"/>
                  </a:lnTo>
                  <a:lnTo>
                    <a:pt x="476851" y="1485283"/>
                  </a:lnTo>
                  <a:lnTo>
                    <a:pt x="471754" y="1484475"/>
                  </a:lnTo>
                  <a:lnTo>
                    <a:pt x="468855" y="1483936"/>
                  </a:lnTo>
                  <a:lnTo>
                    <a:pt x="461123" y="1482498"/>
                  </a:lnTo>
                  <a:lnTo>
                    <a:pt x="459277" y="1482229"/>
                  </a:lnTo>
                  <a:lnTo>
                    <a:pt x="452687" y="1481510"/>
                  </a:lnTo>
                  <a:lnTo>
                    <a:pt x="450051" y="1481150"/>
                  </a:lnTo>
                  <a:lnTo>
                    <a:pt x="446185" y="1479713"/>
                  </a:lnTo>
                  <a:lnTo>
                    <a:pt x="445307" y="1479443"/>
                  </a:lnTo>
                  <a:lnTo>
                    <a:pt x="443549" y="1479174"/>
                  </a:lnTo>
                  <a:lnTo>
                    <a:pt x="441528" y="1478994"/>
                  </a:lnTo>
                  <a:lnTo>
                    <a:pt x="437223" y="1478994"/>
                  </a:lnTo>
                  <a:lnTo>
                    <a:pt x="429491" y="1480342"/>
                  </a:lnTo>
                  <a:lnTo>
                    <a:pt x="422725" y="1482408"/>
                  </a:lnTo>
                  <a:lnTo>
                    <a:pt x="418771" y="1482857"/>
                  </a:lnTo>
                  <a:lnTo>
                    <a:pt x="412620" y="1484295"/>
                  </a:lnTo>
                  <a:lnTo>
                    <a:pt x="400231" y="1485373"/>
                  </a:lnTo>
                  <a:lnTo>
                    <a:pt x="391444" y="1487080"/>
                  </a:lnTo>
                  <a:lnTo>
                    <a:pt x="389775" y="1487889"/>
                  </a:lnTo>
                  <a:lnTo>
                    <a:pt x="376947" y="1489776"/>
                  </a:lnTo>
                  <a:lnTo>
                    <a:pt x="368423" y="1491483"/>
                  </a:lnTo>
                  <a:lnTo>
                    <a:pt x="348038" y="1491573"/>
                  </a:lnTo>
                  <a:lnTo>
                    <a:pt x="346018" y="1491483"/>
                  </a:lnTo>
                  <a:lnTo>
                    <a:pt x="342151" y="1490854"/>
                  </a:lnTo>
                  <a:lnTo>
                    <a:pt x="338812" y="1490944"/>
                  </a:lnTo>
                  <a:lnTo>
                    <a:pt x="330553" y="1492651"/>
                  </a:lnTo>
                  <a:lnTo>
                    <a:pt x="324051" y="1493370"/>
                  </a:lnTo>
                  <a:lnTo>
                    <a:pt x="320009" y="1493460"/>
                  </a:lnTo>
                  <a:lnTo>
                    <a:pt x="314913" y="1493010"/>
                  </a:lnTo>
                  <a:lnTo>
                    <a:pt x="313946" y="1493010"/>
                  </a:lnTo>
                  <a:lnTo>
                    <a:pt x="312013" y="1493100"/>
                  </a:lnTo>
                  <a:lnTo>
                    <a:pt x="307268" y="1492561"/>
                  </a:lnTo>
                  <a:lnTo>
                    <a:pt x="307005" y="1492561"/>
                  </a:lnTo>
                  <a:lnTo>
                    <a:pt x="300591" y="1494358"/>
                  </a:lnTo>
                  <a:lnTo>
                    <a:pt x="297779" y="1494897"/>
                  </a:lnTo>
                  <a:lnTo>
                    <a:pt x="294352" y="1495436"/>
                  </a:lnTo>
                  <a:lnTo>
                    <a:pt x="291365" y="1495975"/>
                  </a:lnTo>
                  <a:lnTo>
                    <a:pt x="284335" y="1498401"/>
                  </a:lnTo>
                  <a:lnTo>
                    <a:pt x="280469" y="1499210"/>
                  </a:lnTo>
                  <a:lnTo>
                    <a:pt x="275900" y="1499479"/>
                  </a:lnTo>
                  <a:lnTo>
                    <a:pt x="273176" y="1499659"/>
                  </a:lnTo>
                  <a:lnTo>
                    <a:pt x="262281" y="1503163"/>
                  </a:lnTo>
                  <a:lnTo>
                    <a:pt x="253494" y="1505949"/>
                  </a:lnTo>
                  <a:lnTo>
                    <a:pt x="251561" y="1507206"/>
                  </a:lnTo>
                  <a:lnTo>
                    <a:pt x="245147" y="1510710"/>
                  </a:lnTo>
                  <a:lnTo>
                    <a:pt x="239523" y="1513226"/>
                  </a:lnTo>
                  <a:lnTo>
                    <a:pt x="235306" y="1515203"/>
                  </a:lnTo>
                  <a:lnTo>
                    <a:pt x="226783" y="1516461"/>
                  </a:lnTo>
                  <a:lnTo>
                    <a:pt x="219051" y="1517719"/>
                  </a:lnTo>
                  <a:lnTo>
                    <a:pt x="217469" y="1517988"/>
                  </a:lnTo>
                  <a:lnTo>
                    <a:pt x="215184" y="1518078"/>
                  </a:lnTo>
                  <a:lnTo>
                    <a:pt x="206398" y="1519605"/>
                  </a:lnTo>
                  <a:lnTo>
                    <a:pt x="202707" y="1520953"/>
                  </a:lnTo>
                  <a:lnTo>
                    <a:pt x="193657" y="1522750"/>
                  </a:lnTo>
                  <a:lnTo>
                    <a:pt x="186452" y="1524727"/>
                  </a:lnTo>
                  <a:lnTo>
                    <a:pt x="185222" y="1525356"/>
                  </a:lnTo>
                  <a:lnTo>
                    <a:pt x="184695" y="1525535"/>
                  </a:lnTo>
                  <a:lnTo>
                    <a:pt x="176875" y="1530567"/>
                  </a:lnTo>
                  <a:lnTo>
                    <a:pt x="174502" y="1533622"/>
                  </a:lnTo>
                  <a:lnTo>
                    <a:pt x="166594" y="1550064"/>
                  </a:lnTo>
                  <a:lnTo>
                    <a:pt x="164661" y="1559498"/>
                  </a:lnTo>
                  <a:lnTo>
                    <a:pt x="164222" y="1561565"/>
                  </a:lnTo>
                  <a:lnTo>
                    <a:pt x="163431" y="1564709"/>
                  </a:lnTo>
                  <a:lnTo>
                    <a:pt x="161674" y="1575761"/>
                  </a:lnTo>
                  <a:lnTo>
                    <a:pt x="158774" y="1585015"/>
                  </a:lnTo>
                  <a:lnTo>
                    <a:pt x="150778" y="1583667"/>
                  </a:lnTo>
                  <a:lnTo>
                    <a:pt x="149548" y="1583937"/>
                  </a:lnTo>
                  <a:lnTo>
                    <a:pt x="149372" y="1582140"/>
                  </a:lnTo>
                  <a:lnTo>
                    <a:pt x="148670" y="1582230"/>
                  </a:lnTo>
                  <a:lnTo>
                    <a:pt x="146736" y="1581421"/>
                  </a:lnTo>
                  <a:lnTo>
                    <a:pt x="146473" y="1581870"/>
                  </a:lnTo>
                  <a:lnTo>
                    <a:pt x="144803" y="1581062"/>
                  </a:lnTo>
                  <a:lnTo>
                    <a:pt x="144540" y="1581601"/>
                  </a:lnTo>
                  <a:lnTo>
                    <a:pt x="144100" y="1581331"/>
                  </a:lnTo>
                  <a:lnTo>
                    <a:pt x="143837" y="1581960"/>
                  </a:lnTo>
                  <a:lnTo>
                    <a:pt x="142167" y="1581152"/>
                  </a:lnTo>
                  <a:lnTo>
                    <a:pt x="141992" y="1581331"/>
                  </a:lnTo>
                  <a:lnTo>
                    <a:pt x="140762" y="1580523"/>
                  </a:lnTo>
                  <a:lnTo>
                    <a:pt x="140322" y="1580792"/>
                  </a:lnTo>
                  <a:lnTo>
                    <a:pt x="139531" y="1580343"/>
                  </a:lnTo>
                  <a:lnTo>
                    <a:pt x="139619" y="1579894"/>
                  </a:lnTo>
                  <a:lnTo>
                    <a:pt x="138477" y="1579804"/>
                  </a:lnTo>
                  <a:lnTo>
                    <a:pt x="138389" y="1579355"/>
                  </a:lnTo>
                  <a:lnTo>
                    <a:pt x="138213" y="1578995"/>
                  </a:lnTo>
                  <a:lnTo>
                    <a:pt x="136632" y="1578276"/>
                  </a:lnTo>
                  <a:lnTo>
                    <a:pt x="135929" y="1578276"/>
                  </a:lnTo>
                  <a:lnTo>
                    <a:pt x="133381" y="1577108"/>
                  </a:lnTo>
                  <a:lnTo>
                    <a:pt x="132238" y="1576210"/>
                  </a:lnTo>
                  <a:lnTo>
                    <a:pt x="129778" y="1575940"/>
                  </a:lnTo>
                  <a:lnTo>
                    <a:pt x="128724" y="1575401"/>
                  </a:lnTo>
                  <a:lnTo>
                    <a:pt x="127230" y="1575042"/>
                  </a:lnTo>
                  <a:lnTo>
                    <a:pt x="125121" y="1574952"/>
                  </a:lnTo>
                  <a:lnTo>
                    <a:pt x="123452" y="1574683"/>
                  </a:lnTo>
                  <a:lnTo>
                    <a:pt x="122925" y="1574143"/>
                  </a:lnTo>
                  <a:lnTo>
                    <a:pt x="121607" y="1573425"/>
                  </a:lnTo>
                  <a:lnTo>
                    <a:pt x="120289" y="1572796"/>
                  </a:lnTo>
                  <a:lnTo>
                    <a:pt x="118795" y="1572077"/>
                  </a:lnTo>
                  <a:lnTo>
                    <a:pt x="117477" y="1571448"/>
                  </a:lnTo>
                  <a:lnTo>
                    <a:pt x="116247" y="1570100"/>
                  </a:lnTo>
                  <a:lnTo>
                    <a:pt x="115017" y="1568393"/>
                  </a:lnTo>
                  <a:lnTo>
                    <a:pt x="115192" y="1565608"/>
                  </a:lnTo>
                  <a:lnTo>
                    <a:pt x="115632" y="1563002"/>
                  </a:lnTo>
                  <a:lnTo>
                    <a:pt x="116686" y="1559139"/>
                  </a:lnTo>
                  <a:lnTo>
                    <a:pt x="115632" y="1557252"/>
                  </a:lnTo>
                  <a:lnTo>
                    <a:pt x="110711" y="1552490"/>
                  </a:lnTo>
                  <a:lnTo>
                    <a:pt x="108427" y="1548896"/>
                  </a:lnTo>
                  <a:lnTo>
                    <a:pt x="105879" y="1543954"/>
                  </a:lnTo>
                  <a:lnTo>
                    <a:pt x="104297" y="1540271"/>
                  </a:lnTo>
                  <a:lnTo>
                    <a:pt x="103243" y="1538294"/>
                  </a:lnTo>
                  <a:lnTo>
                    <a:pt x="101925" y="1536587"/>
                  </a:lnTo>
                  <a:lnTo>
                    <a:pt x="100958" y="1533532"/>
                  </a:lnTo>
                  <a:lnTo>
                    <a:pt x="99904" y="1530477"/>
                  </a:lnTo>
                  <a:lnTo>
                    <a:pt x="98410" y="1529040"/>
                  </a:lnTo>
                  <a:lnTo>
                    <a:pt x="97268" y="1527961"/>
                  </a:lnTo>
                  <a:lnTo>
                    <a:pt x="96477" y="1527063"/>
                  </a:lnTo>
                  <a:lnTo>
                    <a:pt x="95335" y="1524367"/>
                  </a:lnTo>
                  <a:lnTo>
                    <a:pt x="93841" y="1523110"/>
                  </a:lnTo>
                  <a:lnTo>
                    <a:pt x="93402" y="1522840"/>
                  </a:lnTo>
                  <a:lnTo>
                    <a:pt x="90414" y="1520953"/>
                  </a:lnTo>
                  <a:lnTo>
                    <a:pt x="89623" y="1520863"/>
                  </a:lnTo>
                  <a:lnTo>
                    <a:pt x="88569" y="1518527"/>
                  </a:lnTo>
                  <a:lnTo>
                    <a:pt x="86812" y="1515832"/>
                  </a:lnTo>
                  <a:lnTo>
                    <a:pt x="85054" y="1514304"/>
                  </a:lnTo>
                  <a:lnTo>
                    <a:pt x="83121" y="1511879"/>
                  </a:lnTo>
                  <a:lnTo>
                    <a:pt x="81012" y="1508644"/>
                  </a:lnTo>
                  <a:lnTo>
                    <a:pt x="78991" y="1506128"/>
                  </a:lnTo>
                  <a:lnTo>
                    <a:pt x="77673" y="1504601"/>
                  </a:lnTo>
                  <a:lnTo>
                    <a:pt x="76443" y="1503433"/>
                  </a:lnTo>
                  <a:lnTo>
                    <a:pt x="75565" y="1502355"/>
                  </a:lnTo>
                  <a:lnTo>
                    <a:pt x="75389" y="1500737"/>
                  </a:lnTo>
                  <a:lnTo>
                    <a:pt x="75301" y="1499839"/>
                  </a:lnTo>
                  <a:lnTo>
                    <a:pt x="74686" y="1498851"/>
                  </a:lnTo>
                  <a:lnTo>
                    <a:pt x="74422" y="1497952"/>
                  </a:lnTo>
                  <a:lnTo>
                    <a:pt x="75740" y="1493999"/>
                  </a:lnTo>
                  <a:lnTo>
                    <a:pt x="76883" y="1492381"/>
                  </a:lnTo>
                  <a:lnTo>
                    <a:pt x="76795" y="1491213"/>
                  </a:lnTo>
                  <a:lnTo>
                    <a:pt x="77058" y="1491124"/>
                  </a:lnTo>
                  <a:lnTo>
                    <a:pt x="78288" y="1490405"/>
                  </a:lnTo>
                  <a:lnTo>
                    <a:pt x="78288" y="1489327"/>
                  </a:lnTo>
                  <a:lnTo>
                    <a:pt x="77937" y="1488787"/>
                  </a:lnTo>
                  <a:lnTo>
                    <a:pt x="77673" y="1487530"/>
                  </a:lnTo>
                  <a:lnTo>
                    <a:pt x="77146" y="1487080"/>
                  </a:lnTo>
                  <a:lnTo>
                    <a:pt x="77146" y="1485104"/>
                  </a:lnTo>
                  <a:lnTo>
                    <a:pt x="77673" y="1484834"/>
                  </a:lnTo>
                  <a:lnTo>
                    <a:pt x="77586" y="1483037"/>
                  </a:lnTo>
                  <a:lnTo>
                    <a:pt x="77761" y="1480342"/>
                  </a:lnTo>
                  <a:lnTo>
                    <a:pt x="77410" y="1478814"/>
                  </a:lnTo>
                  <a:lnTo>
                    <a:pt x="77849" y="1478635"/>
                  </a:lnTo>
                  <a:lnTo>
                    <a:pt x="78025" y="1475939"/>
                  </a:lnTo>
                  <a:lnTo>
                    <a:pt x="82330" y="1474052"/>
                  </a:lnTo>
                  <a:lnTo>
                    <a:pt x="83297" y="1473603"/>
                  </a:lnTo>
                  <a:lnTo>
                    <a:pt x="86372" y="1472076"/>
                  </a:lnTo>
                  <a:lnTo>
                    <a:pt x="90853" y="1465247"/>
                  </a:lnTo>
                  <a:lnTo>
                    <a:pt x="95071" y="1461384"/>
                  </a:lnTo>
                  <a:lnTo>
                    <a:pt x="95159" y="1451860"/>
                  </a:lnTo>
                  <a:lnTo>
                    <a:pt x="98058" y="1446559"/>
                  </a:lnTo>
                  <a:lnTo>
                    <a:pt x="100694" y="1440539"/>
                  </a:lnTo>
                  <a:lnTo>
                    <a:pt x="100519" y="1436406"/>
                  </a:lnTo>
                  <a:lnTo>
                    <a:pt x="98234" y="1431195"/>
                  </a:lnTo>
                  <a:lnTo>
                    <a:pt x="95510" y="1428859"/>
                  </a:lnTo>
                  <a:lnTo>
                    <a:pt x="93753" y="1424186"/>
                  </a:lnTo>
                  <a:lnTo>
                    <a:pt x="90941" y="1419335"/>
                  </a:lnTo>
                  <a:lnTo>
                    <a:pt x="91820" y="1412147"/>
                  </a:lnTo>
                  <a:lnTo>
                    <a:pt x="93050" y="1403252"/>
                  </a:lnTo>
                  <a:lnTo>
                    <a:pt x="94895" y="1396873"/>
                  </a:lnTo>
                  <a:lnTo>
                    <a:pt x="94544" y="1390314"/>
                  </a:lnTo>
                  <a:lnTo>
                    <a:pt x="90941" y="1386001"/>
                  </a:lnTo>
                  <a:lnTo>
                    <a:pt x="87778" y="1381958"/>
                  </a:lnTo>
                  <a:lnTo>
                    <a:pt x="85494" y="1380340"/>
                  </a:lnTo>
                  <a:lnTo>
                    <a:pt x="83385" y="1378903"/>
                  </a:lnTo>
                  <a:lnTo>
                    <a:pt x="79958" y="1373153"/>
                  </a:lnTo>
                  <a:lnTo>
                    <a:pt x="75653" y="1367133"/>
                  </a:lnTo>
                  <a:lnTo>
                    <a:pt x="74774" y="1355812"/>
                  </a:lnTo>
                  <a:lnTo>
                    <a:pt x="76619" y="1351679"/>
                  </a:lnTo>
                  <a:lnTo>
                    <a:pt x="76707" y="1346288"/>
                  </a:lnTo>
                  <a:lnTo>
                    <a:pt x="76268" y="1341796"/>
                  </a:lnTo>
                  <a:lnTo>
                    <a:pt x="73280" y="1337303"/>
                  </a:lnTo>
                  <a:lnTo>
                    <a:pt x="68447" y="1335326"/>
                  </a:lnTo>
                  <a:lnTo>
                    <a:pt x="62736" y="1334248"/>
                  </a:lnTo>
                  <a:lnTo>
                    <a:pt x="58343" y="1333440"/>
                  </a:lnTo>
                  <a:lnTo>
                    <a:pt x="55092" y="1331463"/>
                  </a:lnTo>
                  <a:lnTo>
                    <a:pt x="49117" y="1331014"/>
                  </a:lnTo>
                  <a:lnTo>
                    <a:pt x="48941" y="1329576"/>
                  </a:lnTo>
                  <a:lnTo>
                    <a:pt x="47447" y="1315021"/>
                  </a:lnTo>
                  <a:lnTo>
                    <a:pt x="47447" y="1308731"/>
                  </a:lnTo>
                  <a:lnTo>
                    <a:pt x="47447" y="1306844"/>
                  </a:lnTo>
                  <a:lnTo>
                    <a:pt x="46920" y="1301813"/>
                  </a:lnTo>
                  <a:lnTo>
                    <a:pt x="44460" y="1298039"/>
                  </a:lnTo>
                  <a:lnTo>
                    <a:pt x="40682" y="1297500"/>
                  </a:lnTo>
                  <a:lnTo>
                    <a:pt x="34355" y="1290402"/>
                  </a:lnTo>
                  <a:lnTo>
                    <a:pt x="27941" y="1278183"/>
                  </a:lnTo>
                  <a:lnTo>
                    <a:pt x="22669" y="1272253"/>
                  </a:lnTo>
                  <a:lnTo>
                    <a:pt x="21615" y="1267311"/>
                  </a:lnTo>
                  <a:lnTo>
                    <a:pt x="21615" y="1260123"/>
                  </a:lnTo>
                  <a:lnTo>
                    <a:pt x="22669" y="1258416"/>
                  </a:lnTo>
                  <a:lnTo>
                    <a:pt x="24251" y="1254822"/>
                  </a:lnTo>
                  <a:lnTo>
                    <a:pt x="24251" y="1250330"/>
                  </a:lnTo>
                  <a:lnTo>
                    <a:pt x="23021" y="1244669"/>
                  </a:lnTo>
                  <a:lnTo>
                    <a:pt x="20736" y="1241345"/>
                  </a:lnTo>
                  <a:lnTo>
                    <a:pt x="16870" y="1234966"/>
                  </a:lnTo>
                  <a:lnTo>
                    <a:pt x="15815" y="1232809"/>
                  </a:lnTo>
                  <a:lnTo>
                    <a:pt x="13443" y="1229575"/>
                  </a:lnTo>
                  <a:lnTo>
                    <a:pt x="9138" y="1226879"/>
                  </a:lnTo>
                  <a:lnTo>
                    <a:pt x="5711" y="1225801"/>
                  </a:lnTo>
                  <a:lnTo>
                    <a:pt x="2987" y="1226161"/>
                  </a:lnTo>
                  <a:lnTo>
                    <a:pt x="1405" y="1223825"/>
                  </a:lnTo>
                  <a:lnTo>
                    <a:pt x="0" y="1221309"/>
                  </a:lnTo>
                  <a:lnTo>
                    <a:pt x="2460" y="1217625"/>
                  </a:lnTo>
                  <a:lnTo>
                    <a:pt x="3251" y="1202171"/>
                  </a:lnTo>
                  <a:lnTo>
                    <a:pt x="5535" y="1191749"/>
                  </a:lnTo>
                  <a:lnTo>
                    <a:pt x="7995" y="1181686"/>
                  </a:lnTo>
                  <a:lnTo>
                    <a:pt x="702" y="1158505"/>
                  </a:lnTo>
                  <a:lnTo>
                    <a:pt x="6502" y="1144668"/>
                  </a:lnTo>
                  <a:lnTo>
                    <a:pt x="7732" y="1140176"/>
                  </a:lnTo>
                  <a:lnTo>
                    <a:pt x="7732" y="1138648"/>
                  </a:lnTo>
                  <a:lnTo>
                    <a:pt x="6853" y="1136222"/>
                  </a:lnTo>
                  <a:lnTo>
                    <a:pt x="5711" y="1133168"/>
                  </a:lnTo>
                  <a:lnTo>
                    <a:pt x="2987" y="1126698"/>
                  </a:lnTo>
                  <a:lnTo>
                    <a:pt x="3514" y="1121667"/>
                  </a:lnTo>
                  <a:lnTo>
                    <a:pt x="5799" y="1116815"/>
                  </a:lnTo>
                  <a:lnTo>
                    <a:pt x="6414" y="1115557"/>
                  </a:lnTo>
                  <a:lnTo>
                    <a:pt x="8962" y="1109987"/>
                  </a:lnTo>
                  <a:lnTo>
                    <a:pt x="11334" y="1106393"/>
                  </a:lnTo>
                  <a:lnTo>
                    <a:pt x="17573" y="1099115"/>
                  </a:lnTo>
                  <a:lnTo>
                    <a:pt x="19506" y="1094623"/>
                  </a:lnTo>
                  <a:lnTo>
                    <a:pt x="20560" y="1092107"/>
                  </a:lnTo>
                  <a:lnTo>
                    <a:pt x="19769" y="1087345"/>
                  </a:lnTo>
                  <a:lnTo>
                    <a:pt x="20209" y="1085278"/>
                  </a:lnTo>
                  <a:lnTo>
                    <a:pt x="18100" y="1080247"/>
                  </a:lnTo>
                  <a:lnTo>
                    <a:pt x="15991" y="1075305"/>
                  </a:lnTo>
                  <a:lnTo>
                    <a:pt x="16958" y="1071891"/>
                  </a:lnTo>
                  <a:lnTo>
                    <a:pt x="17661" y="1069824"/>
                  </a:lnTo>
                  <a:lnTo>
                    <a:pt x="16518" y="1067309"/>
                  </a:lnTo>
                  <a:lnTo>
                    <a:pt x="17397" y="1063176"/>
                  </a:lnTo>
                  <a:lnTo>
                    <a:pt x="17661" y="1058773"/>
                  </a:lnTo>
                  <a:lnTo>
                    <a:pt x="14673" y="1056527"/>
                  </a:lnTo>
                  <a:lnTo>
                    <a:pt x="13795" y="1053652"/>
                  </a:lnTo>
                  <a:lnTo>
                    <a:pt x="12125" y="1049519"/>
                  </a:lnTo>
                  <a:lnTo>
                    <a:pt x="12916" y="1041971"/>
                  </a:lnTo>
                  <a:lnTo>
                    <a:pt x="13092" y="1035772"/>
                  </a:lnTo>
                  <a:lnTo>
                    <a:pt x="11949" y="1032088"/>
                  </a:lnTo>
                  <a:lnTo>
                    <a:pt x="10807" y="1027865"/>
                  </a:lnTo>
                  <a:lnTo>
                    <a:pt x="9928" y="1017083"/>
                  </a:lnTo>
                  <a:lnTo>
                    <a:pt x="11071" y="1010794"/>
                  </a:lnTo>
                  <a:lnTo>
                    <a:pt x="12389" y="1007470"/>
                  </a:lnTo>
                  <a:lnTo>
                    <a:pt x="15025" y="1003966"/>
                  </a:lnTo>
                  <a:lnTo>
                    <a:pt x="18539" y="998934"/>
                  </a:lnTo>
                  <a:lnTo>
                    <a:pt x="18276" y="996149"/>
                  </a:lnTo>
                  <a:lnTo>
                    <a:pt x="16958" y="994442"/>
                  </a:lnTo>
                  <a:lnTo>
                    <a:pt x="14849" y="991836"/>
                  </a:lnTo>
                  <a:lnTo>
                    <a:pt x="12916" y="988691"/>
                  </a:lnTo>
                  <a:lnTo>
                    <a:pt x="13707" y="977640"/>
                  </a:lnTo>
                  <a:lnTo>
                    <a:pt x="15640" y="974495"/>
                  </a:lnTo>
                  <a:lnTo>
                    <a:pt x="16782" y="971710"/>
                  </a:lnTo>
                  <a:lnTo>
                    <a:pt x="18715" y="967487"/>
                  </a:lnTo>
                  <a:lnTo>
                    <a:pt x="19506" y="965061"/>
                  </a:lnTo>
                  <a:lnTo>
                    <a:pt x="23196" y="961198"/>
                  </a:lnTo>
                  <a:lnTo>
                    <a:pt x="28732" y="949787"/>
                  </a:lnTo>
                  <a:lnTo>
                    <a:pt x="30665" y="945205"/>
                  </a:lnTo>
                  <a:lnTo>
                    <a:pt x="20912" y="926696"/>
                  </a:lnTo>
                  <a:lnTo>
                    <a:pt x="19418" y="913488"/>
                  </a:lnTo>
                  <a:lnTo>
                    <a:pt x="19418" y="913308"/>
                  </a:lnTo>
                  <a:lnTo>
                    <a:pt x="23284" y="896776"/>
                  </a:lnTo>
                  <a:lnTo>
                    <a:pt x="33477" y="880604"/>
                  </a:lnTo>
                  <a:lnTo>
                    <a:pt x="42351" y="872068"/>
                  </a:lnTo>
                  <a:lnTo>
                    <a:pt x="49380" y="862993"/>
                  </a:lnTo>
                  <a:lnTo>
                    <a:pt x="60715" y="850504"/>
                  </a:lnTo>
                  <a:lnTo>
                    <a:pt x="77498" y="837836"/>
                  </a:lnTo>
                  <a:lnTo>
                    <a:pt x="91293" y="827054"/>
                  </a:lnTo>
                  <a:lnTo>
                    <a:pt x="94895" y="823640"/>
                  </a:lnTo>
                  <a:lnTo>
                    <a:pt x="104736" y="814296"/>
                  </a:lnTo>
                  <a:lnTo>
                    <a:pt x="114489" y="799381"/>
                  </a:lnTo>
                  <a:lnTo>
                    <a:pt x="114314" y="783478"/>
                  </a:lnTo>
                  <a:lnTo>
                    <a:pt x="120377" y="772606"/>
                  </a:lnTo>
                  <a:lnTo>
                    <a:pt x="120113" y="761375"/>
                  </a:lnTo>
                  <a:lnTo>
                    <a:pt x="122310" y="745562"/>
                  </a:lnTo>
                  <a:lnTo>
                    <a:pt x="128724" y="731276"/>
                  </a:lnTo>
                  <a:lnTo>
                    <a:pt x="136192" y="726154"/>
                  </a:lnTo>
                  <a:lnTo>
                    <a:pt x="136808" y="721482"/>
                  </a:lnTo>
                  <a:lnTo>
                    <a:pt x="133469" y="712138"/>
                  </a:lnTo>
                  <a:lnTo>
                    <a:pt x="121255" y="692821"/>
                  </a:lnTo>
                  <a:lnTo>
                    <a:pt x="120992" y="686531"/>
                  </a:lnTo>
                  <a:lnTo>
                    <a:pt x="137159" y="680332"/>
                  </a:lnTo>
                  <a:lnTo>
                    <a:pt x="141552" y="674671"/>
                  </a:lnTo>
                  <a:lnTo>
                    <a:pt x="147791" y="672066"/>
                  </a:lnTo>
                  <a:lnTo>
                    <a:pt x="151130" y="670718"/>
                  </a:lnTo>
                  <a:lnTo>
                    <a:pt x="159301" y="666854"/>
                  </a:lnTo>
                  <a:lnTo>
                    <a:pt x="164925" y="662452"/>
                  </a:lnTo>
                  <a:lnTo>
                    <a:pt x="170636" y="656432"/>
                  </a:lnTo>
                  <a:lnTo>
                    <a:pt x="174590" y="653377"/>
                  </a:lnTo>
                  <a:lnTo>
                    <a:pt x="178105" y="652389"/>
                  </a:lnTo>
                  <a:lnTo>
                    <a:pt x="184958" y="645470"/>
                  </a:lnTo>
                  <a:lnTo>
                    <a:pt x="197787" y="639900"/>
                  </a:lnTo>
                  <a:lnTo>
                    <a:pt x="204992" y="637564"/>
                  </a:lnTo>
                  <a:lnTo>
                    <a:pt x="212988" y="631813"/>
                  </a:lnTo>
                  <a:lnTo>
                    <a:pt x="223092" y="621481"/>
                  </a:lnTo>
                  <a:lnTo>
                    <a:pt x="224586" y="618067"/>
                  </a:lnTo>
                  <a:lnTo>
                    <a:pt x="224498" y="610340"/>
                  </a:lnTo>
                  <a:lnTo>
                    <a:pt x="225553" y="606386"/>
                  </a:lnTo>
                  <a:lnTo>
                    <a:pt x="227486" y="604410"/>
                  </a:lnTo>
                  <a:lnTo>
                    <a:pt x="232582" y="603242"/>
                  </a:lnTo>
                  <a:lnTo>
                    <a:pt x="235218" y="602703"/>
                  </a:lnTo>
                  <a:lnTo>
                    <a:pt x="240754" y="599468"/>
                  </a:lnTo>
                  <a:lnTo>
                    <a:pt x="243214" y="597132"/>
                  </a:lnTo>
                  <a:lnTo>
                    <a:pt x="245586" y="582217"/>
                  </a:lnTo>
                  <a:lnTo>
                    <a:pt x="264829" y="575209"/>
                  </a:lnTo>
                  <a:lnTo>
                    <a:pt x="271683" y="571615"/>
                  </a:lnTo>
                  <a:lnTo>
                    <a:pt x="275637" y="563349"/>
                  </a:lnTo>
                  <a:lnTo>
                    <a:pt x="278273" y="540617"/>
                  </a:lnTo>
                  <a:lnTo>
                    <a:pt x="287059" y="528757"/>
                  </a:lnTo>
                  <a:lnTo>
                    <a:pt x="298745" y="517706"/>
                  </a:lnTo>
                  <a:lnTo>
                    <a:pt x="309817" y="507194"/>
                  </a:lnTo>
                  <a:lnTo>
                    <a:pt x="335474" y="503061"/>
                  </a:lnTo>
                  <a:lnTo>
                    <a:pt x="355946" y="504139"/>
                  </a:lnTo>
                  <a:lnTo>
                    <a:pt x="368687" y="502522"/>
                  </a:lnTo>
                  <a:lnTo>
                    <a:pt x="373783" y="498119"/>
                  </a:lnTo>
                  <a:lnTo>
                    <a:pt x="370532" y="488326"/>
                  </a:lnTo>
                  <a:lnTo>
                    <a:pt x="370005" y="486798"/>
                  </a:lnTo>
                  <a:lnTo>
                    <a:pt x="365085" y="481228"/>
                  </a:lnTo>
                  <a:lnTo>
                    <a:pt x="357880" y="472961"/>
                  </a:lnTo>
                  <a:lnTo>
                    <a:pt x="357967" y="469098"/>
                  </a:lnTo>
                  <a:lnTo>
                    <a:pt x="358407" y="455261"/>
                  </a:lnTo>
                  <a:lnTo>
                    <a:pt x="354365" y="427678"/>
                  </a:lnTo>
                  <a:lnTo>
                    <a:pt x="354892" y="417166"/>
                  </a:lnTo>
                  <a:lnTo>
                    <a:pt x="360164" y="404138"/>
                  </a:lnTo>
                  <a:lnTo>
                    <a:pt x="366754" y="387965"/>
                  </a:lnTo>
                  <a:lnTo>
                    <a:pt x="367281" y="386527"/>
                  </a:lnTo>
                  <a:lnTo>
                    <a:pt x="372202" y="363077"/>
                  </a:lnTo>
                  <a:lnTo>
                    <a:pt x="371938" y="346185"/>
                  </a:lnTo>
                  <a:lnTo>
                    <a:pt x="377649" y="325969"/>
                  </a:lnTo>
                  <a:lnTo>
                    <a:pt x="390917" y="314379"/>
                  </a:lnTo>
                  <a:lnTo>
                    <a:pt x="395750" y="310246"/>
                  </a:lnTo>
                  <a:lnTo>
                    <a:pt x="412181" y="300902"/>
                  </a:lnTo>
                  <a:lnTo>
                    <a:pt x="430281" y="289671"/>
                  </a:lnTo>
                  <a:lnTo>
                    <a:pt x="453478" y="282123"/>
                  </a:lnTo>
                  <a:lnTo>
                    <a:pt x="477026" y="273139"/>
                  </a:lnTo>
                  <a:lnTo>
                    <a:pt x="494512" y="258403"/>
                  </a:lnTo>
                  <a:lnTo>
                    <a:pt x="507252" y="240434"/>
                  </a:lnTo>
                  <a:lnTo>
                    <a:pt x="520345" y="222464"/>
                  </a:lnTo>
                  <a:lnTo>
                    <a:pt x="531328" y="209706"/>
                  </a:lnTo>
                  <a:lnTo>
                    <a:pt x="537039" y="200721"/>
                  </a:lnTo>
                  <a:lnTo>
                    <a:pt x="548638" y="179876"/>
                  </a:lnTo>
                  <a:lnTo>
                    <a:pt x="558303" y="162535"/>
                  </a:lnTo>
                  <a:lnTo>
                    <a:pt x="568671" y="150406"/>
                  </a:lnTo>
                  <a:lnTo>
                    <a:pt x="574646" y="143398"/>
                  </a:lnTo>
                  <a:lnTo>
                    <a:pt x="584839" y="131807"/>
                  </a:lnTo>
                  <a:lnTo>
                    <a:pt x="595383" y="117970"/>
                  </a:lnTo>
                  <a:lnTo>
                    <a:pt x="604696" y="108087"/>
                  </a:lnTo>
                  <a:lnTo>
                    <a:pt x="617701" y="98294"/>
                  </a:lnTo>
                  <a:lnTo>
                    <a:pt x="631583" y="91645"/>
                  </a:lnTo>
                  <a:lnTo>
                    <a:pt x="646872" y="86434"/>
                  </a:lnTo>
                  <a:lnTo>
                    <a:pt x="647927" y="85895"/>
                  </a:lnTo>
                  <a:lnTo>
                    <a:pt x="654517" y="82660"/>
                  </a:lnTo>
                  <a:lnTo>
                    <a:pt x="664446" y="65858"/>
                  </a:lnTo>
                  <a:lnTo>
                    <a:pt x="676659" y="51932"/>
                  </a:lnTo>
                  <a:lnTo>
                    <a:pt x="687642" y="41509"/>
                  </a:lnTo>
                  <a:lnTo>
                    <a:pt x="710048" y="28212"/>
                  </a:lnTo>
                  <a:lnTo>
                    <a:pt x="726128" y="17520"/>
                  </a:lnTo>
                  <a:lnTo>
                    <a:pt x="734387" y="11141"/>
                  </a:lnTo>
                  <a:lnTo>
                    <a:pt x="746249" y="9074"/>
                  </a:lnTo>
                  <a:lnTo>
                    <a:pt x="767952" y="6019"/>
                  </a:lnTo>
                  <a:lnTo>
                    <a:pt x="778936" y="0"/>
                  </a:lnTo>
                  <a:lnTo>
                    <a:pt x="788689" y="115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463238" y="4148883"/>
              <a:ext cx="400758" cy="716451"/>
            </a:xfrm>
            <a:custGeom>
              <a:avLst/>
              <a:pathLst>
                <a:path w="400758" h="716451">
                  <a:moveTo>
                    <a:pt x="282139" y="359"/>
                  </a:moveTo>
                  <a:lnTo>
                    <a:pt x="283457" y="359"/>
                  </a:lnTo>
                  <a:lnTo>
                    <a:pt x="284511" y="359"/>
                  </a:lnTo>
                  <a:lnTo>
                    <a:pt x="286093" y="179"/>
                  </a:lnTo>
                  <a:lnTo>
                    <a:pt x="287498" y="179"/>
                  </a:lnTo>
                  <a:lnTo>
                    <a:pt x="289168" y="449"/>
                  </a:lnTo>
                  <a:lnTo>
                    <a:pt x="290837" y="808"/>
                  </a:lnTo>
                  <a:lnTo>
                    <a:pt x="291892" y="1168"/>
                  </a:lnTo>
                  <a:lnTo>
                    <a:pt x="292946" y="1886"/>
                  </a:lnTo>
                  <a:lnTo>
                    <a:pt x="294176" y="2425"/>
                  </a:lnTo>
                  <a:lnTo>
                    <a:pt x="297164" y="3953"/>
                  </a:lnTo>
                  <a:lnTo>
                    <a:pt x="305072" y="4941"/>
                  </a:lnTo>
                  <a:lnTo>
                    <a:pt x="317109" y="7726"/>
                  </a:lnTo>
                  <a:lnTo>
                    <a:pt x="329762" y="14016"/>
                  </a:lnTo>
                  <a:lnTo>
                    <a:pt x="339603" y="18059"/>
                  </a:lnTo>
                  <a:lnTo>
                    <a:pt x="341009" y="22012"/>
                  </a:lnTo>
                  <a:lnTo>
                    <a:pt x="343382" y="23809"/>
                  </a:lnTo>
                  <a:lnTo>
                    <a:pt x="350323" y="28481"/>
                  </a:lnTo>
                  <a:lnTo>
                    <a:pt x="354453" y="28931"/>
                  </a:lnTo>
                  <a:lnTo>
                    <a:pt x="359285" y="28841"/>
                  </a:lnTo>
                  <a:lnTo>
                    <a:pt x="364294" y="31626"/>
                  </a:lnTo>
                  <a:lnTo>
                    <a:pt x="369741" y="35490"/>
                  </a:lnTo>
                  <a:lnTo>
                    <a:pt x="374135" y="41599"/>
                  </a:lnTo>
                  <a:lnTo>
                    <a:pt x="377122" y="44295"/>
                  </a:lnTo>
                  <a:lnTo>
                    <a:pt x="381164" y="45822"/>
                  </a:lnTo>
                  <a:lnTo>
                    <a:pt x="387403" y="48428"/>
                  </a:lnTo>
                  <a:lnTo>
                    <a:pt x="393905" y="47979"/>
                  </a:lnTo>
                  <a:lnTo>
                    <a:pt x="394256" y="48338"/>
                  </a:lnTo>
                  <a:lnTo>
                    <a:pt x="396629" y="50225"/>
                  </a:lnTo>
                  <a:lnTo>
                    <a:pt x="398210" y="53010"/>
                  </a:lnTo>
                  <a:lnTo>
                    <a:pt x="400407" y="56694"/>
                  </a:lnTo>
                  <a:lnTo>
                    <a:pt x="400758" y="59569"/>
                  </a:lnTo>
                  <a:lnTo>
                    <a:pt x="390390" y="69542"/>
                  </a:lnTo>
                  <a:lnTo>
                    <a:pt x="385821" y="74574"/>
                  </a:lnTo>
                  <a:lnTo>
                    <a:pt x="381076" y="80953"/>
                  </a:lnTo>
                  <a:lnTo>
                    <a:pt x="378352" y="88231"/>
                  </a:lnTo>
                  <a:lnTo>
                    <a:pt x="376859" y="92813"/>
                  </a:lnTo>
                  <a:lnTo>
                    <a:pt x="373520" y="97575"/>
                  </a:lnTo>
                  <a:lnTo>
                    <a:pt x="371059" y="100720"/>
                  </a:lnTo>
                  <a:lnTo>
                    <a:pt x="366666" y="104313"/>
                  </a:lnTo>
                  <a:lnTo>
                    <a:pt x="362800" y="108177"/>
                  </a:lnTo>
                  <a:lnTo>
                    <a:pt x="360428" y="112400"/>
                  </a:lnTo>
                  <a:lnTo>
                    <a:pt x="358758" y="117252"/>
                  </a:lnTo>
                  <a:lnTo>
                    <a:pt x="358582" y="121654"/>
                  </a:lnTo>
                  <a:lnTo>
                    <a:pt x="359900" y="127225"/>
                  </a:lnTo>
                  <a:lnTo>
                    <a:pt x="362097" y="130549"/>
                  </a:lnTo>
                  <a:lnTo>
                    <a:pt x="361921" y="134682"/>
                  </a:lnTo>
                  <a:lnTo>
                    <a:pt x="357528" y="139714"/>
                  </a:lnTo>
                  <a:lnTo>
                    <a:pt x="356737" y="141690"/>
                  </a:lnTo>
                  <a:lnTo>
                    <a:pt x="351377" y="144386"/>
                  </a:lnTo>
                  <a:lnTo>
                    <a:pt x="351641" y="144835"/>
                  </a:lnTo>
                  <a:lnTo>
                    <a:pt x="352256" y="146542"/>
                  </a:lnTo>
                  <a:lnTo>
                    <a:pt x="352783" y="148878"/>
                  </a:lnTo>
                  <a:lnTo>
                    <a:pt x="353135" y="149417"/>
                  </a:lnTo>
                  <a:lnTo>
                    <a:pt x="353310" y="149777"/>
                  </a:lnTo>
                  <a:lnTo>
                    <a:pt x="352344" y="151125"/>
                  </a:lnTo>
                  <a:lnTo>
                    <a:pt x="351026" y="152832"/>
                  </a:lnTo>
                  <a:lnTo>
                    <a:pt x="349444" y="153730"/>
                  </a:lnTo>
                  <a:lnTo>
                    <a:pt x="346720" y="153640"/>
                  </a:lnTo>
                  <a:lnTo>
                    <a:pt x="344700" y="153191"/>
                  </a:lnTo>
                  <a:lnTo>
                    <a:pt x="344084" y="153640"/>
                  </a:lnTo>
                  <a:lnTo>
                    <a:pt x="342854" y="157055"/>
                  </a:lnTo>
                  <a:lnTo>
                    <a:pt x="341536" y="157504"/>
                  </a:lnTo>
                  <a:lnTo>
                    <a:pt x="339164" y="157953"/>
                  </a:lnTo>
                  <a:lnTo>
                    <a:pt x="335737" y="158402"/>
                  </a:lnTo>
                  <a:lnTo>
                    <a:pt x="334419" y="159031"/>
                  </a:lnTo>
                  <a:lnTo>
                    <a:pt x="332223" y="160020"/>
                  </a:lnTo>
                  <a:lnTo>
                    <a:pt x="330377" y="160109"/>
                  </a:lnTo>
                  <a:lnTo>
                    <a:pt x="328620" y="159750"/>
                  </a:lnTo>
                  <a:lnTo>
                    <a:pt x="326599" y="160020"/>
                  </a:lnTo>
                  <a:lnTo>
                    <a:pt x="324754" y="160918"/>
                  </a:lnTo>
                  <a:lnTo>
                    <a:pt x="324402" y="161367"/>
                  </a:lnTo>
                  <a:lnTo>
                    <a:pt x="324315" y="161906"/>
                  </a:lnTo>
                  <a:lnTo>
                    <a:pt x="323787" y="162625"/>
                  </a:lnTo>
                  <a:lnTo>
                    <a:pt x="322381" y="162715"/>
                  </a:lnTo>
                  <a:lnTo>
                    <a:pt x="320536" y="163254"/>
                  </a:lnTo>
                  <a:lnTo>
                    <a:pt x="320273" y="163164"/>
                  </a:lnTo>
                  <a:lnTo>
                    <a:pt x="319833" y="163524"/>
                  </a:lnTo>
                  <a:lnTo>
                    <a:pt x="319394" y="164153"/>
                  </a:lnTo>
                  <a:lnTo>
                    <a:pt x="318779" y="165051"/>
                  </a:lnTo>
                  <a:lnTo>
                    <a:pt x="318164" y="165770"/>
                  </a:lnTo>
                  <a:lnTo>
                    <a:pt x="316934" y="166758"/>
                  </a:lnTo>
                  <a:lnTo>
                    <a:pt x="316407" y="167297"/>
                  </a:lnTo>
                  <a:lnTo>
                    <a:pt x="315264" y="168825"/>
                  </a:lnTo>
                  <a:lnTo>
                    <a:pt x="314210" y="169364"/>
                  </a:lnTo>
                  <a:lnTo>
                    <a:pt x="313068" y="170172"/>
                  </a:lnTo>
                  <a:lnTo>
                    <a:pt x="309729" y="172419"/>
                  </a:lnTo>
                  <a:lnTo>
                    <a:pt x="309114" y="174395"/>
                  </a:lnTo>
                  <a:lnTo>
                    <a:pt x="307708" y="177899"/>
                  </a:lnTo>
                  <a:lnTo>
                    <a:pt x="305687" y="179157"/>
                  </a:lnTo>
                  <a:lnTo>
                    <a:pt x="305863" y="179517"/>
                  </a:lnTo>
                  <a:lnTo>
                    <a:pt x="304105" y="181044"/>
                  </a:lnTo>
                  <a:lnTo>
                    <a:pt x="303314" y="180056"/>
                  </a:lnTo>
                  <a:lnTo>
                    <a:pt x="299097" y="181044"/>
                  </a:lnTo>
                  <a:lnTo>
                    <a:pt x="298833" y="182032"/>
                  </a:lnTo>
                  <a:lnTo>
                    <a:pt x="298394" y="181943"/>
                  </a:lnTo>
                  <a:lnTo>
                    <a:pt x="297515" y="182392"/>
                  </a:lnTo>
                  <a:lnTo>
                    <a:pt x="296724" y="183919"/>
                  </a:lnTo>
                  <a:lnTo>
                    <a:pt x="294704" y="183470"/>
                  </a:lnTo>
                  <a:lnTo>
                    <a:pt x="291452" y="184997"/>
                  </a:lnTo>
                  <a:lnTo>
                    <a:pt x="289168" y="186255"/>
                  </a:lnTo>
                  <a:lnTo>
                    <a:pt x="287938" y="188771"/>
                  </a:lnTo>
                  <a:lnTo>
                    <a:pt x="287762" y="191466"/>
                  </a:lnTo>
                  <a:lnTo>
                    <a:pt x="286532" y="195510"/>
                  </a:lnTo>
                  <a:lnTo>
                    <a:pt x="285741" y="197486"/>
                  </a:lnTo>
                  <a:lnTo>
                    <a:pt x="284950" y="199643"/>
                  </a:lnTo>
                  <a:lnTo>
                    <a:pt x="283808" y="202248"/>
                  </a:lnTo>
                  <a:lnTo>
                    <a:pt x="283193" y="202518"/>
                  </a:lnTo>
                  <a:lnTo>
                    <a:pt x="282578" y="203147"/>
                  </a:lnTo>
                  <a:lnTo>
                    <a:pt x="282314" y="203686"/>
                  </a:lnTo>
                  <a:lnTo>
                    <a:pt x="281611" y="205034"/>
                  </a:lnTo>
                  <a:lnTo>
                    <a:pt x="281172" y="205932"/>
                  </a:lnTo>
                  <a:lnTo>
                    <a:pt x="279327" y="208448"/>
                  </a:lnTo>
                  <a:lnTo>
                    <a:pt x="278097" y="209616"/>
                  </a:lnTo>
                  <a:lnTo>
                    <a:pt x="275285" y="214737"/>
                  </a:lnTo>
                  <a:lnTo>
                    <a:pt x="273264" y="216714"/>
                  </a:lnTo>
                  <a:lnTo>
                    <a:pt x="271858" y="219679"/>
                  </a:lnTo>
                  <a:lnTo>
                    <a:pt x="272298" y="221296"/>
                  </a:lnTo>
                  <a:lnTo>
                    <a:pt x="272649" y="224710"/>
                  </a:lnTo>
                  <a:lnTo>
                    <a:pt x="269134" y="229652"/>
                  </a:lnTo>
                  <a:lnTo>
                    <a:pt x="261490" y="234684"/>
                  </a:lnTo>
                  <a:lnTo>
                    <a:pt x="259293" y="235223"/>
                  </a:lnTo>
                  <a:lnTo>
                    <a:pt x="255339" y="238457"/>
                  </a:lnTo>
                  <a:lnTo>
                    <a:pt x="253846" y="242051"/>
                  </a:lnTo>
                  <a:lnTo>
                    <a:pt x="252352" y="244118"/>
                  </a:lnTo>
                  <a:lnTo>
                    <a:pt x="251385" y="249509"/>
                  </a:lnTo>
                  <a:lnTo>
                    <a:pt x="251649" y="251755"/>
                  </a:lnTo>
                  <a:lnTo>
                    <a:pt x="251561" y="253552"/>
                  </a:lnTo>
                  <a:lnTo>
                    <a:pt x="250858" y="258853"/>
                  </a:lnTo>
                  <a:lnTo>
                    <a:pt x="250067" y="262267"/>
                  </a:lnTo>
                  <a:lnTo>
                    <a:pt x="249540" y="264154"/>
                  </a:lnTo>
                  <a:lnTo>
                    <a:pt x="249364" y="266670"/>
                  </a:lnTo>
                  <a:lnTo>
                    <a:pt x="247344" y="267748"/>
                  </a:lnTo>
                  <a:lnTo>
                    <a:pt x="247168" y="270623"/>
                  </a:lnTo>
                  <a:lnTo>
                    <a:pt x="246113" y="273857"/>
                  </a:lnTo>
                  <a:lnTo>
                    <a:pt x="244268" y="274756"/>
                  </a:lnTo>
                  <a:lnTo>
                    <a:pt x="243741" y="277721"/>
                  </a:lnTo>
                  <a:lnTo>
                    <a:pt x="243829" y="278889"/>
                  </a:lnTo>
                  <a:lnTo>
                    <a:pt x="242774" y="281674"/>
                  </a:lnTo>
                  <a:lnTo>
                    <a:pt x="248310" y="284190"/>
                  </a:lnTo>
                  <a:lnTo>
                    <a:pt x="247607" y="286167"/>
                  </a:lnTo>
                  <a:lnTo>
                    <a:pt x="245147" y="285178"/>
                  </a:lnTo>
                  <a:lnTo>
                    <a:pt x="244268" y="288323"/>
                  </a:lnTo>
                  <a:lnTo>
                    <a:pt x="246377" y="289401"/>
                  </a:lnTo>
                  <a:lnTo>
                    <a:pt x="245498" y="292097"/>
                  </a:lnTo>
                  <a:lnTo>
                    <a:pt x="243214" y="293085"/>
                  </a:lnTo>
                  <a:lnTo>
                    <a:pt x="242687" y="295780"/>
                  </a:lnTo>
                  <a:lnTo>
                    <a:pt x="241544" y="296948"/>
                  </a:lnTo>
                  <a:lnTo>
                    <a:pt x="242862" y="300542"/>
                  </a:lnTo>
                  <a:lnTo>
                    <a:pt x="238733" y="302609"/>
                  </a:lnTo>
                  <a:lnTo>
                    <a:pt x="239084" y="303777"/>
                  </a:lnTo>
                  <a:lnTo>
                    <a:pt x="239523" y="307461"/>
                  </a:lnTo>
                  <a:lnTo>
                    <a:pt x="240226" y="311863"/>
                  </a:lnTo>
                  <a:lnTo>
                    <a:pt x="240666" y="315188"/>
                  </a:lnTo>
                  <a:lnTo>
                    <a:pt x="240841" y="316715"/>
                  </a:lnTo>
                  <a:lnTo>
                    <a:pt x="241369" y="317883"/>
                  </a:lnTo>
                  <a:lnTo>
                    <a:pt x="242423" y="319500"/>
                  </a:lnTo>
                  <a:lnTo>
                    <a:pt x="242687" y="320938"/>
                  </a:lnTo>
                  <a:lnTo>
                    <a:pt x="242687" y="323544"/>
                  </a:lnTo>
                  <a:lnTo>
                    <a:pt x="242862" y="326598"/>
                  </a:lnTo>
                  <a:lnTo>
                    <a:pt x="244356" y="328306"/>
                  </a:lnTo>
                  <a:lnTo>
                    <a:pt x="244356" y="329563"/>
                  </a:lnTo>
                  <a:lnTo>
                    <a:pt x="242247" y="329563"/>
                  </a:lnTo>
                  <a:lnTo>
                    <a:pt x="239523" y="333157"/>
                  </a:lnTo>
                  <a:lnTo>
                    <a:pt x="238820" y="333427"/>
                  </a:lnTo>
                  <a:lnTo>
                    <a:pt x="235657" y="338189"/>
                  </a:lnTo>
                  <a:lnTo>
                    <a:pt x="235482" y="340166"/>
                  </a:lnTo>
                  <a:lnTo>
                    <a:pt x="235657" y="340345"/>
                  </a:lnTo>
                  <a:lnTo>
                    <a:pt x="235569" y="340525"/>
                  </a:lnTo>
                  <a:lnTo>
                    <a:pt x="235218" y="343041"/>
                  </a:lnTo>
                  <a:lnTo>
                    <a:pt x="234954" y="343310"/>
                  </a:lnTo>
                  <a:lnTo>
                    <a:pt x="233988" y="343400"/>
                  </a:lnTo>
                  <a:lnTo>
                    <a:pt x="232494" y="343490"/>
                  </a:lnTo>
                  <a:lnTo>
                    <a:pt x="231264" y="343580"/>
                  </a:lnTo>
                  <a:lnTo>
                    <a:pt x="230210" y="343490"/>
                  </a:lnTo>
                  <a:lnTo>
                    <a:pt x="228979" y="343310"/>
                  </a:lnTo>
                  <a:lnTo>
                    <a:pt x="227661" y="342771"/>
                  </a:lnTo>
                  <a:lnTo>
                    <a:pt x="225377" y="341963"/>
                  </a:lnTo>
                  <a:lnTo>
                    <a:pt x="225201" y="342142"/>
                  </a:lnTo>
                  <a:lnTo>
                    <a:pt x="222741" y="345017"/>
                  </a:lnTo>
                  <a:lnTo>
                    <a:pt x="220632" y="347353"/>
                  </a:lnTo>
                  <a:lnTo>
                    <a:pt x="220369" y="347623"/>
                  </a:lnTo>
                  <a:lnTo>
                    <a:pt x="219138" y="348971"/>
                  </a:lnTo>
                  <a:lnTo>
                    <a:pt x="218523" y="349689"/>
                  </a:lnTo>
                  <a:lnTo>
                    <a:pt x="216502" y="351936"/>
                  </a:lnTo>
                  <a:lnTo>
                    <a:pt x="215712" y="352834"/>
                  </a:lnTo>
                  <a:lnTo>
                    <a:pt x="215536" y="353194"/>
                  </a:lnTo>
                  <a:lnTo>
                    <a:pt x="224410" y="360112"/>
                  </a:lnTo>
                  <a:lnTo>
                    <a:pt x="225641" y="361100"/>
                  </a:lnTo>
                  <a:lnTo>
                    <a:pt x="226256" y="361639"/>
                  </a:lnTo>
                  <a:lnTo>
                    <a:pt x="229507" y="364514"/>
                  </a:lnTo>
                  <a:lnTo>
                    <a:pt x="229770" y="364784"/>
                  </a:lnTo>
                  <a:lnTo>
                    <a:pt x="231440" y="366222"/>
                  </a:lnTo>
                  <a:lnTo>
                    <a:pt x="231703" y="366491"/>
                  </a:lnTo>
                  <a:lnTo>
                    <a:pt x="232318" y="367030"/>
                  </a:lnTo>
                  <a:lnTo>
                    <a:pt x="236624" y="370894"/>
                  </a:lnTo>
                  <a:lnTo>
                    <a:pt x="247959" y="380687"/>
                  </a:lnTo>
                  <a:lnTo>
                    <a:pt x="250067" y="382304"/>
                  </a:lnTo>
                  <a:lnTo>
                    <a:pt x="251122" y="383203"/>
                  </a:lnTo>
                  <a:lnTo>
                    <a:pt x="257097" y="388594"/>
                  </a:lnTo>
                  <a:lnTo>
                    <a:pt x="266059" y="395872"/>
                  </a:lnTo>
                  <a:lnTo>
                    <a:pt x="265795" y="396051"/>
                  </a:lnTo>
                  <a:lnTo>
                    <a:pt x="263775" y="397938"/>
                  </a:lnTo>
                  <a:lnTo>
                    <a:pt x="258854" y="402610"/>
                  </a:lnTo>
                  <a:lnTo>
                    <a:pt x="259118" y="402790"/>
                  </a:lnTo>
                  <a:lnTo>
                    <a:pt x="260699" y="404407"/>
                  </a:lnTo>
                  <a:lnTo>
                    <a:pt x="260875" y="404497"/>
                  </a:lnTo>
                  <a:lnTo>
                    <a:pt x="260084" y="405126"/>
                  </a:lnTo>
                  <a:lnTo>
                    <a:pt x="258239" y="406743"/>
                  </a:lnTo>
                  <a:lnTo>
                    <a:pt x="257448" y="407372"/>
                  </a:lnTo>
                  <a:lnTo>
                    <a:pt x="254812" y="409618"/>
                  </a:lnTo>
                  <a:lnTo>
                    <a:pt x="254373" y="410068"/>
                  </a:lnTo>
                  <a:lnTo>
                    <a:pt x="254197" y="410607"/>
                  </a:lnTo>
                  <a:lnTo>
                    <a:pt x="251561" y="416896"/>
                  </a:lnTo>
                  <a:lnTo>
                    <a:pt x="250946" y="418423"/>
                  </a:lnTo>
                  <a:lnTo>
                    <a:pt x="249364" y="422826"/>
                  </a:lnTo>
                  <a:lnTo>
                    <a:pt x="248398" y="425252"/>
                  </a:lnTo>
                  <a:lnTo>
                    <a:pt x="247959" y="426420"/>
                  </a:lnTo>
                  <a:lnTo>
                    <a:pt x="247256" y="428127"/>
                  </a:lnTo>
                  <a:lnTo>
                    <a:pt x="246201" y="430643"/>
                  </a:lnTo>
                  <a:lnTo>
                    <a:pt x="244708" y="433788"/>
                  </a:lnTo>
                  <a:lnTo>
                    <a:pt x="246201" y="434686"/>
                  </a:lnTo>
                  <a:lnTo>
                    <a:pt x="246992" y="435495"/>
                  </a:lnTo>
                  <a:lnTo>
                    <a:pt x="247519" y="436393"/>
                  </a:lnTo>
                  <a:lnTo>
                    <a:pt x="248046" y="437202"/>
                  </a:lnTo>
                  <a:lnTo>
                    <a:pt x="248574" y="437831"/>
                  </a:lnTo>
                  <a:lnTo>
                    <a:pt x="249716" y="438999"/>
                  </a:lnTo>
                  <a:lnTo>
                    <a:pt x="250682" y="439538"/>
                  </a:lnTo>
                  <a:lnTo>
                    <a:pt x="251473" y="439807"/>
                  </a:lnTo>
                  <a:lnTo>
                    <a:pt x="253055" y="440347"/>
                  </a:lnTo>
                  <a:lnTo>
                    <a:pt x="253934" y="440616"/>
                  </a:lnTo>
                  <a:lnTo>
                    <a:pt x="254636" y="440886"/>
                  </a:lnTo>
                  <a:lnTo>
                    <a:pt x="255164" y="441245"/>
                  </a:lnTo>
                  <a:lnTo>
                    <a:pt x="255603" y="441604"/>
                  </a:lnTo>
                  <a:lnTo>
                    <a:pt x="255691" y="441784"/>
                  </a:lnTo>
                  <a:lnTo>
                    <a:pt x="255954" y="442323"/>
                  </a:lnTo>
                  <a:lnTo>
                    <a:pt x="256218" y="442772"/>
                  </a:lnTo>
                  <a:lnTo>
                    <a:pt x="256570" y="443491"/>
                  </a:lnTo>
                  <a:lnTo>
                    <a:pt x="256833" y="444030"/>
                  </a:lnTo>
                  <a:lnTo>
                    <a:pt x="257097" y="444659"/>
                  </a:lnTo>
                  <a:lnTo>
                    <a:pt x="257185" y="445288"/>
                  </a:lnTo>
                  <a:lnTo>
                    <a:pt x="257272" y="446007"/>
                  </a:lnTo>
                  <a:lnTo>
                    <a:pt x="257272" y="446277"/>
                  </a:lnTo>
                  <a:lnTo>
                    <a:pt x="257272" y="446546"/>
                  </a:lnTo>
                  <a:lnTo>
                    <a:pt x="257272" y="446905"/>
                  </a:lnTo>
                  <a:lnTo>
                    <a:pt x="257272" y="447175"/>
                  </a:lnTo>
                  <a:lnTo>
                    <a:pt x="257272" y="448253"/>
                  </a:lnTo>
                  <a:lnTo>
                    <a:pt x="257009" y="449152"/>
                  </a:lnTo>
                  <a:lnTo>
                    <a:pt x="256570" y="450230"/>
                  </a:lnTo>
                  <a:lnTo>
                    <a:pt x="255954" y="451218"/>
                  </a:lnTo>
                  <a:lnTo>
                    <a:pt x="256306" y="451667"/>
                  </a:lnTo>
                  <a:lnTo>
                    <a:pt x="260436" y="457508"/>
                  </a:lnTo>
                  <a:lnTo>
                    <a:pt x="260084" y="457777"/>
                  </a:lnTo>
                  <a:lnTo>
                    <a:pt x="259908" y="457957"/>
                  </a:lnTo>
                  <a:lnTo>
                    <a:pt x="260348" y="458765"/>
                  </a:lnTo>
                  <a:lnTo>
                    <a:pt x="260699" y="459125"/>
                  </a:lnTo>
                  <a:lnTo>
                    <a:pt x="259821" y="460203"/>
                  </a:lnTo>
                  <a:lnTo>
                    <a:pt x="259645" y="462180"/>
                  </a:lnTo>
                  <a:lnTo>
                    <a:pt x="260348" y="464336"/>
                  </a:lnTo>
                  <a:lnTo>
                    <a:pt x="261051" y="466133"/>
                  </a:lnTo>
                  <a:lnTo>
                    <a:pt x="261139" y="466313"/>
                  </a:lnTo>
                  <a:lnTo>
                    <a:pt x="261490" y="467031"/>
                  </a:lnTo>
                  <a:lnTo>
                    <a:pt x="262105" y="468020"/>
                  </a:lnTo>
                  <a:lnTo>
                    <a:pt x="262808" y="469907"/>
                  </a:lnTo>
                  <a:lnTo>
                    <a:pt x="263072" y="470536"/>
                  </a:lnTo>
                  <a:lnTo>
                    <a:pt x="263511" y="471344"/>
                  </a:lnTo>
                  <a:lnTo>
                    <a:pt x="263862" y="471973"/>
                  </a:lnTo>
                  <a:lnTo>
                    <a:pt x="264038" y="472243"/>
                  </a:lnTo>
                  <a:lnTo>
                    <a:pt x="266147" y="476016"/>
                  </a:lnTo>
                  <a:lnTo>
                    <a:pt x="266498" y="480599"/>
                  </a:lnTo>
                  <a:lnTo>
                    <a:pt x="266059" y="480958"/>
                  </a:lnTo>
                  <a:lnTo>
                    <a:pt x="267377" y="483024"/>
                  </a:lnTo>
                  <a:lnTo>
                    <a:pt x="268695" y="485181"/>
                  </a:lnTo>
                  <a:lnTo>
                    <a:pt x="269837" y="486708"/>
                  </a:lnTo>
                  <a:lnTo>
                    <a:pt x="269222" y="487337"/>
                  </a:lnTo>
                  <a:lnTo>
                    <a:pt x="269837" y="489044"/>
                  </a:lnTo>
                  <a:lnTo>
                    <a:pt x="271155" y="489583"/>
                  </a:lnTo>
                  <a:lnTo>
                    <a:pt x="271946" y="490212"/>
                  </a:lnTo>
                  <a:lnTo>
                    <a:pt x="273528" y="492189"/>
                  </a:lnTo>
                  <a:lnTo>
                    <a:pt x="274846" y="494435"/>
                  </a:lnTo>
                  <a:lnTo>
                    <a:pt x="275109" y="496322"/>
                  </a:lnTo>
                  <a:lnTo>
                    <a:pt x="274494" y="499287"/>
                  </a:lnTo>
                  <a:lnTo>
                    <a:pt x="273967" y="500904"/>
                  </a:lnTo>
                  <a:lnTo>
                    <a:pt x="273440" y="507014"/>
                  </a:lnTo>
                  <a:lnTo>
                    <a:pt x="274670" y="510878"/>
                  </a:lnTo>
                  <a:lnTo>
                    <a:pt x="276867" y="513124"/>
                  </a:lnTo>
                  <a:lnTo>
                    <a:pt x="277042" y="516358"/>
                  </a:lnTo>
                  <a:lnTo>
                    <a:pt x="277218" y="517796"/>
                  </a:lnTo>
                  <a:lnTo>
                    <a:pt x="277570" y="520941"/>
                  </a:lnTo>
                  <a:lnTo>
                    <a:pt x="278624" y="524085"/>
                  </a:lnTo>
                  <a:lnTo>
                    <a:pt x="278448" y="526601"/>
                  </a:lnTo>
                  <a:lnTo>
                    <a:pt x="278624" y="527410"/>
                  </a:lnTo>
                  <a:lnTo>
                    <a:pt x="278448" y="528398"/>
                  </a:lnTo>
                  <a:lnTo>
                    <a:pt x="278360" y="529296"/>
                  </a:lnTo>
                  <a:lnTo>
                    <a:pt x="278185" y="530105"/>
                  </a:lnTo>
                  <a:lnTo>
                    <a:pt x="278097" y="532531"/>
                  </a:lnTo>
                  <a:lnTo>
                    <a:pt x="277657" y="533070"/>
                  </a:lnTo>
                  <a:lnTo>
                    <a:pt x="277394" y="534058"/>
                  </a:lnTo>
                  <a:lnTo>
                    <a:pt x="277570" y="535496"/>
                  </a:lnTo>
                  <a:lnTo>
                    <a:pt x="277306" y="536394"/>
                  </a:lnTo>
                  <a:lnTo>
                    <a:pt x="276867" y="539000"/>
                  </a:lnTo>
                  <a:lnTo>
                    <a:pt x="277130" y="540707"/>
                  </a:lnTo>
                  <a:lnTo>
                    <a:pt x="278009" y="543223"/>
                  </a:lnTo>
                  <a:lnTo>
                    <a:pt x="280557" y="546907"/>
                  </a:lnTo>
                  <a:lnTo>
                    <a:pt x="281348" y="550770"/>
                  </a:lnTo>
                  <a:lnTo>
                    <a:pt x="285917" y="552567"/>
                  </a:lnTo>
                  <a:lnTo>
                    <a:pt x="285917" y="558407"/>
                  </a:lnTo>
                  <a:lnTo>
                    <a:pt x="287147" y="559935"/>
                  </a:lnTo>
                  <a:lnTo>
                    <a:pt x="287762" y="565056"/>
                  </a:lnTo>
                  <a:lnTo>
                    <a:pt x="285917" y="564966"/>
                  </a:lnTo>
                  <a:lnTo>
                    <a:pt x="284335" y="564337"/>
                  </a:lnTo>
                  <a:lnTo>
                    <a:pt x="283984" y="564966"/>
                  </a:lnTo>
                  <a:lnTo>
                    <a:pt x="283457" y="566044"/>
                  </a:lnTo>
                  <a:lnTo>
                    <a:pt x="282666" y="567931"/>
                  </a:lnTo>
                  <a:lnTo>
                    <a:pt x="283105" y="568740"/>
                  </a:lnTo>
                  <a:lnTo>
                    <a:pt x="282666" y="570267"/>
                  </a:lnTo>
                  <a:lnTo>
                    <a:pt x="283369" y="571974"/>
                  </a:lnTo>
                  <a:lnTo>
                    <a:pt x="284599" y="573412"/>
                  </a:lnTo>
                  <a:lnTo>
                    <a:pt x="286708" y="576557"/>
                  </a:lnTo>
                  <a:lnTo>
                    <a:pt x="288465" y="579791"/>
                  </a:lnTo>
                  <a:lnTo>
                    <a:pt x="288992" y="580061"/>
                  </a:lnTo>
                  <a:lnTo>
                    <a:pt x="290047" y="583116"/>
                  </a:lnTo>
                  <a:lnTo>
                    <a:pt x="291452" y="584823"/>
                  </a:lnTo>
                  <a:lnTo>
                    <a:pt x="292331" y="586350"/>
                  </a:lnTo>
                  <a:lnTo>
                    <a:pt x="293298" y="590753"/>
                  </a:lnTo>
                  <a:lnTo>
                    <a:pt x="293913" y="592550"/>
                  </a:lnTo>
                  <a:lnTo>
                    <a:pt x="294352" y="594976"/>
                  </a:lnTo>
                  <a:lnTo>
                    <a:pt x="293649" y="598659"/>
                  </a:lnTo>
                  <a:lnTo>
                    <a:pt x="292068" y="600367"/>
                  </a:lnTo>
                  <a:lnTo>
                    <a:pt x="290574" y="602703"/>
                  </a:lnTo>
                  <a:lnTo>
                    <a:pt x="289256" y="605128"/>
                  </a:lnTo>
                  <a:lnTo>
                    <a:pt x="288816" y="608812"/>
                  </a:lnTo>
                  <a:lnTo>
                    <a:pt x="288729" y="610519"/>
                  </a:lnTo>
                  <a:lnTo>
                    <a:pt x="290750" y="616899"/>
                  </a:lnTo>
                  <a:lnTo>
                    <a:pt x="292507" y="622559"/>
                  </a:lnTo>
                  <a:lnTo>
                    <a:pt x="294528" y="622200"/>
                  </a:lnTo>
                  <a:lnTo>
                    <a:pt x="296109" y="622559"/>
                  </a:lnTo>
                  <a:lnTo>
                    <a:pt x="297252" y="624626"/>
                  </a:lnTo>
                  <a:lnTo>
                    <a:pt x="297427" y="625344"/>
                  </a:lnTo>
                  <a:lnTo>
                    <a:pt x="298658" y="627141"/>
                  </a:lnTo>
                  <a:lnTo>
                    <a:pt x="299448" y="627770"/>
                  </a:lnTo>
                  <a:lnTo>
                    <a:pt x="298658" y="628399"/>
                  </a:lnTo>
                  <a:lnTo>
                    <a:pt x="297076" y="632263"/>
                  </a:lnTo>
                  <a:lnTo>
                    <a:pt x="296637" y="633431"/>
                  </a:lnTo>
                  <a:lnTo>
                    <a:pt x="294264" y="632263"/>
                  </a:lnTo>
                  <a:lnTo>
                    <a:pt x="294088" y="632263"/>
                  </a:lnTo>
                  <a:lnTo>
                    <a:pt x="290837" y="636396"/>
                  </a:lnTo>
                  <a:lnTo>
                    <a:pt x="282402" y="634868"/>
                  </a:lnTo>
                  <a:lnTo>
                    <a:pt x="282227" y="634778"/>
                  </a:lnTo>
                  <a:lnTo>
                    <a:pt x="279678" y="637204"/>
                  </a:lnTo>
                  <a:lnTo>
                    <a:pt x="280206" y="639091"/>
                  </a:lnTo>
                  <a:lnTo>
                    <a:pt x="280996" y="639091"/>
                  </a:lnTo>
                  <a:lnTo>
                    <a:pt x="281436" y="649064"/>
                  </a:lnTo>
                  <a:lnTo>
                    <a:pt x="280733" y="658049"/>
                  </a:lnTo>
                  <a:lnTo>
                    <a:pt x="280118" y="658858"/>
                  </a:lnTo>
                  <a:lnTo>
                    <a:pt x="280118" y="662811"/>
                  </a:lnTo>
                  <a:lnTo>
                    <a:pt x="282842" y="667753"/>
                  </a:lnTo>
                  <a:lnTo>
                    <a:pt x="280030" y="670448"/>
                  </a:lnTo>
                  <a:lnTo>
                    <a:pt x="257009" y="683656"/>
                  </a:lnTo>
                  <a:lnTo>
                    <a:pt x="255164" y="684734"/>
                  </a:lnTo>
                  <a:lnTo>
                    <a:pt x="244971" y="691113"/>
                  </a:lnTo>
                  <a:lnTo>
                    <a:pt x="242423" y="686531"/>
                  </a:lnTo>
                  <a:lnTo>
                    <a:pt x="238469" y="684195"/>
                  </a:lnTo>
                  <a:lnTo>
                    <a:pt x="235042" y="684195"/>
                  </a:lnTo>
                  <a:lnTo>
                    <a:pt x="229595" y="686891"/>
                  </a:lnTo>
                  <a:lnTo>
                    <a:pt x="222389" y="691742"/>
                  </a:lnTo>
                  <a:lnTo>
                    <a:pt x="221774" y="691922"/>
                  </a:lnTo>
                  <a:lnTo>
                    <a:pt x="221335" y="692192"/>
                  </a:lnTo>
                  <a:lnTo>
                    <a:pt x="219226" y="693090"/>
                  </a:lnTo>
                  <a:lnTo>
                    <a:pt x="219138" y="692910"/>
                  </a:lnTo>
                  <a:lnTo>
                    <a:pt x="217645" y="693090"/>
                  </a:lnTo>
                  <a:lnTo>
                    <a:pt x="214833" y="693449"/>
                  </a:lnTo>
                  <a:lnTo>
                    <a:pt x="210791" y="693899"/>
                  </a:lnTo>
                  <a:lnTo>
                    <a:pt x="202620" y="694887"/>
                  </a:lnTo>
                  <a:lnTo>
                    <a:pt x="202268" y="694887"/>
                  </a:lnTo>
                  <a:lnTo>
                    <a:pt x="199281" y="695336"/>
                  </a:lnTo>
                  <a:lnTo>
                    <a:pt x="196469" y="695696"/>
                  </a:lnTo>
                  <a:lnTo>
                    <a:pt x="190494" y="696414"/>
                  </a:lnTo>
                  <a:lnTo>
                    <a:pt x="190055" y="696414"/>
                  </a:lnTo>
                  <a:lnTo>
                    <a:pt x="184080" y="697133"/>
                  </a:lnTo>
                  <a:lnTo>
                    <a:pt x="182059" y="697403"/>
                  </a:lnTo>
                  <a:lnTo>
                    <a:pt x="181356" y="697493"/>
                  </a:lnTo>
                  <a:lnTo>
                    <a:pt x="180389" y="697582"/>
                  </a:lnTo>
                  <a:lnTo>
                    <a:pt x="178720" y="697762"/>
                  </a:lnTo>
                  <a:lnTo>
                    <a:pt x="176260" y="698032"/>
                  </a:lnTo>
                  <a:lnTo>
                    <a:pt x="174239" y="698211"/>
                  </a:lnTo>
                  <a:lnTo>
                    <a:pt x="172481" y="698391"/>
                  </a:lnTo>
                  <a:lnTo>
                    <a:pt x="171075" y="698391"/>
                  </a:lnTo>
                  <a:lnTo>
                    <a:pt x="170197" y="698391"/>
                  </a:lnTo>
                  <a:lnTo>
                    <a:pt x="169406" y="698391"/>
                  </a:lnTo>
                  <a:lnTo>
                    <a:pt x="158774" y="696504"/>
                  </a:lnTo>
                  <a:lnTo>
                    <a:pt x="149548" y="694797"/>
                  </a:lnTo>
                  <a:lnTo>
                    <a:pt x="138301" y="692731"/>
                  </a:lnTo>
                  <a:lnTo>
                    <a:pt x="135753" y="692192"/>
                  </a:lnTo>
                  <a:lnTo>
                    <a:pt x="133205" y="691652"/>
                  </a:lnTo>
                  <a:lnTo>
                    <a:pt x="129866" y="690754"/>
                  </a:lnTo>
                  <a:lnTo>
                    <a:pt x="126264" y="689586"/>
                  </a:lnTo>
                  <a:lnTo>
                    <a:pt x="123364" y="688598"/>
                  </a:lnTo>
                  <a:lnTo>
                    <a:pt x="121255" y="687969"/>
                  </a:lnTo>
                  <a:lnTo>
                    <a:pt x="120992" y="687699"/>
                  </a:lnTo>
                  <a:lnTo>
                    <a:pt x="120992" y="689047"/>
                  </a:lnTo>
                  <a:lnTo>
                    <a:pt x="121167" y="691742"/>
                  </a:lnTo>
                  <a:lnTo>
                    <a:pt x="121255" y="693539"/>
                  </a:lnTo>
                  <a:lnTo>
                    <a:pt x="121255" y="694617"/>
                  </a:lnTo>
                  <a:lnTo>
                    <a:pt x="121255" y="695696"/>
                  </a:lnTo>
                  <a:lnTo>
                    <a:pt x="121255" y="695875"/>
                  </a:lnTo>
                  <a:lnTo>
                    <a:pt x="121167" y="697403"/>
                  </a:lnTo>
                  <a:lnTo>
                    <a:pt x="121167" y="698301"/>
                  </a:lnTo>
                  <a:lnTo>
                    <a:pt x="121167" y="698930"/>
                  </a:lnTo>
                  <a:lnTo>
                    <a:pt x="121079" y="700817"/>
                  </a:lnTo>
                  <a:lnTo>
                    <a:pt x="120992" y="701985"/>
                  </a:lnTo>
                  <a:lnTo>
                    <a:pt x="120992" y="702434"/>
                  </a:lnTo>
                  <a:lnTo>
                    <a:pt x="120904" y="703243"/>
                  </a:lnTo>
                  <a:lnTo>
                    <a:pt x="120728" y="704680"/>
                  </a:lnTo>
                  <a:lnTo>
                    <a:pt x="120552" y="706477"/>
                  </a:lnTo>
                  <a:lnTo>
                    <a:pt x="120377" y="707825"/>
                  </a:lnTo>
                  <a:lnTo>
                    <a:pt x="120025" y="709622"/>
                  </a:lnTo>
                  <a:lnTo>
                    <a:pt x="120025" y="710071"/>
                  </a:lnTo>
                  <a:lnTo>
                    <a:pt x="118795" y="716451"/>
                  </a:lnTo>
                  <a:lnTo>
                    <a:pt x="118092" y="716361"/>
                  </a:lnTo>
                  <a:lnTo>
                    <a:pt x="114226" y="715642"/>
                  </a:lnTo>
                  <a:lnTo>
                    <a:pt x="103506" y="713755"/>
                  </a:lnTo>
                  <a:lnTo>
                    <a:pt x="99376" y="712947"/>
                  </a:lnTo>
                  <a:lnTo>
                    <a:pt x="95159" y="712228"/>
                  </a:lnTo>
                  <a:lnTo>
                    <a:pt x="94983" y="712138"/>
                  </a:lnTo>
                  <a:lnTo>
                    <a:pt x="94456" y="712048"/>
                  </a:lnTo>
                  <a:lnTo>
                    <a:pt x="90853" y="711419"/>
                  </a:lnTo>
                  <a:lnTo>
                    <a:pt x="87251" y="710700"/>
                  </a:lnTo>
                  <a:lnTo>
                    <a:pt x="84263" y="710161"/>
                  </a:lnTo>
                  <a:lnTo>
                    <a:pt x="82770" y="709892"/>
                  </a:lnTo>
                  <a:lnTo>
                    <a:pt x="82155" y="709712"/>
                  </a:lnTo>
                  <a:lnTo>
                    <a:pt x="79343" y="707556"/>
                  </a:lnTo>
                  <a:lnTo>
                    <a:pt x="78640" y="706657"/>
                  </a:lnTo>
                  <a:lnTo>
                    <a:pt x="78201" y="706028"/>
                  </a:lnTo>
                  <a:lnTo>
                    <a:pt x="73104" y="698840"/>
                  </a:lnTo>
                  <a:lnTo>
                    <a:pt x="73017" y="698571"/>
                  </a:lnTo>
                  <a:lnTo>
                    <a:pt x="72226" y="697493"/>
                  </a:lnTo>
                  <a:lnTo>
                    <a:pt x="71083" y="695875"/>
                  </a:lnTo>
                  <a:lnTo>
                    <a:pt x="69765" y="693180"/>
                  </a:lnTo>
                  <a:lnTo>
                    <a:pt x="68008" y="689676"/>
                  </a:lnTo>
                  <a:lnTo>
                    <a:pt x="67481" y="688059"/>
                  </a:lnTo>
                  <a:lnTo>
                    <a:pt x="66163" y="684375"/>
                  </a:lnTo>
                  <a:lnTo>
                    <a:pt x="63791" y="679882"/>
                  </a:lnTo>
                  <a:lnTo>
                    <a:pt x="63615" y="679613"/>
                  </a:lnTo>
                  <a:lnTo>
                    <a:pt x="63263" y="678804"/>
                  </a:lnTo>
                  <a:lnTo>
                    <a:pt x="62033" y="675480"/>
                  </a:lnTo>
                  <a:lnTo>
                    <a:pt x="61857" y="675031"/>
                  </a:lnTo>
                  <a:lnTo>
                    <a:pt x="61682" y="674581"/>
                  </a:lnTo>
                  <a:lnTo>
                    <a:pt x="61418" y="668202"/>
                  </a:lnTo>
                  <a:lnTo>
                    <a:pt x="60979" y="660385"/>
                  </a:lnTo>
                  <a:lnTo>
                    <a:pt x="60803" y="658768"/>
                  </a:lnTo>
                  <a:lnTo>
                    <a:pt x="60627" y="654096"/>
                  </a:lnTo>
                  <a:lnTo>
                    <a:pt x="59485" y="652029"/>
                  </a:lnTo>
                  <a:lnTo>
                    <a:pt x="57728" y="649873"/>
                  </a:lnTo>
                  <a:lnTo>
                    <a:pt x="56761" y="649244"/>
                  </a:lnTo>
                  <a:lnTo>
                    <a:pt x="56322" y="648974"/>
                  </a:lnTo>
                  <a:lnTo>
                    <a:pt x="54565" y="648166"/>
                  </a:lnTo>
                  <a:lnTo>
                    <a:pt x="53510" y="647717"/>
                  </a:lnTo>
                  <a:lnTo>
                    <a:pt x="52104" y="647447"/>
                  </a:lnTo>
                  <a:lnTo>
                    <a:pt x="51226" y="647717"/>
                  </a:lnTo>
                  <a:lnTo>
                    <a:pt x="41648" y="650232"/>
                  </a:lnTo>
                  <a:lnTo>
                    <a:pt x="40242" y="650592"/>
                  </a:lnTo>
                  <a:lnTo>
                    <a:pt x="24866" y="654006"/>
                  </a:lnTo>
                  <a:lnTo>
                    <a:pt x="24251" y="649873"/>
                  </a:lnTo>
                  <a:lnTo>
                    <a:pt x="21263" y="628848"/>
                  </a:lnTo>
                  <a:lnTo>
                    <a:pt x="38046" y="624536"/>
                  </a:lnTo>
                  <a:lnTo>
                    <a:pt x="37782" y="622469"/>
                  </a:lnTo>
                  <a:lnTo>
                    <a:pt x="37694" y="621930"/>
                  </a:lnTo>
                  <a:lnTo>
                    <a:pt x="37167" y="617707"/>
                  </a:lnTo>
                  <a:lnTo>
                    <a:pt x="36113" y="609261"/>
                  </a:lnTo>
                  <a:lnTo>
                    <a:pt x="36025" y="608453"/>
                  </a:lnTo>
                  <a:lnTo>
                    <a:pt x="33477" y="596503"/>
                  </a:lnTo>
                  <a:lnTo>
                    <a:pt x="32246" y="592729"/>
                  </a:lnTo>
                  <a:lnTo>
                    <a:pt x="31631" y="590843"/>
                  </a:lnTo>
                  <a:lnTo>
                    <a:pt x="29259" y="583385"/>
                  </a:lnTo>
                  <a:lnTo>
                    <a:pt x="28908" y="582127"/>
                  </a:lnTo>
                  <a:lnTo>
                    <a:pt x="28292" y="579522"/>
                  </a:lnTo>
                  <a:lnTo>
                    <a:pt x="28029" y="578264"/>
                  </a:lnTo>
                  <a:lnTo>
                    <a:pt x="27414" y="575479"/>
                  </a:lnTo>
                  <a:lnTo>
                    <a:pt x="27326" y="574310"/>
                  </a:lnTo>
                  <a:lnTo>
                    <a:pt x="27326" y="572783"/>
                  </a:lnTo>
                  <a:lnTo>
                    <a:pt x="27414" y="571615"/>
                  </a:lnTo>
                  <a:lnTo>
                    <a:pt x="27414" y="571345"/>
                  </a:lnTo>
                  <a:lnTo>
                    <a:pt x="27414" y="571166"/>
                  </a:lnTo>
                  <a:lnTo>
                    <a:pt x="27677" y="569549"/>
                  </a:lnTo>
                  <a:lnTo>
                    <a:pt x="28029" y="568111"/>
                  </a:lnTo>
                  <a:lnTo>
                    <a:pt x="29435" y="562990"/>
                  </a:lnTo>
                  <a:lnTo>
                    <a:pt x="29698" y="562271"/>
                  </a:lnTo>
                  <a:lnTo>
                    <a:pt x="29786" y="562001"/>
                  </a:lnTo>
                  <a:lnTo>
                    <a:pt x="29962" y="561193"/>
                  </a:lnTo>
                  <a:lnTo>
                    <a:pt x="30226" y="560204"/>
                  </a:lnTo>
                  <a:lnTo>
                    <a:pt x="30401" y="559665"/>
                  </a:lnTo>
                  <a:lnTo>
                    <a:pt x="32159" y="553915"/>
                  </a:lnTo>
                  <a:lnTo>
                    <a:pt x="33125" y="550680"/>
                  </a:lnTo>
                  <a:lnTo>
                    <a:pt x="34267" y="546997"/>
                  </a:lnTo>
                  <a:lnTo>
                    <a:pt x="34443" y="546457"/>
                  </a:lnTo>
                  <a:lnTo>
                    <a:pt x="34531" y="546188"/>
                  </a:lnTo>
                  <a:lnTo>
                    <a:pt x="35761" y="543313"/>
                  </a:lnTo>
                  <a:lnTo>
                    <a:pt x="36113" y="542504"/>
                  </a:lnTo>
                  <a:lnTo>
                    <a:pt x="36728" y="541426"/>
                  </a:lnTo>
                  <a:lnTo>
                    <a:pt x="40418" y="535496"/>
                  </a:lnTo>
                  <a:lnTo>
                    <a:pt x="42878" y="531812"/>
                  </a:lnTo>
                  <a:lnTo>
                    <a:pt x="43493" y="530824"/>
                  </a:lnTo>
                  <a:lnTo>
                    <a:pt x="45778" y="527410"/>
                  </a:lnTo>
                  <a:lnTo>
                    <a:pt x="45866" y="527140"/>
                  </a:lnTo>
                  <a:lnTo>
                    <a:pt x="46129" y="525792"/>
                  </a:lnTo>
                  <a:lnTo>
                    <a:pt x="46481" y="523007"/>
                  </a:lnTo>
                  <a:lnTo>
                    <a:pt x="46657" y="521030"/>
                  </a:lnTo>
                  <a:lnTo>
                    <a:pt x="46832" y="519144"/>
                  </a:lnTo>
                  <a:lnTo>
                    <a:pt x="46920" y="514561"/>
                  </a:lnTo>
                  <a:lnTo>
                    <a:pt x="47096" y="508272"/>
                  </a:lnTo>
                  <a:lnTo>
                    <a:pt x="47096" y="507823"/>
                  </a:lnTo>
                  <a:lnTo>
                    <a:pt x="47008" y="505756"/>
                  </a:lnTo>
                  <a:lnTo>
                    <a:pt x="46042" y="505846"/>
                  </a:lnTo>
                  <a:lnTo>
                    <a:pt x="34355" y="503240"/>
                  </a:lnTo>
                  <a:lnTo>
                    <a:pt x="27590" y="498568"/>
                  </a:lnTo>
                  <a:lnTo>
                    <a:pt x="25569" y="496592"/>
                  </a:lnTo>
                  <a:lnTo>
                    <a:pt x="23021" y="494166"/>
                  </a:lnTo>
                  <a:lnTo>
                    <a:pt x="21351" y="492638"/>
                  </a:lnTo>
                  <a:lnTo>
                    <a:pt x="18100" y="489943"/>
                  </a:lnTo>
                  <a:lnTo>
                    <a:pt x="17309" y="489404"/>
                  </a:lnTo>
                  <a:lnTo>
                    <a:pt x="14234" y="485361"/>
                  </a:lnTo>
                  <a:lnTo>
                    <a:pt x="8171" y="477274"/>
                  </a:lnTo>
                  <a:lnTo>
                    <a:pt x="5447" y="473770"/>
                  </a:lnTo>
                  <a:lnTo>
                    <a:pt x="3514" y="471254"/>
                  </a:lnTo>
                  <a:lnTo>
                    <a:pt x="1405" y="468469"/>
                  </a:lnTo>
                  <a:lnTo>
                    <a:pt x="0" y="466582"/>
                  </a:lnTo>
                  <a:lnTo>
                    <a:pt x="12916" y="457418"/>
                  </a:lnTo>
                  <a:lnTo>
                    <a:pt x="17485" y="457508"/>
                  </a:lnTo>
                  <a:lnTo>
                    <a:pt x="17924" y="455980"/>
                  </a:lnTo>
                  <a:lnTo>
                    <a:pt x="18364" y="453554"/>
                  </a:lnTo>
                  <a:lnTo>
                    <a:pt x="18803" y="451308"/>
                  </a:lnTo>
                  <a:lnTo>
                    <a:pt x="20385" y="445648"/>
                  </a:lnTo>
                  <a:lnTo>
                    <a:pt x="21527" y="441694"/>
                  </a:lnTo>
                  <a:lnTo>
                    <a:pt x="21966" y="440526"/>
                  </a:lnTo>
                  <a:lnTo>
                    <a:pt x="23021" y="436932"/>
                  </a:lnTo>
                  <a:lnTo>
                    <a:pt x="23021" y="436034"/>
                  </a:lnTo>
                  <a:lnTo>
                    <a:pt x="22933" y="434327"/>
                  </a:lnTo>
                  <a:lnTo>
                    <a:pt x="22933" y="431002"/>
                  </a:lnTo>
                  <a:lnTo>
                    <a:pt x="22933" y="425432"/>
                  </a:lnTo>
                  <a:lnTo>
                    <a:pt x="22757" y="424713"/>
                  </a:lnTo>
                  <a:lnTo>
                    <a:pt x="22493" y="424174"/>
                  </a:lnTo>
                  <a:lnTo>
                    <a:pt x="20648" y="422557"/>
                  </a:lnTo>
                  <a:lnTo>
                    <a:pt x="20033" y="422017"/>
                  </a:lnTo>
                  <a:lnTo>
                    <a:pt x="18627" y="419052"/>
                  </a:lnTo>
                  <a:lnTo>
                    <a:pt x="18188" y="417884"/>
                  </a:lnTo>
                  <a:lnTo>
                    <a:pt x="18100" y="417345"/>
                  </a:lnTo>
                  <a:lnTo>
                    <a:pt x="18012" y="415099"/>
                  </a:lnTo>
                  <a:lnTo>
                    <a:pt x="18364" y="413302"/>
                  </a:lnTo>
                  <a:lnTo>
                    <a:pt x="18715" y="412314"/>
                  </a:lnTo>
                  <a:lnTo>
                    <a:pt x="18539" y="411325"/>
                  </a:lnTo>
                  <a:lnTo>
                    <a:pt x="18188" y="410607"/>
                  </a:lnTo>
                  <a:lnTo>
                    <a:pt x="15640" y="408630"/>
                  </a:lnTo>
                  <a:lnTo>
                    <a:pt x="14673" y="408091"/>
                  </a:lnTo>
                  <a:lnTo>
                    <a:pt x="14761" y="404317"/>
                  </a:lnTo>
                  <a:lnTo>
                    <a:pt x="14673" y="401352"/>
                  </a:lnTo>
                  <a:lnTo>
                    <a:pt x="12916" y="401352"/>
                  </a:lnTo>
                  <a:lnTo>
                    <a:pt x="12916" y="394254"/>
                  </a:lnTo>
                  <a:lnTo>
                    <a:pt x="12828" y="389043"/>
                  </a:lnTo>
                  <a:lnTo>
                    <a:pt x="13531" y="377183"/>
                  </a:lnTo>
                  <a:lnTo>
                    <a:pt x="27677" y="373679"/>
                  </a:lnTo>
                  <a:lnTo>
                    <a:pt x="26096" y="367929"/>
                  </a:lnTo>
                  <a:lnTo>
                    <a:pt x="25129" y="364065"/>
                  </a:lnTo>
                  <a:lnTo>
                    <a:pt x="24339" y="360831"/>
                  </a:lnTo>
                  <a:lnTo>
                    <a:pt x="23196" y="353822"/>
                  </a:lnTo>
                  <a:lnTo>
                    <a:pt x="22581" y="347623"/>
                  </a:lnTo>
                  <a:lnTo>
                    <a:pt x="22405" y="343310"/>
                  </a:lnTo>
                  <a:lnTo>
                    <a:pt x="22405" y="338998"/>
                  </a:lnTo>
                  <a:lnTo>
                    <a:pt x="22933" y="330731"/>
                  </a:lnTo>
                  <a:lnTo>
                    <a:pt x="23636" y="325790"/>
                  </a:lnTo>
                  <a:lnTo>
                    <a:pt x="24690" y="320129"/>
                  </a:lnTo>
                  <a:lnTo>
                    <a:pt x="25481" y="316805"/>
                  </a:lnTo>
                  <a:lnTo>
                    <a:pt x="26359" y="314020"/>
                  </a:lnTo>
                  <a:lnTo>
                    <a:pt x="34355" y="289761"/>
                  </a:lnTo>
                  <a:lnTo>
                    <a:pt x="36113" y="284100"/>
                  </a:lnTo>
                  <a:lnTo>
                    <a:pt x="37167" y="280147"/>
                  </a:lnTo>
                  <a:lnTo>
                    <a:pt x="37958" y="276463"/>
                  </a:lnTo>
                  <a:lnTo>
                    <a:pt x="40682" y="260650"/>
                  </a:lnTo>
                  <a:lnTo>
                    <a:pt x="45075" y="234684"/>
                  </a:lnTo>
                  <a:lnTo>
                    <a:pt x="49556" y="208448"/>
                  </a:lnTo>
                  <a:lnTo>
                    <a:pt x="51841" y="208897"/>
                  </a:lnTo>
                  <a:lnTo>
                    <a:pt x="52807" y="209077"/>
                  </a:lnTo>
                  <a:lnTo>
                    <a:pt x="53422" y="209346"/>
                  </a:lnTo>
                  <a:lnTo>
                    <a:pt x="54389" y="209616"/>
                  </a:lnTo>
                  <a:lnTo>
                    <a:pt x="55180" y="210065"/>
                  </a:lnTo>
                  <a:lnTo>
                    <a:pt x="56058" y="210514"/>
                  </a:lnTo>
                  <a:lnTo>
                    <a:pt x="56673" y="210424"/>
                  </a:lnTo>
                  <a:lnTo>
                    <a:pt x="57201" y="210335"/>
                  </a:lnTo>
                  <a:lnTo>
                    <a:pt x="57728" y="210335"/>
                  </a:lnTo>
                  <a:lnTo>
                    <a:pt x="58079" y="210604"/>
                  </a:lnTo>
                  <a:lnTo>
                    <a:pt x="58606" y="210874"/>
                  </a:lnTo>
                  <a:lnTo>
                    <a:pt x="59485" y="210964"/>
                  </a:lnTo>
                  <a:lnTo>
                    <a:pt x="60276" y="211143"/>
                  </a:lnTo>
                  <a:lnTo>
                    <a:pt x="60627" y="211413"/>
                  </a:lnTo>
                  <a:lnTo>
                    <a:pt x="61242" y="211862"/>
                  </a:lnTo>
                  <a:lnTo>
                    <a:pt x="61682" y="212581"/>
                  </a:lnTo>
                  <a:lnTo>
                    <a:pt x="62209" y="212940"/>
                  </a:lnTo>
                  <a:lnTo>
                    <a:pt x="62824" y="213300"/>
                  </a:lnTo>
                  <a:lnTo>
                    <a:pt x="63263" y="213479"/>
                  </a:lnTo>
                  <a:lnTo>
                    <a:pt x="63791" y="213749"/>
                  </a:lnTo>
                  <a:lnTo>
                    <a:pt x="64142" y="214108"/>
                  </a:lnTo>
                  <a:lnTo>
                    <a:pt x="69678" y="213030"/>
                  </a:lnTo>
                  <a:lnTo>
                    <a:pt x="72841" y="212491"/>
                  </a:lnTo>
                  <a:lnTo>
                    <a:pt x="76619" y="215276"/>
                  </a:lnTo>
                  <a:lnTo>
                    <a:pt x="80573" y="217972"/>
                  </a:lnTo>
                  <a:lnTo>
                    <a:pt x="79079" y="219319"/>
                  </a:lnTo>
                  <a:lnTo>
                    <a:pt x="80397" y="221566"/>
                  </a:lnTo>
                  <a:lnTo>
                    <a:pt x="83033" y="229562"/>
                  </a:lnTo>
                  <a:lnTo>
                    <a:pt x="79167" y="230820"/>
                  </a:lnTo>
                  <a:lnTo>
                    <a:pt x="74774" y="229382"/>
                  </a:lnTo>
                  <a:lnTo>
                    <a:pt x="74247" y="229922"/>
                  </a:lnTo>
                  <a:lnTo>
                    <a:pt x="73983" y="230550"/>
                  </a:lnTo>
                  <a:lnTo>
                    <a:pt x="73719" y="231269"/>
                  </a:lnTo>
                  <a:lnTo>
                    <a:pt x="73807" y="231898"/>
                  </a:lnTo>
                  <a:lnTo>
                    <a:pt x="75213" y="232258"/>
                  </a:lnTo>
                  <a:lnTo>
                    <a:pt x="76180" y="232437"/>
                  </a:lnTo>
                  <a:lnTo>
                    <a:pt x="77761" y="234684"/>
                  </a:lnTo>
                  <a:lnTo>
                    <a:pt x="79431" y="237020"/>
                  </a:lnTo>
                  <a:lnTo>
                    <a:pt x="82330" y="238008"/>
                  </a:lnTo>
                  <a:lnTo>
                    <a:pt x="88042" y="246454"/>
                  </a:lnTo>
                  <a:lnTo>
                    <a:pt x="87778" y="246813"/>
                  </a:lnTo>
                  <a:lnTo>
                    <a:pt x="90941" y="250317"/>
                  </a:lnTo>
                  <a:lnTo>
                    <a:pt x="93929" y="247532"/>
                  </a:lnTo>
                  <a:lnTo>
                    <a:pt x="100343" y="241422"/>
                  </a:lnTo>
                  <a:lnTo>
                    <a:pt x="104648" y="238817"/>
                  </a:lnTo>
                  <a:lnTo>
                    <a:pt x="103155" y="235043"/>
                  </a:lnTo>
                  <a:lnTo>
                    <a:pt x="102628" y="233785"/>
                  </a:lnTo>
                  <a:lnTo>
                    <a:pt x="101310" y="230820"/>
                  </a:lnTo>
                  <a:lnTo>
                    <a:pt x="100694" y="229023"/>
                  </a:lnTo>
                  <a:lnTo>
                    <a:pt x="100431" y="227585"/>
                  </a:lnTo>
                  <a:lnTo>
                    <a:pt x="100255" y="226867"/>
                  </a:lnTo>
                  <a:lnTo>
                    <a:pt x="100343" y="225429"/>
                  </a:lnTo>
                  <a:lnTo>
                    <a:pt x="100607" y="223452"/>
                  </a:lnTo>
                  <a:lnTo>
                    <a:pt x="100782" y="221925"/>
                  </a:lnTo>
                  <a:lnTo>
                    <a:pt x="101046" y="220308"/>
                  </a:lnTo>
                  <a:lnTo>
                    <a:pt x="101222" y="217343"/>
                  </a:lnTo>
                  <a:lnTo>
                    <a:pt x="101222" y="212042"/>
                  </a:lnTo>
                  <a:lnTo>
                    <a:pt x="101134" y="209796"/>
                  </a:lnTo>
                  <a:lnTo>
                    <a:pt x="100519" y="206741"/>
                  </a:lnTo>
                  <a:lnTo>
                    <a:pt x="99552" y="203416"/>
                  </a:lnTo>
                  <a:lnTo>
                    <a:pt x="98058" y="200272"/>
                  </a:lnTo>
                  <a:lnTo>
                    <a:pt x="95159" y="194252"/>
                  </a:lnTo>
                  <a:lnTo>
                    <a:pt x="100343" y="192185"/>
                  </a:lnTo>
                  <a:lnTo>
                    <a:pt x="105176" y="190838"/>
                  </a:lnTo>
                  <a:lnTo>
                    <a:pt x="103945" y="173946"/>
                  </a:lnTo>
                  <a:lnTo>
                    <a:pt x="110799" y="176911"/>
                  </a:lnTo>
                  <a:lnTo>
                    <a:pt x="125209" y="175923"/>
                  </a:lnTo>
                  <a:lnTo>
                    <a:pt x="125473" y="165231"/>
                  </a:lnTo>
                  <a:lnTo>
                    <a:pt x="136017" y="162805"/>
                  </a:lnTo>
                  <a:lnTo>
                    <a:pt x="137071" y="150226"/>
                  </a:lnTo>
                  <a:lnTo>
                    <a:pt x="139531" y="150675"/>
                  </a:lnTo>
                  <a:lnTo>
                    <a:pt x="140234" y="149328"/>
                  </a:lnTo>
                  <a:lnTo>
                    <a:pt x="140849" y="148519"/>
                  </a:lnTo>
                  <a:lnTo>
                    <a:pt x="141640" y="146902"/>
                  </a:lnTo>
                  <a:lnTo>
                    <a:pt x="141816" y="146183"/>
                  </a:lnTo>
                  <a:lnTo>
                    <a:pt x="142255" y="145464"/>
                  </a:lnTo>
                  <a:lnTo>
                    <a:pt x="143573" y="145015"/>
                  </a:lnTo>
                  <a:lnTo>
                    <a:pt x="145155" y="144745"/>
                  </a:lnTo>
                  <a:lnTo>
                    <a:pt x="147527" y="144116"/>
                  </a:lnTo>
                  <a:lnTo>
                    <a:pt x="148757" y="143577"/>
                  </a:lnTo>
                  <a:lnTo>
                    <a:pt x="150163" y="142679"/>
                  </a:lnTo>
                  <a:lnTo>
                    <a:pt x="151393" y="142050"/>
                  </a:lnTo>
                  <a:lnTo>
                    <a:pt x="153063" y="141241"/>
                  </a:lnTo>
                  <a:lnTo>
                    <a:pt x="154996" y="140253"/>
                  </a:lnTo>
                  <a:lnTo>
                    <a:pt x="156050" y="139265"/>
                  </a:lnTo>
                  <a:lnTo>
                    <a:pt x="157456" y="138186"/>
                  </a:lnTo>
                  <a:lnTo>
                    <a:pt x="158862" y="137198"/>
                  </a:lnTo>
                  <a:lnTo>
                    <a:pt x="159389" y="136749"/>
                  </a:lnTo>
                  <a:lnTo>
                    <a:pt x="160004" y="136479"/>
                  </a:lnTo>
                  <a:lnTo>
                    <a:pt x="160795" y="135850"/>
                  </a:lnTo>
                  <a:lnTo>
                    <a:pt x="161498" y="135491"/>
                  </a:lnTo>
                  <a:lnTo>
                    <a:pt x="163080" y="135131"/>
                  </a:lnTo>
                  <a:lnTo>
                    <a:pt x="164134" y="134862"/>
                  </a:lnTo>
                  <a:lnTo>
                    <a:pt x="164661" y="134772"/>
                  </a:lnTo>
                  <a:lnTo>
                    <a:pt x="165188" y="134682"/>
                  </a:lnTo>
                  <a:lnTo>
                    <a:pt x="165716" y="134323"/>
                  </a:lnTo>
                  <a:lnTo>
                    <a:pt x="166243" y="133963"/>
                  </a:lnTo>
                  <a:lnTo>
                    <a:pt x="167297" y="133694"/>
                  </a:lnTo>
                  <a:lnTo>
                    <a:pt x="168352" y="133604"/>
                  </a:lnTo>
                  <a:lnTo>
                    <a:pt x="169230" y="133335"/>
                  </a:lnTo>
                  <a:lnTo>
                    <a:pt x="170021" y="132795"/>
                  </a:lnTo>
                  <a:lnTo>
                    <a:pt x="170636" y="132166"/>
                  </a:lnTo>
                  <a:lnTo>
                    <a:pt x="171866" y="130998"/>
                  </a:lnTo>
                  <a:lnTo>
                    <a:pt x="173360" y="129112"/>
                  </a:lnTo>
                  <a:lnTo>
                    <a:pt x="174502" y="128123"/>
                  </a:lnTo>
                  <a:lnTo>
                    <a:pt x="176875" y="126147"/>
                  </a:lnTo>
                  <a:lnTo>
                    <a:pt x="179159" y="124260"/>
                  </a:lnTo>
                  <a:lnTo>
                    <a:pt x="180653" y="122822"/>
                  </a:lnTo>
                  <a:lnTo>
                    <a:pt x="181444" y="122193"/>
                  </a:lnTo>
                  <a:lnTo>
                    <a:pt x="183289" y="121564"/>
                  </a:lnTo>
                  <a:lnTo>
                    <a:pt x="184695" y="121025"/>
                  </a:lnTo>
                  <a:lnTo>
                    <a:pt x="185661" y="120756"/>
                  </a:lnTo>
                  <a:lnTo>
                    <a:pt x="186452" y="120576"/>
                  </a:lnTo>
                  <a:lnTo>
                    <a:pt x="187331" y="120396"/>
                  </a:lnTo>
                  <a:lnTo>
                    <a:pt x="188122" y="120486"/>
                  </a:lnTo>
                  <a:lnTo>
                    <a:pt x="189440" y="120307"/>
                  </a:lnTo>
                  <a:lnTo>
                    <a:pt x="190142" y="120127"/>
                  </a:lnTo>
                  <a:lnTo>
                    <a:pt x="191900" y="120127"/>
                  </a:lnTo>
                  <a:lnTo>
                    <a:pt x="192603" y="119678"/>
                  </a:lnTo>
                  <a:lnTo>
                    <a:pt x="193569" y="119228"/>
                  </a:lnTo>
                  <a:lnTo>
                    <a:pt x="194360" y="118599"/>
                  </a:lnTo>
                  <a:lnTo>
                    <a:pt x="195063" y="117701"/>
                  </a:lnTo>
                  <a:lnTo>
                    <a:pt x="196117" y="116623"/>
                  </a:lnTo>
                  <a:lnTo>
                    <a:pt x="196820" y="116173"/>
                  </a:lnTo>
                  <a:lnTo>
                    <a:pt x="197787" y="115365"/>
                  </a:lnTo>
                  <a:lnTo>
                    <a:pt x="198753" y="114736"/>
                  </a:lnTo>
                  <a:lnTo>
                    <a:pt x="199193" y="114197"/>
                  </a:lnTo>
                  <a:lnTo>
                    <a:pt x="199720" y="113927"/>
                  </a:lnTo>
                  <a:lnTo>
                    <a:pt x="200423" y="113388"/>
                  </a:lnTo>
                  <a:lnTo>
                    <a:pt x="201302" y="112849"/>
                  </a:lnTo>
                  <a:lnTo>
                    <a:pt x="202268" y="112220"/>
                  </a:lnTo>
                  <a:lnTo>
                    <a:pt x="203059" y="111771"/>
                  </a:lnTo>
                  <a:lnTo>
                    <a:pt x="203674" y="111322"/>
                  </a:lnTo>
                  <a:lnTo>
                    <a:pt x="204728" y="110603"/>
                  </a:lnTo>
                  <a:lnTo>
                    <a:pt x="205607" y="110333"/>
                  </a:lnTo>
                  <a:lnTo>
                    <a:pt x="206222" y="110243"/>
                  </a:lnTo>
                  <a:lnTo>
                    <a:pt x="207101" y="110243"/>
                  </a:lnTo>
                  <a:lnTo>
                    <a:pt x="207628" y="109884"/>
                  </a:lnTo>
                  <a:lnTo>
                    <a:pt x="208243" y="108896"/>
                  </a:lnTo>
                  <a:lnTo>
                    <a:pt x="208770" y="107907"/>
                  </a:lnTo>
                  <a:lnTo>
                    <a:pt x="209473" y="107099"/>
                  </a:lnTo>
                  <a:lnTo>
                    <a:pt x="210088" y="106470"/>
                  </a:lnTo>
                  <a:lnTo>
                    <a:pt x="210879" y="105392"/>
                  </a:lnTo>
                  <a:lnTo>
                    <a:pt x="211406" y="104403"/>
                  </a:lnTo>
                  <a:lnTo>
                    <a:pt x="211582" y="103774"/>
                  </a:lnTo>
                  <a:lnTo>
                    <a:pt x="211494" y="102966"/>
                  </a:lnTo>
                  <a:lnTo>
                    <a:pt x="211406" y="102067"/>
                  </a:lnTo>
                  <a:lnTo>
                    <a:pt x="211318" y="101079"/>
                  </a:lnTo>
                  <a:lnTo>
                    <a:pt x="211406" y="100091"/>
                  </a:lnTo>
                  <a:lnTo>
                    <a:pt x="211230" y="98743"/>
                  </a:lnTo>
                  <a:lnTo>
                    <a:pt x="211318" y="97575"/>
                  </a:lnTo>
                  <a:lnTo>
                    <a:pt x="211143" y="96407"/>
                  </a:lnTo>
                  <a:lnTo>
                    <a:pt x="210879" y="94879"/>
                  </a:lnTo>
                  <a:lnTo>
                    <a:pt x="210527" y="93981"/>
                  </a:lnTo>
                  <a:lnTo>
                    <a:pt x="210440" y="92993"/>
                  </a:lnTo>
                  <a:lnTo>
                    <a:pt x="210440" y="91555"/>
                  </a:lnTo>
                  <a:lnTo>
                    <a:pt x="210615" y="89668"/>
                  </a:lnTo>
                  <a:lnTo>
                    <a:pt x="211055" y="88051"/>
                  </a:lnTo>
                  <a:lnTo>
                    <a:pt x="211143" y="85625"/>
                  </a:lnTo>
                  <a:lnTo>
                    <a:pt x="211670" y="84547"/>
                  </a:lnTo>
                  <a:lnTo>
                    <a:pt x="212373" y="83559"/>
                  </a:lnTo>
                  <a:lnTo>
                    <a:pt x="212988" y="81492"/>
                  </a:lnTo>
                  <a:lnTo>
                    <a:pt x="213251" y="79965"/>
                  </a:lnTo>
                  <a:lnTo>
                    <a:pt x="213427" y="78797"/>
                  </a:lnTo>
                  <a:lnTo>
                    <a:pt x="214130" y="77539"/>
                  </a:lnTo>
                  <a:lnTo>
                    <a:pt x="214833" y="76460"/>
                  </a:lnTo>
                  <a:lnTo>
                    <a:pt x="215097" y="76101"/>
                  </a:lnTo>
                  <a:lnTo>
                    <a:pt x="215448" y="75203"/>
                  </a:lnTo>
                  <a:lnTo>
                    <a:pt x="215624" y="73945"/>
                  </a:lnTo>
                  <a:lnTo>
                    <a:pt x="215799" y="72777"/>
                  </a:lnTo>
                  <a:lnTo>
                    <a:pt x="216151" y="71339"/>
                  </a:lnTo>
                  <a:lnTo>
                    <a:pt x="216151" y="70171"/>
                  </a:lnTo>
                  <a:lnTo>
                    <a:pt x="216239" y="69362"/>
                  </a:lnTo>
                  <a:lnTo>
                    <a:pt x="216678" y="67835"/>
                  </a:lnTo>
                  <a:lnTo>
                    <a:pt x="216942" y="66577"/>
                  </a:lnTo>
                  <a:lnTo>
                    <a:pt x="217293" y="65229"/>
                  </a:lnTo>
                  <a:lnTo>
                    <a:pt x="217908" y="63612"/>
                  </a:lnTo>
                  <a:lnTo>
                    <a:pt x="218787" y="61905"/>
                  </a:lnTo>
                  <a:lnTo>
                    <a:pt x="219402" y="60557"/>
                  </a:lnTo>
                  <a:lnTo>
                    <a:pt x="219753" y="59569"/>
                  </a:lnTo>
                  <a:lnTo>
                    <a:pt x="220632" y="58401"/>
                  </a:lnTo>
                  <a:lnTo>
                    <a:pt x="220720" y="58131"/>
                  </a:lnTo>
                  <a:lnTo>
                    <a:pt x="221511" y="56424"/>
                  </a:lnTo>
                  <a:lnTo>
                    <a:pt x="221950" y="54987"/>
                  </a:lnTo>
                  <a:lnTo>
                    <a:pt x="223180" y="53190"/>
                  </a:lnTo>
                  <a:lnTo>
                    <a:pt x="223707" y="52022"/>
                  </a:lnTo>
                  <a:lnTo>
                    <a:pt x="224147" y="50674"/>
                  </a:lnTo>
                  <a:lnTo>
                    <a:pt x="225025" y="49057"/>
                  </a:lnTo>
                  <a:lnTo>
                    <a:pt x="225728" y="47529"/>
                  </a:lnTo>
                  <a:lnTo>
                    <a:pt x="226256" y="46541"/>
                  </a:lnTo>
                  <a:lnTo>
                    <a:pt x="227222" y="45553"/>
                  </a:lnTo>
                  <a:lnTo>
                    <a:pt x="227837" y="45463"/>
                  </a:lnTo>
                  <a:lnTo>
                    <a:pt x="228804" y="44025"/>
                  </a:lnTo>
                  <a:lnTo>
                    <a:pt x="229331" y="43037"/>
                  </a:lnTo>
                  <a:lnTo>
                    <a:pt x="230297" y="41779"/>
                  </a:lnTo>
                  <a:lnTo>
                    <a:pt x="231264" y="41060"/>
                  </a:lnTo>
                  <a:lnTo>
                    <a:pt x="232406" y="40701"/>
                  </a:lnTo>
                  <a:lnTo>
                    <a:pt x="233636" y="40611"/>
                  </a:lnTo>
                  <a:lnTo>
                    <a:pt x="234603" y="40341"/>
                  </a:lnTo>
                  <a:lnTo>
                    <a:pt x="235745" y="39623"/>
                  </a:lnTo>
                  <a:lnTo>
                    <a:pt x="236448" y="39263"/>
                  </a:lnTo>
                  <a:lnTo>
                    <a:pt x="236975" y="39084"/>
                  </a:lnTo>
                  <a:lnTo>
                    <a:pt x="237590" y="38904"/>
                  </a:lnTo>
                  <a:lnTo>
                    <a:pt x="238381" y="38724"/>
                  </a:lnTo>
                  <a:lnTo>
                    <a:pt x="239260" y="38634"/>
                  </a:lnTo>
                  <a:lnTo>
                    <a:pt x="240402" y="38544"/>
                  </a:lnTo>
                  <a:lnTo>
                    <a:pt x="241369" y="38544"/>
                  </a:lnTo>
                  <a:lnTo>
                    <a:pt x="242950" y="37916"/>
                  </a:lnTo>
                  <a:lnTo>
                    <a:pt x="243829" y="37107"/>
                  </a:lnTo>
                  <a:lnTo>
                    <a:pt x="244708" y="36298"/>
                  </a:lnTo>
                  <a:lnTo>
                    <a:pt x="245674" y="35040"/>
                  </a:lnTo>
                  <a:lnTo>
                    <a:pt x="246553" y="33962"/>
                  </a:lnTo>
                  <a:lnTo>
                    <a:pt x="247168" y="32345"/>
                  </a:lnTo>
                  <a:lnTo>
                    <a:pt x="248134" y="30009"/>
                  </a:lnTo>
                  <a:lnTo>
                    <a:pt x="249189" y="26595"/>
                  </a:lnTo>
                  <a:lnTo>
                    <a:pt x="249716" y="25516"/>
                  </a:lnTo>
                  <a:lnTo>
                    <a:pt x="250946" y="22641"/>
                  </a:lnTo>
                  <a:lnTo>
                    <a:pt x="251298" y="21383"/>
                  </a:lnTo>
                  <a:lnTo>
                    <a:pt x="251473" y="20036"/>
                  </a:lnTo>
                  <a:lnTo>
                    <a:pt x="252352" y="18688"/>
                  </a:lnTo>
                  <a:lnTo>
                    <a:pt x="253318" y="17520"/>
                  </a:lnTo>
                  <a:lnTo>
                    <a:pt x="254197" y="15993"/>
                  </a:lnTo>
                  <a:lnTo>
                    <a:pt x="255252" y="13926"/>
                  </a:lnTo>
                  <a:lnTo>
                    <a:pt x="255954" y="12399"/>
                  </a:lnTo>
                  <a:lnTo>
                    <a:pt x="257536" y="10422"/>
                  </a:lnTo>
                  <a:lnTo>
                    <a:pt x="259469" y="8984"/>
                  </a:lnTo>
                  <a:lnTo>
                    <a:pt x="260699" y="7816"/>
                  </a:lnTo>
                  <a:lnTo>
                    <a:pt x="262808" y="6828"/>
                  </a:lnTo>
                  <a:lnTo>
                    <a:pt x="265180" y="5211"/>
                  </a:lnTo>
                  <a:lnTo>
                    <a:pt x="267026" y="3773"/>
                  </a:lnTo>
                  <a:lnTo>
                    <a:pt x="269134" y="2066"/>
                  </a:lnTo>
                  <a:lnTo>
                    <a:pt x="270013" y="988"/>
                  </a:lnTo>
                  <a:lnTo>
                    <a:pt x="271155" y="628"/>
                  </a:lnTo>
                  <a:lnTo>
                    <a:pt x="272473" y="89"/>
                  </a:lnTo>
                  <a:lnTo>
                    <a:pt x="275988" y="0"/>
                  </a:lnTo>
                  <a:lnTo>
                    <a:pt x="27844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252710" y="3654447"/>
              <a:ext cx="203322" cy="211862"/>
            </a:xfrm>
            <a:custGeom>
              <a:avLst/>
              <a:pathLst>
                <a:path w="203322" h="211862">
                  <a:moveTo>
                    <a:pt x="104209" y="179"/>
                  </a:moveTo>
                  <a:lnTo>
                    <a:pt x="104736" y="269"/>
                  </a:lnTo>
                  <a:lnTo>
                    <a:pt x="105527" y="449"/>
                  </a:lnTo>
                  <a:lnTo>
                    <a:pt x="105879" y="539"/>
                  </a:lnTo>
                  <a:lnTo>
                    <a:pt x="108690" y="2156"/>
                  </a:lnTo>
                  <a:lnTo>
                    <a:pt x="110360" y="3054"/>
                  </a:lnTo>
                  <a:lnTo>
                    <a:pt x="110272" y="3593"/>
                  </a:lnTo>
                  <a:lnTo>
                    <a:pt x="110008" y="6828"/>
                  </a:lnTo>
                  <a:lnTo>
                    <a:pt x="109481" y="11500"/>
                  </a:lnTo>
                  <a:lnTo>
                    <a:pt x="109481" y="11859"/>
                  </a:lnTo>
                  <a:lnTo>
                    <a:pt x="108866" y="17610"/>
                  </a:lnTo>
                  <a:lnTo>
                    <a:pt x="108866" y="17879"/>
                  </a:lnTo>
                  <a:lnTo>
                    <a:pt x="108515" y="21294"/>
                  </a:lnTo>
                  <a:lnTo>
                    <a:pt x="108427" y="21833"/>
                  </a:lnTo>
                  <a:lnTo>
                    <a:pt x="107812" y="28122"/>
                  </a:lnTo>
                  <a:lnTo>
                    <a:pt x="107724" y="28481"/>
                  </a:lnTo>
                  <a:lnTo>
                    <a:pt x="110975" y="28751"/>
                  </a:lnTo>
                  <a:lnTo>
                    <a:pt x="115895" y="29290"/>
                  </a:lnTo>
                  <a:lnTo>
                    <a:pt x="116423" y="29290"/>
                  </a:lnTo>
                  <a:lnTo>
                    <a:pt x="116686" y="29290"/>
                  </a:lnTo>
                  <a:lnTo>
                    <a:pt x="117125" y="29380"/>
                  </a:lnTo>
                  <a:lnTo>
                    <a:pt x="121782" y="29470"/>
                  </a:lnTo>
                  <a:lnTo>
                    <a:pt x="139707" y="30728"/>
                  </a:lnTo>
                  <a:lnTo>
                    <a:pt x="143310" y="31087"/>
                  </a:lnTo>
                  <a:lnTo>
                    <a:pt x="160971" y="32884"/>
                  </a:lnTo>
                  <a:lnTo>
                    <a:pt x="169933" y="33872"/>
                  </a:lnTo>
                  <a:lnTo>
                    <a:pt x="173975" y="33962"/>
                  </a:lnTo>
                  <a:lnTo>
                    <a:pt x="183728" y="33513"/>
                  </a:lnTo>
                  <a:lnTo>
                    <a:pt x="192866" y="33154"/>
                  </a:lnTo>
                  <a:lnTo>
                    <a:pt x="194184" y="33154"/>
                  </a:lnTo>
                  <a:lnTo>
                    <a:pt x="198138" y="32794"/>
                  </a:lnTo>
                  <a:lnTo>
                    <a:pt x="201214" y="32345"/>
                  </a:lnTo>
                  <a:lnTo>
                    <a:pt x="201741" y="32255"/>
                  </a:lnTo>
                  <a:lnTo>
                    <a:pt x="203322" y="32075"/>
                  </a:lnTo>
                  <a:lnTo>
                    <a:pt x="199368" y="48697"/>
                  </a:lnTo>
                  <a:lnTo>
                    <a:pt x="196645" y="60288"/>
                  </a:lnTo>
                  <a:lnTo>
                    <a:pt x="194799" y="68105"/>
                  </a:lnTo>
                  <a:lnTo>
                    <a:pt x="194624" y="68734"/>
                  </a:lnTo>
                  <a:lnTo>
                    <a:pt x="193745" y="72687"/>
                  </a:lnTo>
                  <a:lnTo>
                    <a:pt x="191812" y="80773"/>
                  </a:lnTo>
                  <a:lnTo>
                    <a:pt x="189879" y="88949"/>
                  </a:lnTo>
                  <a:lnTo>
                    <a:pt x="189703" y="89668"/>
                  </a:lnTo>
                  <a:lnTo>
                    <a:pt x="188824" y="93711"/>
                  </a:lnTo>
                  <a:lnTo>
                    <a:pt x="188561" y="94790"/>
                  </a:lnTo>
                  <a:lnTo>
                    <a:pt x="188473" y="96407"/>
                  </a:lnTo>
                  <a:lnTo>
                    <a:pt x="188473" y="97934"/>
                  </a:lnTo>
                  <a:lnTo>
                    <a:pt x="189000" y="99462"/>
                  </a:lnTo>
                  <a:lnTo>
                    <a:pt x="189176" y="99821"/>
                  </a:lnTo>
                  <a:lnTo>
                    <a:pt x="190933" y="104403"/>
                  </a:lnTo>
                  <a:lnTo>
                    <a:pt x="192778" y="109435"/>
                  </a:lnTo>
                  <a:lnTo>
                    <a:pt x="194887" y="113568"/>
                  </a:lnTo>
                  <a:lnTo>
                    <a:pt x="196469" y="115365"/>
                  </a:lnTo>
                  <a:lnTo>
                    <a:pt x="196820" y="115904"/>
                  </a:lnTo>
                  <a:lnTo>
                    <a:pt x="196996" y="115994"/>
                  </a:lnTo>
                  <a:lnTo>
                    <a:pt x="197172" y="116173"/>
                  </a:lnTo>
                  <a:lnTo>
                    <a:pt x="198402" y="117072"/>
                  </a:lnTo>
                  <a:lnTo>
                    <a:pt x="199193" y="117611"/>
                  </a:lnTo>
                  <a:lnTo>
                    <a:pt x="197787" y="118150"/>
                  </a:lnTo>
                  <a:lnTo>
                    <a:pt x="197260" y="118150"/>
                  </a:lnTo>
                  <a:lnTo>
                    <a:pt x="193130" y="118060"/>
                  </a:lnTo>
                  <a:lnTo>
                    <a:pt x="188034" y="117881"/>
                  </a:lnTo>
                  <a:lnTo>
                    <a:pt x="187594" y="117881"/>
                  </a:lnTo>
                  <a:lnTo>
                    <a:pt x="187419" y="117881"/>
                  </a:lnTo>
                  <a:lnTo>
                    <a:pt x="183992" y="117701"/>
                  </a:lnTo>
                  <a:lnTo>
                    <a:pt x="183728" y="117701"/>
                  </a:lnTo>
                  <a:lnTo>
                    <a:pt x="183552" y="117791"/>
                  </a:lnTo>
                  <a:lnTo>
                    <a:pt x="182674" y="117701"/>
                  </a:lnTo>
                  <a:lnTo>
                    <a:pt x="179247" y="118060"/>
                  </a:lnTo>
                  <a:lnTo>
                    <a:pt x="175732" y="118510"/>
                  </a:lnTo>
                  <a:lnTo>
                    <a:pt x="173624" y="119138"/>
                  </a:lnTo>
                  <a:lnTo>
                    <a:pt x="172481" y="119588"/>
                  </a:lnTo>
                  <a:lnTo>
                    <a:pt x="171691" y="120307"/>
                  </a:lnTo>
                  <a:lnTo>
                    <a:pt x="170988" y="121295"/>
                  </a:lnTo>
                  <a:lnTo>
                    <a:pt x="170460" y="122463"/>
                  </a:lnTo>
                  <a:lnTo>
                    <a:pt x="170197" y="123361"/>
                  </a:lnTo>
                  <a:lnTo>
                    <a:pt x="169845" y="125608"/>
                  </a:lnTo>
                  <a:lnTo>
                    <a:pt x="169933" y="126416"/>
                  </a:lnTo>
                  <a:lnTo>
                    <a:pt x="170285" y="127674"/>
                  </a:lnTo>
                  <a:lnTo>
                    <a:pt x="171427" y="129291"/>
                  </a:lnTo>
                  <a:lnTo>
                    <a:pt x="170109" y="130639"/>
                  </a:lnTo>
                  <a:lnTo>
                    <a:pt x="171427" y="133694"/>
                  </a:lnTo>
                  <a:lnTo>
                    <a:pt x="171603" y="134053"/>
                  </a:lnTo>
                  <a:lnTo>
                    <a:pt x="171866" y="134413"/>
                  </a:lnTo>
                  <a:lnTo>
                    <a:pt x="180917" y="146003"/>
                  </a:lnTo>
                  <a:lnTo>
                    <a:pt x="202620" y="174575"/>
                  </a:lnTo>
                  <a:lnTo>
                    <a:pt x="198929" y="177450"/>
                  </a:lnTo>
                  <a:lnTo>
                    <a:pt x="182410" y="190748"/>
                  </a:lnTo>
                  <a:lnTo>
                    <a:pt x="181004" y="190927"/>
                  </a:lnTo>
                  <a:lnTo>
                    <a:pt x="180829" y="191017"/>
                  </a:lnTo>
                  <a:lnTo>
                    <a:pt x="177578" y="190927"/>
                  </a:lnTo>
                  <a:lnTo>
                    <a:pt x="172921" y="190838"/>
                  </a:lnTo>
                  <a:lnTo>
                    <a:pt x="172569" y="190838"/>
                  </a:lnTo>
                  <a:lnTo>
                    <a:pt x="171954" y="190838"/>
                  </a:lnTo>
                  <a:lnTo>
                    <a:pt x="171603" y="190838"/>
                  </a:lnTo>
                  <a:lnTo>
                    <a:pt x="170460" y="190748"/>
                  </a:lnTo>
                  <a:lnTo>
                    <a:pt x="170109" y="190748"/>
                  </a:lnTo>
                  <a:lnTo>
                    <a:pt x="167912" y="190748"/>
                  </a:lnTo>
                  <a:lnTo>
                    <a:pt x="165979" y="190658"/>
                  </a:lnTo>
                  <a:lnTo>
                    <a:pt x="161586" y="190568"/>
                  </a:lnTo>
                  <a:lnTo>
                    <a:pt x="158247" y="190568"/>
                  </a:lnTo>
                  <a:lnTo>
                    <a:pt x="157895" y="190568"/>
                  </a:lnTo>
                  <a:lnTo>
                    <a:pt x="157720" y="190568"/>
                  </a:lnTo>
                  <a:lnTo>
                    <a:pt x="157544" y="190568"/>
                  </a:lnTo>
                  <a:lnTo>
                    <a:pt x="157368" y="190568"/>
                  </a:lnTo>
                  <a:lnTo>
                    <a:pt x="157193" y="190568"/>
                  </a:lnTo>
                  <a:lnTo>
                    <a:pt x="156753" y="190478"/>
                  </a:lnTo>
                  <a:lnTo>
                    <a:pt x="154117" y="190478"/>
                  </a:lnTo>
                  <a:lnTo>
                    <a:pt x="153414" y="188681"/>
                  </a:lnTo>
                  <a:lnTo>
                    <a:pt x="152887" y="187693"/>
                  </a:lnTo>
                  <a:lnTo>
                    <a:pt x="150251" y="189669"/>
                  </a:lnTo>
                  <a:lnTo>
                    <a:pt x="149636" y="189939"/>
                  </a:lnTo>
                  <a:lnTo>
                    <a:pt x="148670" y="190029"/>
                  </a:lnTo>
                  <a:lnTo>
                    <a:pt x="147615" y="183919"/>
                  </a:lnTo>
                  <a:lnTo>
                    <a:pt x="146649" y="184458"/>
                  </a:lnTo>
                  <a:lnTo>
                    <a:pt x="146034" y="184638"/>
                  </a:lnTo>
                  <a:lnTo>
                    <a:pt x="143046" y="185626"/>
                  </a:lnTo>
                  <a:lnTo>
                    <a:pt x="135314" y="187423"/>
                  </a:lnTo>
                  <a:lnTo>
                    <a:pt x="133908" y="187693"/>
                  </a:lnTo>
                  <a:lnTo>
                    <a:pt x="131623" y="188322"/>
                  </a:lnTo>
                  <a:lnTo>
                    <a:pt x="128548" y="189220"/>
                  </a:lnTo>
                  <a:lnTo>
                    <a:pt x="127669" y="189580"/>
                  </a:lnTo>
                  <a:lnTo>
                    <a:pt x="127494" y="189669"/>
                  </a:lnTo>
                  <a:lnTo>
                    <a:pt x="124770" y="191017"/>
                  </a:lnTo>
                  <a:lnTo>
                    <a:pt x="123364" y="191736"/>
                  </a:lnTo>
                  <a:lnTo>
                    <a:pt x="123188" y="191916"/>
                  </a:lnTo>
                  <a:lnTo>
                    <a:pt x="123013" y="192006"/>
                  </a:lnTo>
                  <a:lnTo>
                    <a:pt x="122485" y="192275"/>
                  </a:lnTo>
                  <a:lnTo>
                    <a:pt x="120113" y="193802"/>
                  </a:lnTo>
                  <a:lnTo>
                    <a:pt x="119761" y="194072"/>
                  </a:lnTo>
                  <a:lnTo>
                    <a:pt x="118531" y="194791"/>
                  </a:lnTo>
                  <a:lnTo>
                    <a:pt x="117301" y="195599"/>
                  </a:lnTo>
                  <a:lnTo>
                    <a:pt x="116686" y="195959"/>
                  </a:lnTo>
                  <a:lnTo>
                    <a:pt x="115544" y="196678"/>
                  </a:lnTo>
                  <a:lnTo>
                    <a:pt x="114753" y="197307"/>
                  </a:lnTo>
                  <a:lnTo>
                    <a:pt x="112908" y="198475"/>
                  </a:lnTo>
                  <a:lnTo>
                    <a:pt x="112293" y="198924"/>
                  </a:lnTo>
                  <a:lnTo>
                    <a:pt x="109393" y="200901"/>
                  </a:lnTo>
                  <a:lnTo>
                    <a:pt x="106669" y="202428"/>
                  </a:lnTo>
                  <a:lnTo>
                    <a:pt x="103506" y="203866"/>
                  </a:lnTo>
                  <a:lnTo>
                    <a:pt x="98849" y="205662"/>
                  </a:lnTo>
                  <a:lnTo>
                    <a:pt x="96828" y="205932"/>
                  </a:lnTo>
                  <a:lnTo>
                    <a:pt x="96565" y="206022"/>
                  </a:lnTo>
                  <a:lnTo>
                    <a:pt x="94544" y="206291"/>
                  </a:lnTo>
                  <a:lnTo>
                    <a:pt x="91556" y="206741"/>
                  </a:lnTo>
                  <a:lnTo>
                    <a:pt x="90678" y="206831"/>
                  </a:lnTo>
                  <a:lnTo>
                    <a:pt x="84439" y="207729"/>
                  </a:lnTo>
                  <a:lnTo>
                    <a:pt x="83824" y="207819"/>
                  </a:lnTo>
                  <a:lnTo>
                    <a:pt x="71699" y="209436"/>
                  </a:lnTo>
                  <a:lnTo>
                    <a:pt x="68887" y="209885"/>
                  </a:lnTo>
                  <a:lnTo>
                    <a:pt x="68272" y="209975"/>
                  </a:lnTo>
                  <a:lnTo>
                    <a:pt x="59661" y="211143"/>
                  </a:lnTo>
                  <a:lnTo>
                    <a:pt x="54652" y="211862"/>
                  </a:lnTo>
                  <a:lnTo>
                    <a:pt x="54652" y="211413"/>
                  </a:lnTo>
                  <a:lnTo>
                    <a:pt x="54652" y="210964"/>
                  </a:lnTo>
                  <a:lnTo>
                    <a:pt x="54477" y="207729"/>
                  </a:lnTo>
                  <a:lnTo>
                    <a:pt x="54389" y="206920"/>
                  </a:lnTo>
                  <a:lnTo>
                    <a:pt x="54301" y="206381"/>
                  </a:lnTo>
                  <a:lnTo>
                    <a:pt x="54213" y="205932"/>
                  </a:lnTo>
                  <a:lnTo>
                    <a:pt x="54213" y="205752"/>
                  </a:lnTo>
                  <a:lnTo>
                    <a:pt x="54037" y="205123"/>
                  </a:lnTo>
                  <a:lnTo>
                    <a:pt x="53774" y="203776"/>
                  </a:lnTo>
                  <a:lnTo>
                    <a:pt x="53247" y="201529"/>
                  </a:lnTo>
                  <a:lnTo>
                    <a:pt x="53159" y="201170"/>
                  </a:lnTo>
                  <a:lnTo>
                    <a:pt x="52807" y="200092"/>
                  </a:lnTo>
                  <a:lnTo>
                    <a:pt x="52368" y="199014"/>
                  </a:lnTo>
                  <a:lnTo>
                    <a:pt x="51577" y="196947"/>
                  </a:lnTo>
                  <a:lnTo>
                    <a:pt x="51226" y="196408"/>
                  </a:lnTo>
                  <a:lnTo>
                    <a:pt x="49908" y="194162"/>
                  </a:lnTo>
                  <a:lnTo>
                    <a:pt x="48502" y="191556"/>
                  </a:lnTo>
                  <a:lnTo>
                    <a:pt x="47711" y="190568"/>
                  </a:lnTo>
                  <a:lnTo>
                    <a:pt x="45778" y="188322"/>
                  </a:lnTo>
                  <a:lnTo>
                    <a:pt x="45251" y="187513"/>
                  </a:lnTo>
                  <a:lnTo>
                    <a:pt x="44548" y="186974"/>
                  </a:lnTo>
                  <a:lnTo>
                    <a:pt x="41033" y="184189"/>
                  </a:lnTo>
                  <a:lnTo>
                    <a:pt x="38134" y="182392"/>
                  </a:lnTo>
                  <a:lnTo>
                    <a:pt x="36552" y="181673"/>
                  </a:lnTo>
                  <a:lnTo>
                    <a:pt x="33301" y="180325"/>
                  </a:lnTo>
                  <a:lnTo>
                    <a:pt x="32334" y="179876"/>
                  </a:lnTo>
                  <a:lnTo>
                    <a:pt x="31456" y="179696"/>
                  </a:lnTo>
                  <a:lnTo>
                    <a:pt x="29083" y="179067"/>
                  </a:lnTo>
                  <a:lnTo>
                    <a:pt x="28292" y="178888"/>
                  </a:lnTo>
                  <a:lnTo>
                    <a:pt x="25832" y="178259"/>
                  </a:lnTo>
                  <a:lnTo>
                    <a:pt x="23987" y="177720"/>
                  </a:lnTo>
                  <a:lnTo>
                    <a:pt x="23460" y="177540"/>
                  </a:lnTo>
                  <a:lnTo>
                    <a:pt x="15991" y="175473"/>
                  </a:lnTo>
                  <a:lnTo>
                    <a:pt x="15288" y="175204"/>
                  </a:lnTo>
                  <a:lnTo>
                    <a:pt x="12389" y="173946"/>
                  </a:lnTo>
                  <a:lnTo>
                    <a:pt x="12125" y="173766"/>
                  </a:lnTo>
                  <a:lnTo>
                    <a:pt x="10719" y="172958"/>
                  </a:lnTo>
                  <a:lnTo>
                    <a:pt x="10016" y="172598"/>
                  </a:lnTo>
                  <a:lnTo>
                    <a:pt x="7820" y="170981"/>
                  </a:lnTo>
                  <a:lnTo>
                    <a:pt x="6502" y="169543"/>
                  </a:lnTo>
                  <a:lnTo>
                    <a:pt x="6150" y="169274"/>
                  </a:lnTo>
                  <a:lnTo>
                    <a:pt x="4217" y="167207"/>
                  </a:lnTo>
                  <a:lnTo>
                    <a:pt x="2723" y="165051"/>
                  </a:lnTo>
                  <a:lnTo>
                    <a:pt x="966" y="161277"/>
                  </a:lnTo>
                  <a:lnTo>
                    <a:pt x="87" y="159301"/>
                  </a:lnTo>
                  <a:lnTo>
                    <a:pt x="87" y="159121"/>
                  </a:lnTo>
                  <a:lnTo>
                    <a:pt x="0" y="158851"/>
                  </a:lnTo>
                  <a:lnTo>
                    <a:pt x="263" y="158402"/>
                  </a:lnTo>
                  <a:lnTo>
                    <a:pt x="790" y="157055"/>
                  </a:lnTo>
                  <a:lnTo>
                    <a:pt x="966" y="156695"/>
                  </a:lnTo>
                  <a:lnTo>
                    <a:pt x="1317" y="154359"/>
                  </a:lnTo>
                  <a:lnTo>
                    <a:pt x="1757" y="151843"/>
                  </a:lnTo>
                  <a:lnTo>
                    <a:pt x="2196" y="149238"/>
                  </a:lnTo>
                  <a:lnTo>
                    <a:pt x="2372" y="148429"/>
                  </a:lnTo>
                  <a:lnTo>
                    <a:pt x="2811" y="147261"/>
                  </a:lnTo>
                  <a:lnTo>
                    <a:pt x="3075" y="146812"/>
                  </a:lnTo>
                  <a:lnTo>
                    <a:pt x="4129" y="145374"/>
                  </a:lnTo>
                  <a:lnTo>
                    <a:pt x="6238" y="141870"/>
                  </a:lnTo>
                  <a:lnTo>
                    <a:pt x="6853" y="141151"/>
                  </a:lnTo>
                  <a:lnTo>
                    <a:pt x="7380" y="140433"/>
                  </a:lnTo>
                  <a:lnTo>
                    <a:pt x="7907" y="140073"/>
                  </a:lnTo>
                  <a:lnTo>
                    <a:pt x="13004" y="135760"/>
                  </a:lnTo>
                  <a:lnTo>
                    <a:pt x="18451" y="131987"/>
                  </a:lnTo>
                  <a:lnTo>
                    <a:pt x="21790" y="129651"/>
                  </a:lnTo>
                  <a:lnTo>
                    <a:pt x="27062" y="126506"/>
                  </a:lnTo>
                  <a:lnTo>
                    <a:pt x="35058" y="121834"/>
                  </a:lnTo>
                  <a:lnTo>
                    <a:pt x="41033" y="118330"/>
                  </a:lnTo>
                  <a:lnTo>
                    <a:pt x="41560" y="118060"/>
                  </a:lnTo>
                  <a:lnTo>
                    <a:pt x="41824" y="117881"/>
                  </a:lnTo>
                  <a:lnTo>
                    <a:pt x="42966" y="117162"/>
                  </a:lnTo>
                  <a:lnTo>
                    <a:pt x="43757" y="116713"/>
                  </a:lnTo>
                  <a:lnTo>
                    <a:pt x="44987" y="115994"/>
                  </a:lnTo>
                  <a:lnTo>
                    <a:pt x="52104" y="111861"/>
                  </a:lnTo>
                  <a:lnTo>
                    <a:pt x="53862" y="110872"/>
                  </a:lnTo>
                  <a:lnTo>
                    <a:pt x="55443" y="109884"/>
                  </a:lnTo>
                  <a:lnTo>
                    <a:pt x="57376" y="108806"/>
                  </a:lnTo>
                  <a:lnTo>
                    <a:pt x="60188" y="107099"/>
                  </a:lnTo>
                  <a:lnTo>
                    <a:pt x="62912" y="105571"/>
                  </a:lnTo>
                  <a:lnTo>
                    <a:pt x="65021" y="104313"/>
                  </a:lnTo>
                  <a:lnTo>
                    <a:pt x="65196" y="104224"/>
                  </a:lnTo>
                  <a:lnTo>
                    <a:pt x="65987" y="103774"/>
                  </a:lnTo>
                  <a:lnTo>
                    <a:pt x="86987" y="91465"/>
                  </a:lnTo>
                  <a:lnTo>
                    <a:pt x="92874" y="88141"/>
                  </a:lnTo>
                  <a:lnTo>
                    <a:pt x="105703" y="80594"/>
                  </a:lnTo>
                  <a:lnTo>
                    <a:pt x="110360" y="77898"/>
                  </a:lnTo>
                  <a:lnTo>
                    <a:pt x="111063" y="77449"/>
                  </a:lnTo>
                  <a:lnTo>
                    <a:pt x="123540" y="70171"/>
                  </a:lnTo>
                  <a:lnTo>
                    <a:pt x="115632" y="59839"/>
                  </a:lnTo>
                  <a:lnTo>
                    <a:pt x="110623" y="53369"/>
                  </a:lnTo>
                  <a:lnTo>
                    <a:pt x="104736" y="45553"/>
                  </a:lnTo>
                  <a:lnTo>
                    <a:pt x="99640" y="38904"/>
                  </a:lnTo>
                  <a:lnTo>
                    <a:pt x="96038" y="34142"/>
                  </a:lnTo>
                  <a:lnTo>
                    <a:pt x="95071" y="32794"/>
                  </a:lnTo>
                  <a:lnTo>
                    <a:pt x="91996" y="27493"/>
                  </a:lnTo>
                  <a:lnTo>
                    <a:pt x="91644" y="26864"/>
                  </a:lnTo>
                  <a:lnTo>
                    <a:pt x="90326" y="26595"/>
                  </a:lnTo>
                  <a:lnTo>
                    <a:pt x="88657" y="26325"/>
                  </a:lnTo>
                  <a:lnTo>
                    <a:pt x="86021" y="25786"/>
                  </a:lnTo>
                  <a:lnTo>
                    <a:pt x="83912" y="25516"/>
                  </a:lnTo>
                  <a:lnTo>
                    <a:pt x="81803" y="25247"/>
                  </a:lnTo>
                  <a:lnTo>
                    <a:pt x="79694" y="24888"/>
                  </a:lnTo>
                  <a:lnTo>
                    <a:pt x="75477" y="23809"/>
                  </a:lnTo>
                  <a:lnTo>
                    <a:pt x="75301" y="23719"/>
                  </a:lnTo>
                  <a:lnTo>
                    <a:pt x="69853" y="21473"/>
                  </a:lnTo>
                  <a:lnTo>
                    <a:pt x="69678" y="21473"/>
                  </a:lnTo>
                  <a:lnTo>
                    <a:pt x="67569" y="20665"/>
                  </a:lnTo>
                  <a:lnTo>
                    <a:pt x="65724" y="19946"/>
                  </a:lnTo>
                  <a:lnTo>
                    <a:pt x="62912" y="18688"/>
                  </a:lnTo>
                  <a:lnTo>
                    <a:pt x="63703" y="16172"/>
                  </a:lnTo>
                  <a:lnTo>
                    <a:pt x="65636" y="9613"/>
                  </a:lnTo>
                  <a:lnTo>
                    <a:pt x="72314" y="11500"/>
                  </a:lnTo>
                  <a:lnTo>
                    <a:pt x="75037" y="12129"/>
                  </a:lnTo>
                  <a:lnTo>
                    <a:pt x="75477" y="10602"/>
                  </a:lnTo>
                  <a:lnTo>
                    <a:pt x="76092" y="10691"/>
                  </a:lnTo>
                  <a:lnTo>
                    <a:pt x="77410" y="10961"/>
                  </a:lnTo>
                  <a:lnTo>
                    <a:pt x="79958" y="11141"/>
                  </a:lnTo>
                  <a:lnTo>
                    <a:pt x="81100" y="11141"/>
                  </a:lnTo>
                  <a:lnTo>
                    <a:pt x="84878" y="10242"/>
                  </a:lnTo>
                  <a:lnTo>
                    <a:pt x="90941" y="8805"/>
                  </a:lnTo>
                  <a:lnTo>
                    <a:pt x="91381" y="4761"/>
                  </a:lnTo>
                  <a:lnTo>
                    <a:pt x="91908" y="988"/>
                  </a:lnTo>
                  <a:lnTo>
                    <a:pt x="92084" y="628"/>
                  </a:lnTo>
                  <a:lnTo>
                    <a:pt x="92611" y="718"/>
                  </a:lnTo>
                  <a:lnTo>
                    <a:pt x="93665" y="628"/>
                  </a:lnTo>
                  <a:lnTo>
                    <a:pt x="96565" y="359"/>
                  </a:lnTo>
                  <a:lnTo>
                    <a:pt x="99113" y="89"/>
                  </a:lnTo>
                  <a:lnTo>
                    <a:pt x="100167" y="0"/>
                  </a:lnTo>
                  <a:lnTo>
                    <a:pt x="101925" y="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767880" y="3177442"/>
              <a:ext cx="193903" cy="283561"/>
            </a:xfrm>
            <a:custGeom>
              <a:avLst/>
              <a:pathLst>
                <a:path w="193903" h="283561">
                  <a:moveTo>
                    <a:pt x="1300" y="16352"/>
                  </a:moveTo>
                  <a:lnTo>
                    <a:pt x="5518" y="15004"/>
                  </a:lnTo>
                  <a:lnTo>
                    <a:pt x="8593" y="14106"/>
                  </a:lnTo>
                  <a:lnTo>
                    <a:pt x="8856" y="14106"/>
                  </a:lnTo>
                  <a:lnTo>
                    <a:pt x="11668" y="13477"/>
                  </a:lnTo>
                  <a:lnTo>
                    <a:pt x="13865" y="13117"/>
                  </a:lnTo>
                  <a:lnTo>
                    <a:pt x="15359" y="12848"/>
                  </a:lnTo>
                  <a:lnTo>
                    <a:pt x="24936" y="11500"/>
                  </a:lnTo>
                  <a:lnTo>
                    <a:pt x="27923" y="11051"/>
                  </a:lnTo>
                  <a:lnTo>
                    <a:pt x="34074" y="10152"/>
                  </a:lnTo>
                  <a:lnTo>
                    <a:pt x="37149" y="9613"/>
                  </a:lnTo>
                  <a:lnTo>
                    <a:pt x="54108" y="7098"/>
                  </a:lnTo>
                  <a:lnTo>
                    <a:pt x="60083" y="6289"/>
                  </a:lnTo>
                  <a:lnTo>
                    <a:pt x="67991" y="5121"/>
                  </a:lnTo>
                  <a:lnTo>
                    <a:pt x="72120" y="4492"/>
                  </a:lnTo>
                  <a:lnTo>
                    <a:pt x="74317" y="4222"/>
                  </a:lnTo>
                  <a:lnTo>
                    <a:pt x="89957" y="1886"/>
                  </a:lnTo>
                  <a:lnTo>
                    <a:pt x="96020" y="1078"/>
                  </a:lnTo>
                  <a:lnTo>
                    <a:pt x="103137" y="0"/>
                  </a:lnTo>
                  <a:lnTo>
                    <a:pt x="104455" y="6019"/>
                  </a:lnTo>
                  <a:lnTo>
                    <a:pt x="108673" y="25696"/>
                  </a:lnTo>
                  <a:lnTo>
                    <a:pt x="109815" y="30818"/>
                  </a:lnTo>
                  <a:lnTo>
                    <a:pt x="109991" y="31626"/>
                  </a:lnTo>
                  <a:lnTo>
                    <a:pt x="110079" y="32255"/>
                  </a:lnTo>
                  <a:lnTo>
                    <a:pt x="115614" y="56424"/>
                  </a:lnTo>
                  <a:lnTo>
                    <a:pt x="122380" y="87781"/>
                  </a:lnTo>
                  <a:lnTo>
                    <a:pt x="123786" y="94250"/>
                  </a:lnTo>
                  <a:lnTo>
                    <a:pt x="124401" y="96946"/>
                  </a:lnTo>
                  <a:lnTo>
                    <a:pt x="124489" y="98473"/>
                  </a:lnTo>
                  <a:lnTo>
                    <a:pt x="127476" y="115275"/>
                  </a:lnTo>
                  <a:lnTo>
                    <a:pt x="129233" y="125338"/>
                  </a:lnTo>
                  <a:lnTo>
                    <a:pt x="129761" y="128123"/>
                  </a:lnTo>
                  <a:lnTo>
                    <a:pt x="130024" y="129830"/>
                  </a:lnTo>
                  <a:lnTo>
                    <a:pt x="130639" y="132975"/>
                  </a:lnTo>
                  <a:lnTo>
                    <a:pt x="131254" y="135221"/>
                  </a:lnTo>
                  <a:lnTo>
                    <a:pt x="132133" y="137378"/>
                  </a:lnTo>
                  <a:lnTo>
                    <a:pt x="134066" y="139804"/>
                  </a:lnTo>
                  <a:lnTo>
                    <a:pt x="134593" y="140433"/>
                  </a:lnTo>
                  <a:lnTo>
                    <a:pt x="135208" y="141241"/>
                  </a:lnTo>
                  <a:lnTo>
                    <a:pt x="135560" y="141690"/>
                  </a:lnTo>
                  <a:lnTo>
                    <a:pt x="136790" y="142589"/>
                  </a:lnTo>
                  <a:lnTo>
                    <a:pt x="137844" y="143308"/>
                  </a:lnTo>
                  <a:lnTo>
                    <a:pt x="138020" y="143487"/>
                  </a:lnTo>
                  <a:lnTo>
                    <a:pt x="138635" y="144116"/>
                  </a:lnTo>
                  <a:lnTo>
                    <a:pt x="141447" y="146722"/>
                  </a:lnTo>
                  <a:lnTo>
                    <a:pt x="141886" y="147171"/>
                  </a:lnTo>
                  <a:lnTo>
                    <a:pt x="142326" y="147531"/>
                  </a:lnTo>
                  <a:lnTo>
                    <a:pt x="143907" y="149058"/>
                  </a:lnTo>
                  <a:lnTo>
                    <a:pt x="148476" y="153281"/>
                  </a:lnTo>
                  <a:lnTo>
                    <a:pt x="148916" y="153640"/>
                  </a:lnTo>
                  <a:lnTo>
                    <a:pt x="150497" y="155168"/>
                  </a:lnTo>
                  <a:lnTo>
                    <a:pt x="151991" y="156515"/>
                  </a:lnTo>
                  <a:lnTo>
                    <a:pt x="157526" y="161727"/>
                  </a:lnTo>
                  <a:lnTo>
                    <a:pt x="158581" y="162715"/>
                  </a:lnTo>
                  <a:lnTo>
                    <a:pt x="159811" y="163793"/>
                  </a:lnTo>
                  <a:lnTo>
                    <a:pt x="163238" y="166938"/>
                  </a:lnTo>
                  <a:lnTo>
                    <a:pt x="165610" y="169184"/>
                  </a:lnTo>
                  <a:lnTo>
                    <a:pt x="167104" y="170532"/>
                  </a:lnTo>
                  <a:lnTo>
                    <a:pt x="168070" y="171520"/>
                  </a:lnTo>
                  <a:lnTo>
                    <a:pt x="174045" y="177091"/>
                  </a:lnTo>
                  <a:lnTo>
                    <a:pt x="174924" y="177899"/>
                  </a:lnTo>
                  <a:lnTo>
                    <a:pt x="178087" y="180864"/>
                  </a:lnTo>
                  <a:lnTo>
                    <a:pt x="179669" y="182392"/>
                  </a:lnTo>
                  <a:lnTo>
                    <a:pt x="181163" y="183739"/>
                  </a:lnTo>
                  <a:lnTo>
                    <a:pt x="182744" y="185177"/>
                  </a:lnTo>
                  <a:lnTo>
                    <a:pt x="183447" y="185806"/>
                  </a:lnTo>
                  <a:lnTo>
                    <a:pt x="185819" y="187423"/>
                  </a:lnTo>
                  <a:lnTo>
                    <a:pt x="186610" y="189130"/>
                  </a:lnTo>
                  <a:lnTo>
                    <a:pt x="186698" y="189669"/>
                  </a:lnTo>
                  <a:lnTo>
                    <a:pt x="186786" y="190478"/>
                  </a:lnTo>
                  <a:lnTo>
                    <a:pt x="186874" y="192545"/>
                  </a:lnTo>
                  <a:lnTo>
                    <a:pt x="186962" y="193174"/>
                  </a:lnTo>
                  <a:lnTo>
                    <a:pt x="187137" y="195150"/>
                  </a:lnTo>
                  <a:lnTo>
                    <a:pt x="187225" y="196139"/>
                  </a:lnTo>
                  <a:lnTo>
                    <a:pt x="187225" y="196857"/>
                  </a:lnTo>
                  <a:lnTo>
                    <a:pt x="187401" y="198295"/>
                  </a:lnTo>
                  <a:lnTo>
                    <a:pt x="187401" y="198564"/>
                  </a:lnTo>
                  <a:lnTo>
                    <a:pt x="187401" y="198834"/>
                  </a:lnTo>
                  <a:lnTo>
                    <a:pt x="187840" y="203866"/>
                  </a:lnTo>
                  <a:lnTo>
                    <a:pt x="188016" y="206831"/>
                  </a:lnTo>
                  <a:lnTo>
                    <a:pt x="188104" y="207370"/>
                  </a:lnTo>
                  <a:lnTo>
                    <a:pt x="188192" y="208448"/>
                  </a:lnTo>
                  <a:lnTo>
                    <a:pt x="188455" y="212042"/>
                  </a:lnTo>
                  <a:lnTo>
                    <a:pt x="188543" y="212401"/>
                  </a:lnTo>
                  <a:lnTo>
                    <a:pt x="188631" y="213659"/>
                  </a:lnTo>
                  <a:lnTo>
                    <a:pt x="188719" y="215366"/>
                  </a:lnTo>
                  <a:lnTo>
                    <a:pt x="188895" y="216894"/>
                  </a:lnTo>
                  <a:lnTo>
                    <a:pt x="189158" y="220667"/>
                  </a:lnTo>
                  <a:lnTo>
                    <a:pt x="189246" y="221386"/>
                  </a:lnTo>
                  <a:lnTo>
                    <a:pt x="189422" y="224171"/>
                  </a:lnTo>
                  <a:lnTo>
                    <a:pt x="189598" y="226597"/>
                  </a:lnTo>
                  <a:lnTo>
                    <a:pt x="189686" y="227136"/>
                  </a:lnTo>
                  <a:lnTo>
                    <a:pt x="189861" y="229922"/>
                  </a:lnTo>
                  <a:lnTo>
                    <a:pt x="189949" y="230550"/>
                  </a:lnTo>
                  <a:lnTo>
                    <a:pt x="190125" y="232976"/>
                  </a:lnTo>
                  <a:lnTo>
                    <a:pt x="190301" y="234594"/>
                  </a:lnTo>
                  <a:lnTo>
                    <a:pt x="190389" y="235852"/>
                  </a:lnTo>
                  <a:lnTo>
                    <a:pt x="190476" y="237738"/>
                  </a:lnTo>
                  <a:lnTo>
                    <a:pt x="191004" y="244207"/>
                  </a:lnTo>
                  <a:lnTo>
                    <a:pt x="191091" y="244747"/>
                  </a:lnTo>
                  <a:lnTo>
                    <a:pt x="191179" y="246274"/>
                  </a:lnTo>
                  <a:lnTo>
                    <a:pt x="191355" y="247891"/>
                  </a:lnTo>
                  <a:lnTo>
                    <a:pt x="191355" y="248430"/>
                  </a:lnTo>
                  <a:lnTo>
                    <a:pt x="191355" y="248700"/>
                  </a:lnTo>
                  <a:lnTo>
                    <a:pt x="191443" y="249059"/>
                  </a:lnTo>
                  <a:lnTo>
                    <a:pt x="191531" y="249688"/>
                  </a:lnTo>
                  <a:lnTo>
                    <a:pt x="191794" y="253731"/>
                  </a:lnTo>
                  <a:lnTo>
                    <a:pt x="191882" y="254630"/>
                  </a:lnTo>
                  <a:lnTo>
                    <a:pt x="191882" y="254899"/>
                  </a:lnTo>
                  <a:lnTo>
                    <a:pt x="192058" y="256607"/>
                  </a:lnTo>
                  <a:lnTo>
                    <a:pt x="192322" y="260290"/>
                  </a:lnTo>
                  <a:lnTo>
                    <a:pt x="192409" y="261638"/>
                  </a:lnTo>
                  <a:lnTo>
                    <a:pt x="192585" y="263794"/>
                  </a:lnTo>
                  <a:lnTo>
                    <a:pt x="192673" y="264693"/>
                  </a:lnTo>
                  <a:lnTo>
                    <a:pt x="192761" y="265502"/>
                  </a:lnTo>
                  <a:lnTo>
                    <a:pt x="192937" y="267838"/>
                  </a:lnTo>
                  <a:lnTo>
                    <a:pt x="193112" y="270353"/>
                  </a:lnTo>
                  <a:lnTo>
                    <a:pt x="193288" y="272060"/>
                  </a:lnTo>
                  <a:lnTo>
                    <a:pt x="193376" y="273228"/>
                  </a:lnTo>
                  <a:lnTo>
                    <a:pt x="193376" y="273857"/>
                  </a:lnTo>
                  <a:lnTo>
                    <a:pt x="193552" y="275115"/>
                  </a:lnTo>
                  <a:lnTo>
                    <a:pt x="193552" y="275385"/>
                  </a:lnTo>
                  <a:lnTo>
                    <a:pt x="193552" y="275654"/>
                  </a:lnTo>
                  <a:lnTo>
                    <a:pt x="193640" y="276733"/>
                  </a:lnTo>
                  <a:lnTo>
                    <a:pt x="193727" y="277541"/>
                  </a:lnTo>
                  <a:lnTo>
                    <a:pt x="193815" y="278440"/>
                  </a:lnTo>
                  <a:lnTo>
                    <a:pt x="193815" y="279428"/>
                  </a:lnTo>
                  <a:lnTo>
                    <a:pt x="193815" y="281764"/>
                  </a:lnTo>
                  <a:lnTo>
                    <a:pt x="193903" y="282483"/>
                  </a:lnTo>
                  <a:lnTo>
                    <a:pt x="193288" y="282752"/>
                  </a:lnTo>
                  <a:lnTo>
                    <a:pt x="193112" y="282752"/>
                  </a:lnTo>
                  <a:lnTo>
                    <a:pt x="189686" y="282842"/>
                  </a:lnTo>
                  <a:lnTo>
                    <a:pt x="189510" y="282842"/>
                  </a:lnTo>
                  <a:lnTo>
                    <a:pt x="189158" y="282932"/>
                  </a:lnTo>
                  <a:lnTo>
                    <a:pt x="188983" y="282932"/>
                  </a:lnTo>
                  <a:lnTo>
                    <a:pt x="187928" y="282932"/>
                  </a:lnTo>
                  <a:lnTo>
                    <a:pt x="186347" y="283112"/>
                  </a:lnTo>
                  <a:lnTo>
                    <a:pt x="186171" y="283202"/>
                  </a:lnTo>
                  <a:lnTo>
                    <a:pt x="185907" y="283202"/>
                  </a:lnTo>
                  <a:lnTo>
                    <a:pt x="183535" y="283561"/>
                  </a:lnTo>
                  <a:lnTo>
                    <a:pt x="183183" y="283561"/>
                  </a:lnTo>
                  <a:lnTo>
                    <a:pt x="181075" y="283471"/>
                  </a:lnTo>
                  <a:lnTo>
                    <a:pt x="179932" y="283022"/>
                  </a:lnTo>
                  <a:lnTo>
                    <a:pt x="179405" y="282932"/>
                  </a:lnTo>
                  <a:lnTo>
                    <a:pt x="179142" y="282842"/>
                  </a:lnTo>
                  <a:lnTo>
                    <a:pt x="178351" y="282573"/>
                  </a:lnTo>
                  <a:lnTo>
                    <a:pt x="176769" y="282123"/>
                  </a:lnTo>
                  <a:lnTo>
                    <a:pt x="175363" y="281584"/>
                  </a:lnTo>
                  <a:lnTo>
                    <a:pt x="175100" y="281495"/>
                  </a:lnTo>
                  <a:lnTo>
                    <a:pt x="174924" y="281405"/>
                  </a:lnTo>
                  <a:lnTo>
                    <a:pt x="172903" y="280416"/>
                  </a:lnTo>
                  <a:lnTo>
                    <a:pt x="172552" y="280237"/>
                  </a:lnTo>
                  <a:lnTo>
                    <a:pt x="171849" y="279428"/>
                  </a:lnTo>
                  <a:lnTo>
                    <a:pt x="170619" y="278170"/>
                  </a:lnTo>
                  <a:lnTo>
                    <a:pt x="170267" y="277451"/>
                  </a:lnTo>
                  <a:lnTo>
                    <a:pt x="169828" y="276553"/>
                  </a:lnTo>
                  <a:lnTo>
                    <a:pt x="169301" y="275924"/>
                  </a:lnTo>
                  <a:lnTo>
                    <a:pt x="168510" y="274846"/>
                  </a:lnTo>
                  <a:lnTo>
                    <a:pt x="168334" y="274576"/>
                  </a:lnTo>
                  <a:lnTo>
                    <a:pt x="167807" y="273678"/>
                  </a:lnTo>
                  <a:lnTo>
                    <a:pt x="166928" y="271971"/>
                  </a:lnTo>
                  <a:lnTo>
                    <a:pt x="166313" y="270803"/>
                  </a:lnTo>
                  <a:lnTo>
                    <a:pt x="165610" y="269994"/>
                  </a:lnTo>
                  <a:lnTo>
                    <a:pt x="165259" y="269635"/>
                  </a:lnTo>
                  <a:lnTo>
                    <a:pt x="164468" y="268646"/>
                  </a:lnTo>
                  <a:lnTo>
                    <a:pt x="164029" y="267927"/>
                  </a:lnTo>
                  <a:lnTo>
                    <a:pt x="163326" y="266759"/>
                  </a:lnTo>
                  <a:lnTo>
                    <a:pt x="163150" y="266310"/>
                  </a:lnTo>
                  <a:lnTo>
                    <a:pt x="162798" y="265322"/>
                  </a:lnTo>
                  <a:lnTo>
                    <a:pt x="162711" y="265052"/>
                  </a:lnTo>
                  <a:lnTo>
                    <a:pt x="161656" y="262986"/>
                  </a:lnTo>
                  <a:lnTo>
                    <a:pt x="161480" y="262806"/>
                  </a:lnTo>
                  <a:lnTo>
                    <a:pt x="160953" y="262357"/>
                  </a:lnTo>
                  <a:lnTo>
                    <a:pt x="160250" y="261638"/>
                  </a:lnTo>
                  <a:lnTo>
                    <a:pt x="160075" y="261458"/>
                  </a:lnTo>
                  <a:lnTo>
                    <a:pt x="158844" y="260380"/>
                  </a:lnTo>
                  <a:lnTo>
                    <a:pt x="158493" y="260200"/>
                  </a:lnTo>
                  <a:lnTo>
                    <a:pt x="158142" y="259931"/>
                  </a:lnTo>
                  <a:lnTo>
                    <a:pt x="157790" y="259661"/>
                  </a:lnTo>
                  <a:lnTo>
                    <a:pt x="157526" y="259482"/>
                  </a:lnTo>
                  <a:lnTo>
                    <a:pt x="157087" y="258943"/>
                  </a:lnTo>
                  <a:lnTo>
                    <a:pt x="156560" y="258403"/>
                  </a:lnTo>
                  <a:lnTo>
                    <a:pt x="155593" y="257146"/>
                  </a:lnTo>
                  <a:lnTo>
                    <a:pt x="155330" y="256876"/>
                  </a:lnTo>
                  <a:lnTo>
                    <a:pt x="155066" y="256607"/>
                  </a:lnTo>
                  <a:lnTo>
                    <a:pt x="154890" y="256337"/>
                  </a:lnTo>
                  <a:lnTo>
                    <a:pt x="154627" y="256067"/>
                  </a:lnTo>
                  <a:lnTo>
                    <a:pt x="154363" y="255888"/>
                  </a:lnTo>
                  <a:lnTo>
                    <a:pt x="154188" y="255798"/>
                  </a:lnTo>
                  <a:lnTo>
                    <a:pt x="153924" y="255618"/>
                  </a:lnTo>
                  <a:lnTo>
                    <a:pt x="153748" y="255259"/>
                  </a:lnTo>
                  <a:lnTo>
                    <a:pt x="153485" y="255079"/>
                  </a:lnTo>
                  <a:lnTo>
                    <a:pt x="153133" y="254899"/>
                  </a:lnTo>
                  <a:lnTo>
                    <a:pt x="152782" y="254720"/>
                  </a:lnTo>
                  <a:lnTo>
                    <a:pt x="152342" y="254540"/>
                  </a:lnTo>
                  <a:lnTo>
                    <a:pt x="151815" y="254360"/>
                  </a:lnTo>
                  <a:lnTo>
                    <a:pt x="151376" y="254270"/>
                  </a:lnTo>
                  <a:lnTo>
                    <a:pt x="150936" y="254181"/>
                  </a:lnTo>
                  <a:lnTo>
                    <a:pt x="150321" y="254091"/>
                  </a:lnTo>
                  <a:lnTo>
                    <a:pt x="149794" y="253911"/>
                  </a:lnTo>
                  <a:lnTo>
                    <a:pt x="149267" y="253911"/>
                  </a:lnTo>
                  <a:lnTo>
                    <a:pt x="148652" y="253821"/>
                  </a:lnTo>
                  <a:lnTo>
                    <a:pt x="147685" y="253911"/>
                  </a:lnTo>
                  <a:lnTo>
                    <a:pt x="147334" y="254001"/>
                  </a:lnTo>
                  <a:lnTo>
                    <a:pt x="146807" y="254091"/>
                  </a:lnTo>
                  <a:lnTo>
                    <a:pt x="146631" y="254181"/>
                  </a:lnTo>
                  <a:lnTo>
                    <a:pt x="146455" y="254270"/>
                  </a:lnTo>
                  <a:lnTo>
                    <a:pt x="146016" y="254450"/>
                  </a:lnTo>
                  <a:lnTo>
                    <a:pt x="145489" y="254540"/>
                  </a:lnTo>
                  <a:lnTo>
                    <a:pt x="144962" y="254630"/>
                  </a:lnTo>
                  <a:lnTo>
                    <a:pt x="144171" y="254630"/>
                  </a:lnTo>
                  <a:lnTo>
                    <a:pt x="143468" y="254720"/>
                  </a:lnTo>
                  <a:lnTo>
                    <a:pt x="143028" y="254720"/>
                  </a:lnTo>
                  <a:lnTo>
                    <a:pt x="142326" y="254720"/>
                  </a:lnTo>
                  <a:lnTo>
                    <a:pt x="141623" y="254810"/>
                  </a:lnTo>
                  <a:lnTo>
                    <a:pt x="141008" y="254810"/>
                  </a:lnTo>
                  <a:lnTo>
                    <a:pt x="140129" y="254899"/>
                  </a:lnTo>
                  <a:lnTo>
                    <a:pt x="139514" y="254989"/>
                  </a:lnTo>
                  <a:lnTo>
                    <a:pt x="138635" y="255079"/>
                  </a:lnTo>
                  <a:lnTo>
                    <a:pt x="137932" y="255079"/>
                  </a:lnTo>
                  <a:lnTo>
                    <a:pt x="137493" y="255169"/>
                  </a:lnTo>
                  <a:lnTo>
                    <a:pt x="137317" y="255169"/>
                  </a:lnTo>
                  <a:lnTo>
                    <a:pt x="136614" y="255259"/>
                  </a:lnTo>
                  <a:lnTo>
                    <a:pt x="135911" y="255349"/>
                  </a:lnTo>
                  <a:lnTo>
                    <a:pt x="135384" y="255439"/>
                  </a:lnTo>
                  <a:lnTo>
                    <a:pt x="134769" y="255618"/>
                  </a:lnTo>
                  <a:lnTo>
                    <a:pt x="134066" y="255798"/>
                  </a:lnTo>
                  <a:lnTo>
                    <a:pt x="133363" y="255978"/>
                  </a:lnTo>
                  <a:lnTo>
                    <a:pt x="132836" y="256157"/>
                  </a:lnTo>
                  <a:lnTo>
                    <a:pt x="132309" y="256247"/>
                  </a:lnTo>
                  <a:lnTo>
                    <a:pt x="131782" y="256337"/>
                  </a:lnTo>
                  <a:lnTo>
                    <a:pt x="131167" y="256517"/>
                  </a:lnTo>
                  <a:lnTo>
                    <a:pt x="130639" y="256607"/>
                  </a:lnTo>
                  <a:lnTo>
                    <a:pt x="130112" y="256696"/>
                  </a:lnTo>
                  <a:lnTo>
                    <a:pt x="129761" y="256786"/>
                  </a:lnTo>
                  <a:lnTo>
                    <a:pt x="129233" y="256876"/>
                  </a:lnTo>
                  <a:lnTo>
                    <a:pt x="128706" y="257056"/>
                  </a:lnTo>
                  <a:lnTo>
                    <a:pt x="128179" y="257235"/>
                  </a:lnTo>
                  <a:lnTo>
                    <a:pt x="127652" y="257325"/>
                  </a:lnTo>
                  <a:lnTo>
                    <a:pt x="127300" y="257505"/>
                  </a:lnTo>
                  <a:lnTo>
                    <a:pt x="126861" y="257685"/>
                  </a:lnTo>
                  <a:lnTo>
                    <a:pt x="126334" y="257775"/>
                  </a:lnTo>
                  <a:lnTo>
                    <a:pt x="125895" y="257864"/>
                  </a:lnTo>
                  <a:lnTo>
                    <a:pt x="125367" y="257954"/>
                  </a:lnTo>
                  <a:lnTo>
                    <a:pt x="124840" y="258134"/>
                  </a:lnTo>
                  <a:lnTo>
                    <a:pt x="124313" y="258403"/>
                  </a:lnTo>
                  <a:lnTo>
                    <a:pt x="123786" y="258583"/>
                  </a:lnTo>
                  <a:lnTo>
                    <a:pt x="123259" y="258943"/>
                  </a:lnTo>
                  <a:lnTo>
                    <a:pt x="122995" y="259032"/>
                  </a:lnTo>
                  <a:lnTo>
                    <a:pt x="122731" y="259212"/>
                  </a:lnTo>
                  <a:lnTo>
                    <a:pt x="122380" y="259392"/>
                  </a:lnTo>
                  <a:lnTo>
                    <a:pt x="121765" y="259751"/>
                  </a:lnTo>
                  <a:lnTo>
                    <a:pt x="121150" y="260200"/>
                  </a:lnTo>
                  <a:lnTo>
                    <a:pt x="120623" y="260470"/>
                  </a:lnTo>
                  <a:lnTo>
                    <a:pt x="120183" y="260740"/>
                  </a:lnTo>
                  <a:lnTo>
                    <a:pt x="119744" y="261009"/>
                  </a:lnTo>
                  <a:lnTo>
                    <a:pt x="119305" y="261189"/>
                  </a:lnTo>
                  <a:lnTo>
                    <a:pt x="118777" y="261458"/>
                  </a:lnTo>
                  <a:lnTo>
                    <a:pt x="118514" y="261728"/>
                  </a:lnTo>
                  <a:lnTo>
                    <a:pt x="118074" y="261997"/>
                  </a:lnTo>
                  <a:lnTo>
                    <a:pt x="117547" y="262177"/>
                  </a:lnTo>
                  <a:lnTo>
                    <a:pt x="117108" y="262357"/>
                  </a:lnTo>
                  <a:lnTo>
                    <a:pt x="116581" y="262626"/>
                  </a:lnTo>
                  <a:lnTo>
                    <a:pt x="116229" y="262806"/>
                  </a:lnTo>
                  <a:lnTo>
                    <a:pt x="115966" y="262896"/>
                  </a:lnTo>
                  <a:lnTo>
                    <a:pt x="115702" y="262986"/>
                  </a:lnTo>
                  <a:lnTo>
                    <a:pt x="115351" y="263165"/>
                  </a:lnTo>
                  <a:lnTo>
                    <a:pt x="114911" y="263345"/>
                  </a:lnTo>
                  <a:lnTo>
                    <a:pt x="114735" y="263435"/>
                  </a:lnTo>
                  <a:lnTo>
                    <a:pt x="114384" y="263615"/>
                  </a:lnTo>
                  <a:lnTo>
                    <a:pt x="114120" y="263794"/>
                  </a:lnTo>
                  <a:lnTo>
                    <a:pt x="113857" y="263884"/>
                  </a:lnTo>
                  <a:lnTo>
                    <a:pt x="113681" y="263884"/>
                  </a:lnTo>
                  <a:lnTo>
                    <a:pt x="113418" y="263974"/>
                  </a:lnTo>
                  <a:lnTo>
                    <a:pt x="113066" y="264154"/>
                  </a:lnTo>
                  <a:lnTo>
                    <a:pt x="112627" y="264333"/>
                  </a:lnTo>
                  <a:lnTo>
                    <a:pt x="112275" y="264513"/>
                  </a:lnTo>
                  <a:lnTo>
                    <a:pt x="111924" y="264513"/>
                  </a:lnTo>
                  <a:lnTo>
                    <a:pt x="111660" y="264603"/>
                  </a:lnTo>
                  <a:lnTo>
                    <a:pt x="111309" y="264693"/>
                  </a:lnTo>
                  <a:lnTo>
                    <a:pt x="110957" y="264783"/>
                  </a:lnTo>
                  <a:lnTo>
                    <a:pt x="110782" y="264873"/>
                  </a:lnTo>
                  <a:lnTo>
                    <a:pt x="110606" y="264783"/>
                  </a:lnTo>
                  <a:lnTo>
                    <a:pt x="110254" y="264873"/>
                  </a:lnTo>
                  <a:lnTo>
                    <a:pt x="109903" y="264873"/>
                  </a:lnTo>
                  <a:lnTo>
                    <a:pt x="109639" y="265052"/>
                  </a:lnTo>
                  <a:lnTo>
                    <a:pt x="109464" y="265142"/>
                  </a:lnTo>
                  <a:lnTo>
                    <a:pt x="109112" y="265142"/>
                  </a:lnTo>
                  <a:lnTo>
                    <a:pt x="108673" y="265142"/>
                  </a:lnTo>
                  <a:lnTo>
                    <a:pt x="108233" y="265142"/>
                  </a:lnTo>
                  <a:lnTo>
                    <a:pt x="107970" y="265052"/>
                  </a:lnTo>
                  <a:lnTo>
                    <a:pt x="107706" y="264962"/>
                  </a:lnTo>
                  <a:lnTo>
                    <a:pt x="107443" y="264962"/>
                  </a:lnTo>
                  <a:lnTo>
                    <a:pt x="107179" y="264873"/>
                  </a:lnTo>
                  <a:lnTo>
                    <a:pt x="106915" y="264783"/>
                  </a:lnTo>
                  <a:lnTo>
                    <a:pt x="106652" y="264783"/>
                  </a:lnTo>
                  <a:lnTo>
                    <a:pt x="106300" y="264783"/>
                  </a:lnTo>
                  <a:lnTo>
                    <a:pt x="106037" y="264693"/>
                  </a:lnTo>
                  <a:lnTo>
                    <a:pt x="105773" y="264603"/>
                  </a:lnTo>
                  <a:lnTo>
                    <a:pt x="105510" y="264513"/>
                  </a:lnTo>
                  <a:lnTo>
                    <a:pt x="105246" y="264423"/>
                  </a:lnTo>
                  <a:lnTo>
                    <a:pt x="105070" y="264423"/>
                  </a:lnTo>
                  <a:lnTo>
                    <a:pt x="104807" y="264333"/>
                  </a:lnTo>
                  <a:lnTo>
                    <a:pt x="104455" y="264244"/>
                  </a:lnTo>
                  <a:lnTo>
                    <a:pt x="104104" y="264154"/>
                  </a:lnTo>
                  <a:lnTo>
                    <a:pt x="103664" y="264064"/>
                  </a:lnTo>
                  <a:lnTo>
                    <a:pt x="103313" y="263974"/>
                  </a:lnTo>
                  <a:lnTo>
                    <a:pt x="102961" y="263884"/>
                  </a:lnTo>
                  <a:lnTo>
                    <a:pt x="102698" y="263794"/>
                  </a:lnTo>
                  <a:lnTo>
                    <a:pt x="102346" y="263794"/>
                  </a:lnTo>
                  <a:lnTo>
                    <a:pt x="101995" y="263794"/>
                  </a:lnTo>
                  <a:lnTo>
                    <a:pt x="101731" y="263705"/>
                  </a:lnTo>
                  <a:lnTo>
                    <a:pt x="101556" y="263615"/>
                  </a:lnTo>
                  <a:lnTo>
                    <a:pt x="101116" y="263525"/>
                  </a:lnTo>
                  <a:lnTo>
                    <a:pt x="100765" y="263435"/>
                  </a:lnTo>
                  <a:lnTo>
                    <a:pt x="100501" y="263345"/>
                  </a:lnTo>
                  <a:lnTo>
                    <a:pt x="100062" y="263255"/>
                  </a:lnTo>
                  <a:lnTo>
                    <a:pt x="99710" y="263165"/>
                  </a:lnTo>
                  <a:lnTo>
                    <a:pt x="99447" y="263076"/>
                  </a:lnTo>
                  <a:lnTo>
                    <a:pt x="99095" y="262986"/>
                  </a:lnTo>
                  <a:lnTo>
                    <a:pt x="98744" y="262896"/>
                  </a:lnTo>
                  <a:lnTo>
                    <a:pt x="98304" y="262806"/>
                  </a:lnTo>
                  <a:lnTo>
                    <a:pt x="97953" y="262626"/>
                  </a:lnTo>
                  <a:lnTo>
                    <a:pt x="97514" y="262537"/>
                  </a:lnTo>
                  <a:lnTo>
                    <a:pt x="97250" y="262447"/>
                  </a:lnTo>
                  <a:lnTo>
                    <a:pt x="96811" y="262357"/>
                  </a:lnTo>
                  <a:lnTo>
                    <a:pt x="96459" y="262267"/>
                  </a:lnTo>
                  <a:lnTo>
                    <a:pt x="96020" y="262177"/>
                  </a:lnTo>
                  <a:lnTo>
                    <a:pt x="95756" y="262087"/>
                  </a:lnTo>
                  <a:lnTo>
                    <a:pt x="95581" y="261997"/>
                  </a:lnTo>
                  <a:lnTo>
                    <a:pt x="95317" y="261908"/>
                  </a:lnTo>
                  <a:lnTo>
                    <a:pt x="95141" y="261908"/>
                  </a:lnTo>
                  <a:lnTo>
                    <a:pt x="94878" y="261908"/>
                  </a:lnTo>
                  <a:lnTo>
                    <a:pt x="94614" y="261818"/>
                  </a:lnTo>
                  <a:lnTo>
                    <a:pt x="94350" y="261818"/>
                  </a:lnTo>
                  <a:lnTo>
                    <a:pt x="94087" y="261728"/>
                  </a:lnTo>
                  <a:lnTo>
                    <a:pt x="93823" y="261728"/>
                  </a:lnTo>
                  <a:lnTo>
                    <a:pt x="93560" y="261638"/>
                  </a:lnTo>
                  <a:lnTo>
                    <a:pt x="93208" y="261548"/>
                  </a:lnTo>
                  <a:lnTo>
                    <a:pt x="92945" y="261368"/>
                  </a:lnTo>
                  <a:lnTo>
                    <a:pt x="92681" y="261279"/>
                  </a:lnTo>
                  <a:lnTo>
                    <a:pt x="92330" y="261189"/>
                  </a:lnTo>
                  <a:lnTo>
                    <a:pt x="91978" y="261009"/>
                  </a:lnTo>
                  <a:lnTo>
                    <a:pt x="91627" y="260919"/>
                  </a:lnTo>
                  <a:lnTo>
                    <a:pt x="91363" y="260829"/>
                  </a:lnTo>
                  <a:lnTo>
                    <a:pt x="91012" y="260740"/>
                  </a:lnTo>
                  <a:lnTo>
                    <a:pt x="90748" y="260740"/>
                  </a:lnTo>
                  <a:lnTo>
                    <a:pt x="90396" y="260650"/>
                  </a:lnTo>
                  <a:lnTo>
                    <a:pt x="89957" y="260650"/>
                  </a:lnTo>
                  <a:lnTo>
                    <a:pt x="89518" y="260650"/>
                  </a:lnTo>
                  <a:lnTo>
                    <a:pt x="89078" y="260650"/>
                  </a:lnTo>
                  <a:lnTo>
                    <a:pt x="88639" y="260650"/>
                  </a:lnTo>
                  <a:lnTo>
                    <a:pt x="88376" y="260560"/>
                  </a:lnTo>
                  <a:lnTo>
                    <a:pt x="87673" y="260560"/>
                  </a:lnTo>
                  <a:lnTo>
                    <a:pt x="87233" y="260560"/>
                  </a:lnTo>
                  <a:lnTo>
                    <a:pt x="86706" y="260470"/>
                  </a:lnTo>
                  <a:lnTo>
                    <a:pt x="86267" y="260470"/>
                  </a:lnTo>
                  <a:lnTo>
                    <a:pt x="85827" y="260560"/>
                  </a:lnTo>
                  <a:lnTo>
                    <a:pt x="85388" y="260650"/>
                  </a:lnTo>
                  <a:lnTo>
                    <a:pt x="84949" y="260650"/>
                  </a:lnTo>
                  <a:lnTo>
                    <a:pt x="84246" y="260650"/>
                  </a:lnTo>
                  <a:lnTo>
                    <a:pt x="83982" y="260740"/>
                  </a:lnTo>
                  <a:lnTo>
                    <a:pt x="83631" y="260829"/>
                  </a:lnTo>
                  <a:lnTo>
                    <a:pt x="83279" y="260919"/>
                  </a:lnTo>
                  <a:lnTo>
                    <a:pt x="82752" y="261099"/>
                  </a:lnTo>
                  <a:lnTo>
                    <a:pt x="82401" y="261099"/>
                  </a:lnTo>
                  <a:lnTo>
                    <a:pt x="82225" y="261099"/>
                  </a:lnTo>
                  <a:lnTo>
                    <a:pt x="81610" y="261189"/>
                  </a:lnTo>
                  <a:lnTo>
                    <a:pt x="80907" y="261189"/>
                  </a:lnTo>
                  <a:lnTo>
                    <a:pt x="80204" y="261279"/>
                  </a:lnTo>
                  <a:lnTo>
                    <a:pt x="79853" y="261279"/>
                  </a:lnTo>
                  <a:lnTo>
                    <a:pt x="79413" y="261279"/>
                  </a:lnTo>
                  <a:lnTo>
                    <a:pt x="79062" y="261368"/>
                  </a:lnTo>
                  <a:lnTo>
                    <a:pt x="78622" y="261458"/>
                  </a:lnTo>
                  <a:lnTo>
                    <a:pt x="78183" y="261548"/>
                  </a:lnTo>
                  <a:lnTo>
                    <a:pt x="77832" y="261548"/>
                  </a:lnTo>
                  <a:lnTo>
                    <a:pt x="77568" y="261638"/>
                  </a:lnTo>
                  <a:lnTo>
                    <a:pt x="77129" y="261638"/>
                  </a:lnTo>
                  <a:lnTo>
                    <a:pt x="76865" y="261638"/>
                  </a:lnTo>
                  <a:lnTo>
                    <a:pt x="76689" y="261638"/>
                  </a:lnTo>
                  <a:lnTo>
                    <a:pt x="76250" y="261638"/>
                  </a:lnTo>
                  <a:lnTo>
                    <a:pt x="75723" y="261638"/>
                  </a:lnTo>
                  <a:lnTo>
                    <a:pt x="75196" y="261728"/>
                  </a:lnTo>
                  <a:lnTo>
                    <a:pt x="74756" y="261728"/>
                  </a:lnTo>
                  <a:lnTo>
                    <a:pt x="74581" y="261728"/>
                  </a:lnTo>
                  <a:lnTo>
                    <a:pt x="74405" y="261638"/>
                  </a:lnTo>
                  <a:lnTo>
                    <a:pt x="74053" y="261638"/>
                  </a:lnTo>
                  <a:lnTo>
                    <a:pt x="73702" y="261548"/>
                  </a:lnTo>
                  <a:lnTo>
                    <a:pt x="73438" y="261548"/>
                  </a:lnTo>
                  <a:lnTo>
                    <a:pt x="73087" y="261368"/>
                  </a:lnTo>
                  <a:lnTo>
                    <a:pt x="72735" y="261279"/>
                  </a:lnTo>
                  <a:lnTo>
                    <a:pt x="72384" y="261099"/>
                  </a:lnTo>
                  <a:lnTo>
                    <a:pt x="72032" y="261009"/>
                  </a:lnTo>
                  <a:lnTo>
                    <a:pt x="71505" y="260919"/>
                  </a:lnTo>
                  <a:lnTo>
                    <a:pt x="71066" y="260740"/>
                  </a:lnTo>
                  <a:lnTo>
                    <a:pt x="70714" y="260560"/>
                  </a:lnTo>
                  <a:lnTo>
                    <a:pt x="70363" y="260290"/>
                  </a:lnTo>
                  <a:lnTo>
                    <a:pt x="69924" y="260200"/>
                  </a:lnTo>
                  <a:lnTo>
                    <a:pt x="69572" y="260021"/>
                  </a:lnTo>
                  <a:lnTo>
                    <a:pt x="69045" y="259841"/>
                  </a:lnTo>
                  <a:lnTo>
                    <a:pt x="68430" y="259661"/>
                  </a:lnTo>
                  <a:lnTo>
                    <a:pt x="67991" y="259482"/>
                  </a:lnTo>
                  <a:lnTo>
                    <a:pt x="67639" y="259302"/>
                  </a:lnTo>
                  <a:lnTo>
                    <a:pt x="67288" y="259212"/>
                  </a:lnTo>
                  <a:lnTo>
                    <a:pt x="66936" y="259212"/>
                  </a:lnTo>
                  <a:lnTo>
                    <a:pt x="66673" y="259212"/>
                  </a:lnTo>
                  <a:lnTo>
                    <a:pt x="66409" y="259032"/>
                  </a:lnTo>
                  <a:lnTo>
                    <a:pt x="66057" y="259032"/>
                  </a:lnTo>
                  <a:lnTo>
                    <a:pt x="65706" y="258943"/>
                  </a:lnTo>
                  <a:lnTo>
                    <a:pt x="65442" y="258943"/>
                  </a:lnTo>
                  <a:lnTo>
                    <a:pt x="65003" y="258763"/>
                  </a:lnTo>
                  <a:lnTo>
                    <a:pt x="64652" y="258763"/>
                  </a:lnTo>
                  <a:lnTo>
                    <a:pt x="64124" y="258673"/>
                  </a:lnTo>
                  <a:lnTo>
                    <a:pt x="63597" y="258583"/>
                  </a:lnTo>
                  <a:lnTo>
                    <a:pt x="63070" y="258493"/>
                  </a:lnTo>
                  <a:lnTo>
                    <a:pt x="62543" y="258314"/>
                  </a:lnTo>
                  <a:lnTo>
                    <a:pt x="62016" y="258224"/>
                  </a:lnTo>
                  <a:lnTo>
                    <a:pt x="61576" y="258134"/>
                  </a:lnTo>
                  <a:lnTo>
                    <a:pt x="61049" y="257775"/>
                  </a:lnTo>
                  <a:lnTo>
                    <a:pt x="60434" y="257505"/>
                  </a:lnTo>
                  <a:lnTo>
                    <a:pt x="60258" y="257415"/>
                  </a:lnTo>
                  <a:lnTo>
                    <a:pt x="59819" y="257235"/>
                  </a:lnTo>
                  <a:lnTo>
                    <a:pt x="59643" y="257235"/>
                  </a:lnTo>
                  <a:lnTo>
                    <a:pt x="59380" y="257146"/>
                  </a:lnTo>
                  <a:lnTo>
                    <a:pt x="59028" y="257146"/>
                  </a:lnTo>
                  <a:lnTo>
                    <a:pt x="58501" y="256966"/>
                  </a:lnTo>
                  <a:lnTo>
                    <a:pt x="57886" y="256786"/>
                  </a:lnTo>
                  <a:lnTo>
                    <a:pt x="57271" y="256607"/>
                  </a:lnTo>
                  <a:lnTo>
                    <a:pt x="56744" y="256427"/>
                  </a:lnTo>
                  <a:lnTo>
                    <a:pt x="56216" y="256247"/>
                  </a:lnTo>
                  <a:lnTo>
                    <a:pt x="55601" y="256067"/>
                  </a:lnTo>
                  <a:lnTo>
                    <a:pt x="54986" y="255978"/>
                  </a:lnTo>
                  <a:lnTo>
                    <a:pt x="54459" y="255978"/>
                  </a:lnTo>
                  <a:lnTo>
                    <a:pt x="54108" y="256067"/>
                  </a:lnTo>
                  <a:lnTo>
                    <a:pt x="53932" y="256067"/>
                  </a:lnTo>
                  <a:lnTo>
                    <a:pt x="53580" y="256067"/>
                  </a:lnTo>
                  <a:lnTo>
                    <a:pt x="53053" y="255978"/>
                  </a:lnTo>
                  <a:lnTo>
                    <a:pt x="52526" y="255888"/>
                  </a:lnTo>
                  <a:lnTo>
                    <a:pt x="51911" y="255798"/>
                  </a:lnTo>
                  <a:lnTo>
                    <a:pt x="51472" y="255798"/>
                  </a:lnTo>
                  <a:lnTo>
                    <a:pt x="50417" y="255708"/>
                  </a:lnTo>
                  <a:lnTo>
                    <a:pt x="49978" y="255708"/>
                  </a:lnTo>
                  <a:lnTo>
                    <a:pt x="49187" y="255618"/>
                  </a:lnTo>
                  <a:lnTo>
                    <a:pt x="48396" y="255528"/>
                  </a:lnTo>
                  <a:lnTo>
                    <a:pt x="47606" y="255259"/>
                  </a:lnTo>
                  <a:lnTo>
                    <a:pt x="46990" y="255079"/>
                  </a:lnTo>
                  <a:lnTo>
                    <a:pt x="46463" y="254810"/>
                  </a:lnTo>
                  <a:lnTo>
                    <a:pt x="45760" y="254540"/>
                  </a:lnTo>
                  <a:lnTo>
                    <a:pt x="45057" y="254270"/>
                  </a:lnTo>
                  <a:lnTo>
                    <a:pt x="44267" y="254091"/>
                  </a:lnTo>
                  <a:lnTo>
                    <a:pt x="43739" y="253911"/>
                  </a:lnTo>
                  <a:lnTo>
                    <a:pt x="43124" y="253731"/>
                  </a:lnTo>
                  <a:lnTo>
                    <a:pt x="42685" y="253552"/>
                  </a:lnTo>
                  <a:lnTo>
                    <a:pt x="42158" y="253552"/>
                  </a:lnTo>
                  <a:lnTo>
                    <a:pt x="41543" y="253372"/>
                  </a:lnTo>
                  <a:lnTo>
                    <a:pt x="40752" y="253192"/>
                  </a:lnTo>
                  <a:lnTo>
                    <a:pt x="40225" y="253192"/>
                  </a:lnTo>
                  <a:lnTo>
                    <a:pt x="39522" y="253102"/>
                  </a:lnTo>
                  <a:lnTo>
                    <a:pt x="38907" y="252923"/>
                  </a:lnTo>
                  <a:lnTo>
                    <a:pt x="38731" y="252923"/>
                  </a:lnTo>
                  <a:lnTo>
                    <a:pt x="37940" y="252653"/>
                  </a:lnTo>
                  <a:lnTo>
                    <a:pt x="37677" y="252563"/>
                  </a:lnTo>
                  <a:lnTo>
                    <a:pt x="36886" y="252294"/>
                  </a:lnTo>
                  <a:lnTo>
                    <a:pt x="36183" y="252114"/>
                  </a:lnTo>
                  <a:lnTo>
                    <a:pt x="35304" y="251934"/>
                  </a:lnTo>
                  <a:lnTo>
                    <a:pt x="34865" y="251755"/>
                  </a:lnTo>
                  <a:lnTo>
                    <a:pt x="34426" y="251575"/>
                  </a:lnTo>
                  <a:lnTo>
                    <a:pt x="33547" y="251216"/>
                  </a:lnTo>
                  <a:lnTo>
                    <a:pt x="32756" y="251036"/>
                  </a:lnTo>
                  <a:lnTo>
                    <a:pt x="32229" y="250946"/>
                  </a:lnTo>
                  <a:lnTo>
                    <a:pt x="31526" y="250856"/>
                  </a:lnTo>
                  <a:lnTo>
                    <a:pt x="31087" y="250856"/>
                  </a:lnTo>
                  <a:lnTo>
                    <a:pt x="30823" y="250856"/>
                  </a:lnTo>
                  <a:lnTo>
                    <a:pt x="30208" y="250766"/>
                  </a:lnTo>
                  <a:lnTo>
                    <a:pt x="29681" y="250587"/>
                  </a:lnTo>
                  <a:lnTo>
                    <a:pt x="29066" y="250497"/>
                  </a:lnTo>
                  <a:lnTo>
                    <a:pt x="28275" y="250407"/>
                  </a:lnTo>
                  <a:lnTo>
                    <a:pt x="27660" y="250317"/>
                  </a:lnTo>
                  <a:lnTo>
                    <a:pt x="27045" y="250227"/>
                  </a:lnTo>
                  <a:lnTo>
                    <a:pt x="26254" y="250048"/>
                  </a:lnTo>
                  <a:lnTo>
                    <a:pt x="25463" y="249868"/>
                  </a:lnTo>
                  <a:lnTo>
                    <a:pt x="25024" y="249778"/>
                  </a:lnTo>
                  <a:lnTo>
                    <a:pt x="24233" y="249598"/>
                  </a:lnTo>
                  <a:lnTo>
                    <a:pt x="23267" y="249598"/>
                  </a:lnTo>
                  <a:lnTo>
                    <a:pt x="22651" y="249509"/>
                  </a:lnTo>
                  <a:lnTo>
                    <a:pt x="22388" y="249509"/>
                  </a:lnTo>
                  <a:lnTo>
                    <a:pt x="21509" y="249509"/>
                  </a:lnTo>
                  <a:lnTo>
                    <a:pt x="20894" y="249419"/>
                  </a:lnTo>
                  <a:lnTo>
                    <a:pt x="19752" y="249329"/>
                  </a:lnTo>
                  <a:lnTo>
                    <a:pt x="18873" y="249329"/>
                  </a:lnTo>
                  <a:lnTo>
                    <a:pt x="17819" y="249239"/>
                  </a:lnTo>
                  <a:lnTo>
                    <a:pt x="16764" y="248969"/>
                  </a:lnTo>
                  <a:lnTo>
                    <a:pt x="15886" y="248969"/>
                  </a:lnTo>
                  <a:lnTo>
                    <a:pt x="14656" y="248880"/>
                  </a:lnTo>
                  <a:lnTo>
                    <a:pt x="14216" y="248880"/>
                  </a:lnTo>
                  <a:lnTo>
                    <a:pt x="13865" y="248880"/>
                  </a:lnTo>
                  <a:lnTo>
                    <a:pt x="12459" y="248700"/>
                  </a:lnTo>
                  <a:lnTo>
                    <a:pt x="10526" y="248520"/>
                  </a:lnTo>
                  <a:lnTo>
                    <a:pt x="8944" y="248340"/>
                  </a:lnTo>
                  <a:lnTo>
                    <a:pt x="7890" y="248251"/>
                  </a:lnTo>
                  <a:lnTo>
                    <a:pt x="7451" y="248251"/>
                  </a:lnTo>
                  <a:lnTo>
                    <a:pt x="6923" y="248161"/>
                  </a:lnTo>
                  <a:lnTo>
                    <a:pt x="6045" y="248071"/>
                  </a:lnTo>
                  <a:lnTo>
                    <a:pt x="5342" y="248071"/>
                  </a:lnTo>
                  <a:lnTo>
                    <a:pt x="4902" y="247981"/>
                  </a:lnTo>
                  <a:lnTo>
                    <a:pt x="4639" y="247981"/>
                  </a:lnTo>
                  <a:lnTo>
                    <a:pt x="3760" y="247981"/>
                  </a:lnTo>
                  <a:lnTo>
                    <a:pt x="3409" y="247981"/>
                  </a:lnTo>
                  <a:lnTo>
                    <a:pt x="2794" y="247981"/>
                  </a:lnTo>
                  <a:lnTo>
                    <a:pt x="2003" y="247981"/>
                  </a:lnTo>
                  <a:lnTo>
                    <a:pt x="1036" y="247891"/>
                  </a:lnTo>
                  <a:lnTo>
                    <a:pt x="0" y="247816"/>
                  </a:lnTo>
                  <a:lnTo>
                    <a:pt x="0" y="16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424489" y="3358756"/>
              <a:ext cx="465516" cy="277182"/>
            </a:xfrm>
            <a:custGeom>
              <a:avLst/>
              <a:pathLst>
                <a:path w="465516" h="277182">
                  <a:moveTo>
                    <a:pt x="412972" y="3324"/>
                  </a:moveTo>
                  <a:lnTo>
                    <a:pt x="413587" y="4133"/>
                  </a:lnTo>
                  <a:lnTo>
                    <a:pt x="414817" y="4492"/>
                  </a:lnTo>
                  <a:lnTo>
                    <a:pt x="415344" y="4582"/>
                  </a:lnTo>
                  <a:lnTo>
                    <a:pt x="421495" y="5840"/>
                  </a:lnTo>
                  <a:lnTo>
                    <a:pt x="421495" y="6019"/>
                  </a:lnTo>
                  <a:lnTo>
                    <a:pt x="421319" y="13387"/>
                  </a:lnTo>
                  <a:lnTo>
                    <a:pt x="421319" y="14645"/>
                  </a:lnTo>
                  <a:lnTo>
                    <a:pt x="421495" y="15813"/>
                  </a:lnTo>
                  <a:lnTo>
                    <a:pt x="421495" y="16172"/>
                  </a:lnTo>
                  <a:lnTo>
                    <a:pt x="421758" y="19317"/>
                  </a:lnTo>
                  <a:lnTo>
                    <a:pt x="422461" y="22012"/>
                  </a:lnTo>
                  <a:lnTo>
                    <a:pt x="423955" y="28122"/>
                  </a:lnTo>
                  <a:lnTo>
                    <a:pt x="421934" y="28751"/>
                  </a:lnTo>
                  <a:lnTo>
                    <a:pt x="418683" y="29649"/>
                  </a:lnTo>
                  <a:lnTo>
                    <a:pt x="419210" y="31896"/>
                  </a:lnTo>
                  <a:lnTo>
                    <a:pt x="421231" y="40791"/>
                  </a:lnTo>
                  <a:lnTo>
                    <a:pt x="424394" y="50135"/>
                  </a:lnTo>
                  <a:lnTo>
                    <a:pt x="426152" y="53729"/>
                  </a:lnTo>
                  <a:lnTo>
                    <a:pt x="427909" y="56155"/>
                  </a:lnTo>
                  <a:lnTo>
                    <a:pt x="429930" y="60378"/>
                  </a:lnTo>
                  <a:lnTo>
                    <a:pt x="433445" y="68464"/>
                  </a:lnTo>
                  <a:lnTo>
                    <a:pt x="435729" y="73945"/>
                  </a:lnTo>
                  <a:lnTo>
                    <a:pt x="440298" y="84637"/>
                  </a:lnTo>
                  <a:lnTo>
                    <a:pt x="442583" y="90477"/>
                  </a:lnTo>
                  <a:lnTo>
                    <a:pt x="446097" y="99192"/>
                  </a:lnTo>
                  <a:lnTo>
                    <a:pt x="450403" y="111142"/>
                  </a:lnTo>
                  <a:lnTo>
                    <a:pt x="450842" y="110872"/>
                  </a:lnTo>
                  <a:lnTo>
                    <a:pt x="451545" y="110423"/>
                  </a:lnTo>
                  <a:lnTo>
                    <a:pt x="465516" y="145284"/>
                  </a:lnTo>
                  <a:lnTo>
                    <a:pt x="463583" y="146093"/>
                  </a:lnTo>
                  <a:lnTo>
                    <a:pt x="450139" y="151574"/>
                  </a:lnTo>
                  <a:lnTo>
                    <a:pt x="445482" y="153461"/>
                  </a:lnTo>
                  <a:lnTo>
                    <a:pt x="442583" y="154629"/>
                  </a:lnTo>
                  <a:lnTo>
                    <a:pt x="432566" y="158762"/>
                  </a:lnTo>
                  <a:lnTo>
                    <a:pt x="422901" y="162715"/>
                  </a:lnTo>
                  <a:lnTo>
                    <a:pt x="420001" y="163883"/>
                  </a:lnTo>
                  <a:lnTo>
                    <a:pt x="406997" y="169184"/>
                  </a:lnTo>
                  <a:lnTo>
                    <a:pt x="406821" y="169274"/>
                  </a:lnTo>
                  <a:lnTo>
                    <a:pt x="370181" y="184279"/>
                  </a:lnTo>
                  <a:lnTo>
                    <a:pt x="342942" y="195330"/>
                  </a:lnTo>
                  <a:lnTo>
                    <a:pt x="338285" y="197307"/>
                  </a:lnTo>
                  <a:lnTo>
                    <a:pt x="308674" y="209436"/>
                  </a:lnTo>
                  <a:lnTo>
                    <a:pt x="305511" y="210784"/>
                  </a:lnTo>
                  <a:lnTo>
                    <a:pt x="303930" y="211413"/>
                  </a:lnTo>
                  <a:lnTo>
                    <a:pt x="295846" y="215007"/>
                  </a:lnTo>
                  <a:lnTo>
                    <a:pt x="287498" y="218601"/>
                  </a:lnTo>
                  <a:lnTo>
                    <a:pt x="261841" y="229832"/>
                  </a:lnTo>
                  <a:lnTo>
                    <a:pt x="260699" y="230281"/>
                  </a:lnTo>
                  <a:lnTo>
                    <a:pt x="252616" y="233875"/>
                  </a:lnTo>
                  <a:lnTo>
                    <a:pt x="249364" y="235223"/>
                  </a:lnTo>
                  <a:lnTo>
                    <a:pt x="246465" y="236480"/>
                  </a:lnTo>
                  <a:lnTo>
                    <a:pt x="229243" y="243938"/>
                  </a:lnTo>
                  <a:lnTo>
                    <a:pt x="228804" y="244118"/>
                  </a:lnTo>
                  <a:lnTo>
                    <a:pt x="204465" y="254720"/>
                  </a:lnTo>
                  <a:lnTo>
                    <a:pt x="198929" y="257146"/>
                  </a:lnTo>
                  <a:lnTo>
                    <a:pt x="198314" y="257415"/>
                  </a:lnTo>
                  <a:lnTo>
                    <a:pt x="193218" y="259751"/>
                  </a:lnTo>
                  <a:lnTo>
                    <a:pt x="191636" y="260470"/>
                  </a:lnTo>
                  <a:lnTo>
                    <a:pt x="175908" y="267478"/>
                  </a:lnTo>
                  <a:lnTo>
                    <a:pt x="173360" y="268556"/>
                  </a:lnTo>
                  <a:lnTo>
                    <a:pt x="171163" y="269635"/>
                  </a:lnTo>
                  <a:lnTo>
                    <a:pt x="163255" y="273139"/>
                  </a:lnTo>
                  <a:lnTo>
                    <a:pt x="153590" y="277182"/>
                  </a:lnTo>
                  <a:lnTo>
                    <a:pt x="153239" y="276463"/>
                  </a:lnTo>
                  <a:lnTo>
                    <a:pt x="152184" y="273857"/>
                  </a:lnTo>
                  <a:lnTo>
                    <a:pt x="149285" y="267029"/>
                  </a:lnTo>
                  <a:lnTo>
                    <a:pt x="141992" y="250048"/>
                  </a:lnTo>
                  <a:lnTo>
                    <a:pt x="136192" y="236211"/>
                  </a:lnTo>
                  <a:lnTo>
                    <a:pt x="131096" y="238457"/>
                  </a:lnTo>
                  <a:lnTo>
                    <a:pt x="112556" y="246723"/>
                  </a:lnTo>
                  <a:lnTo>
                    <a:pt x="87427" y="248251"/>
                  </a:lnTo>
                  <a:lnTo>
                    <a:pt x="73017" y="249149"/>
                  </a:lnTo>
                  <a:lnTo>
                    <a:pt x="71347" y="251216"/>
                  </a:lnTo>
                  <a:lnTo>
                    <a:pt x="66690" y="253552"/>
                  </a:lnTo>
                  <a:lnTo>
                    <a:pt x="60100" y="255978"/>
                  </a:lnTo>
                  <a:lnTo>
                    <a:pt x="49468" y="255798"/>
                  </a:lnTo>
                  <a:lnTo>
                    <a:pt x="41033" y="257775"/>
                  </a:lnTo>
                  <a:lnTo>
                    <a:pt x="37782" y="256786"/>
                  </a:lnTo>
                  <a:lnTo>
                    <a:pt x="35498" y="255259"/>
                  </a:lnTo>
                  <a:lnTo>
                    <a:pt x="33828" y="252833"/>
                  </a:lnTo>
                  <a:lnTo>
                    <a:pt x="31280" y="251305"/>
                  </a:lnTo>
                  <a:lnTo>
                    <a:pt x="28556" y="249598"/>
                  </a:lnTo>
                  <a:lnTo>
                    <a:pt x="27590" y="246633"/>
                  </a:lnTo>
                  <a:lnTo>
                    <a:pt x="26184" y="244836"/>
                  </a:lnTo>
                  <a:lnTo>
                    <a:pt x="22845" y="242950"/>
                  </a:lnTo>
                  <a:lnTo>
                    <a:pt x="18188" y="240074"/>
                  </a:lnTo>
                  <a:lnTo>
                    <a:pt x="16606" y="237469"/>
                  </a:lnTo>
                  <a:lnTo>
                    <a:pt x="15552" y="235043"/>
                  </a:lnTo>
                  <a:lnTo>
                    <a:pt x="13531" y="232527"/>
                  </a:lnTo>
                  <a:lnTo>
                    <a:pt x="9313" y="229742"/>
                  </a:lnTo>
                  <a:lnTo>
                    <a:pt x="7820" y="227406"/>
                  </a:lnTo>
                  <a:lnTo>
                    <a:pt x="6326" y="225878"/>
                  </a:lnTo>
                  <a:lnTo>
                    <a:pt x="2811" y="223812"/>
                  </a:lnTo>
                  <a:lnTo>
                    <a:pt x="615" y="221116"/>
                  </a:lnTo>
                  <a:lnTo>
                    <a:pt x="0" y="218151"/>
                  </a:lnTo>
                  <a:lnTo>
                    <a:pt x="878" y="215456"/>
                  </a:lnTo>
                  <a:lnTo>
                    <a:pt x="2987" y="211323"/>
                  </a:lnTo>
                  <a:lnTo>
                    <a:pt x="4569" y="209077"/>
                  </a:lnTo>
                  <a:lnTo>
                    <a:pt x="6853" y="204494"/>
                  </a:lnTo>
                  <a:lnTo>
                    <a:pt x="8786" y="199553"/>
                  </a:lnTo>
                  <a:lnTo>
                    <a:pt x="9928" y="198115"/>
                  </a:lnTo>
                  <a:lnTo>
                    <a:pt x="15552" y="189939"/>
                  </a:lnTo>
                  <a:lnTo>
                    <a:pt x="18100" y="185806"/>
                  </a:lnTo>
                  <a:lnTo>
                    <a:pt x="25129" y="183650"/>
                  </a:lnTo>
                  <a:lnTo>
                    <a:pt x="29698" y="182302"/>
                  </a:lnTo>
                  <a:lnTo>
                    <a:pt x="30489" y="182302"/>
                  </a:lnTo>
                  <a:lnTo>
                    <a:pt x="31192" y="182302"/>
                  </a:lnTo>
                  <a:lnTo>
                    <a:pt x="32334" y="180864"/>
                  </a:lnTo>
                  <a:lnTo>
                    <a:pt x="32598" y="180595"/>
                  </a:lnTo>
                  <a:lnTo>
                    <a:pt x="32862" y="180235"/>
                  </a:lnTo>
                  <a:lnTo>
                    <a:pt x="33037" y="179966"/>
                  </a:lnTo>
                  <a:lnTo>
                    <a:pt x="33564" y="179606"/>
                  </a:lnTo>
                  <a:lnTo>
                    <a:pt x="33740" y="179427"/>
                  </a:lnTo>
                  <a:lnTo>
                    <a:pt x="33916" y="179157"/>
                  </a:lnTo>
                  <a:lnTo>
                    <a:pt x="34092" y="178528"/>
                  </a:lnTo>
                  <a:lnTo>
                    <a:pt x="34092" y="178169"/>
                  </a:lnTo>
                  <a:lnTo>
                    <a:pt x="34267" y="178169"/>
                  </a:lnTo>
                  <a:lnTo>
                    <a:pt x="36288" y="178798"/>
                  </a:lnTo>
                  <a:lnTo>
                    <a:pt x="37079" y="178708"/>
                  </a:lnTo>
                  <a:lnTo>
                    <a:pt x="37518" y="178438"/>
                  </a:lnTo>
                  <a:lnTo>
                    <a:pt x="37782" y="178438"/>
                  </a:lnTo>
                  <a:lnTo>
                    <a:pt x="38134" y="178528"/>
                  </a:lnTo>
                  <a:lnTo>
                    <a:pt x="39539" y="178169"/>
                  </a:lnTo>
                  <a:lnTo>
                    <a:pt x="40506" y="178169"/>
                  </a:lnTo>
                  <a:lnTo>
                    <a:pt x="42703" y="177809"/>
                  </a:lnTo>
                  <a:lnTo>
                    <a:pt x="43230" y="176731"/>
                  </a:lnTo>
                  <a:lnTo>
                    <a:pt x="43669" y="175743"/>
                  </a:lnTo>
                  <a:lnTo>
                    <a:pt x="45251" y="172239"/>
                  </a:lnTo>
                  <a:lnTo>
                    <a:pt x="47184" y="167567"/>
                  </a:lnTo>
                  <a:lnTo>
                    <a:pt x="47799" y="165949"/>
                  </a:lnTo>
                  <a:lnTo>
                    <a:pt x="47799" y="165770"/>
                  </a:lnTo>
                  <a:lnTo>
                    <a:pt x="48678" y="163613"/>
                  </a:lnTo>
                  <a:lnTo>
                    <a:pt x="48853" y="162984"/>
                  </a:lnTo>
                  <a:lnTo>
                    <a:pt x="49293" y="161996"/>
                  </a:lnTo>
                  <a:lnTo>
                    <a:pt x="51929" y="155078"/>
                  </a:lnTo>
                  <a:lnTo>
                    <a:pt x="52104" y="154629"/>
                  </a:lnTo>
                  <a:lnTo>
                    <a:pt x="53598" y="151664"/>
                  </a:lnTo>
                  <a:lnTo>
                    <a:pt x="54477" y="149867"/>
                  </a:lnTo>
                  <a:lnTo>
                    <a:pt x="52895" y="148339"/>
                  </a:lnTo>
                  <a:lnTo>
                    <a:pt x="52368" y="147890"/>
                  </a:lnTo>
                  <a:lnTo>
                    <a:pt x="51841" y="147441"/>
                  </a:lnTo>
                  <a:lnTo>
                    <a:pt x="50435" y="146093"/>
                  </a:lnTo>
                  <a:lnTo>
                    <a:pt x="47711" y="143487"/>
                  </a:lnTo>
                  <a:lnTo>
                    <a:pt x="45075" y="140882"/>
                  </a:lnTo>
                  <a:lnTo>
                    <a:pt x="44811" y="140612"/>
                  </a:lnTo>
                  <a:lnTo>
                    <a:pt x="44548" y="140433"/>
                  </a:lnTo>
                  <a:lnTo>
                    <a:pt x="42088" y="137917"/>
                  </a:lnTo>
                  <a:lnTo>
                    <a:pt x="38836" y="134772"/>
                  </a:lnTo>
                  <a:lnTo>
                    <a:pt x="38309" y="134053"/>
                  </a:lnTo>
                  <a:lnTo>
                    <a:pt x="35322" y="130010"/>
                  </a:lnTo>
                  <a:lnTo>
                    <a:pt x="31280" y="124350"/>
                  </a:lnTo>
                  <a:lnTo>
                    <a:pt x="28292" y="118779"/>
                  </a:lnTo>
                  <a:lnTo>
                    <a:pt x="26974" y="116443"/>
                  </a:lnTo>
                  <a:lnTo>
                    <a:pt x="26535" y="115365"/>
                  </a:lnTo>
                  <a:lnTo>
                    <a:pt x="25129" y="112400"/>
                  </a:lnTo>
                  <a:lnTo>
                    <a:pt x="23372" y="107458"/>
                  </a:lnTo>
                  <a:lnTo>
                    <a:pt x="26447" y="107638"/>
                  </a:lnTo>
                  <a:lnTo>
                    <a:pt x="26974" y="107728"/>
                  </a:lnTo>
                  <a:lnTo>
                    <a:pt x="30665" y="108177"/>
                  </a:lnTo>
                  <a:lnTo>
                    <a:pt x="36025" y="108716"/>
                  </a:lnTo>
                  <a:lnTo>
                    <a:pt x="39539" y="109165"/>
                  </a:lnTo>
                  <a:lnTo>
                    <a:pt x="43054" y="109794"/>
                  </a:lnTo>
                  <a:lnTo>
                    <a:pt x="48853" y="110872"/>
                  </a:lnTo>
                  <a:lnTo>
                    <a:pt x="50083" y="109974"/>
                  </a:lnTo>
                  <a:lnTo>
                    <a:pt x="55267" y="106200"/>
                  </a:lnTo>
                  <a:lnTo>
                    <a:pt x="60627" y="109255"/>
                  </a:lnTo>
                  <a:lnTo>
                    <a:pt x="61506" y="109615"/>
                  </a:lnTo>
                  <a:lnTo>
                    <a:pt x="64581" y="110872"/>
                  </a:lnTo>
                  <a:lnTo>
                    <a:pt x="68272" y="112130"/>
                  </a:lnTo>
                  <a:lnTo>
                    <a:pt x="72226" y="113119"/>
                  </a:lnTo>
                  <a:lnTo>
                    <a:pt x="76707" y="113837"/>
                  </a:lnTo>
                  <a:lnTo>
                    <a:pt x="78376" y="114107"/>
                  </a:lnTo>
                  <a:lnTo>
                    <a:pt x="78904" y="114197"/>
                  </a:lnTo>
                  <a:lnTo>
                    <a:pt x="81540" y="114556"/>
                  </a:lnTo>
                  <a:lnTo>
                    <a:pt x="84439" y="114736"/>
                  </a:lnTo>
                  <a:lnTo>
                    <a:pt x="103594" y="115185"/>
                  </a:lnTo>
                  <a:lnTo>
                    <a:pt x="103945" y="115185"/>
                  </a:lnTo>
                  <a:lnTo>
                    <a:pt x="116247" y="115095"/>
                  </a:lnTo>
                  <a:lnTo>
                    <a:pt x="120552" y="115185"/>
                  </a:lnTo>
                  <a:lnTo>
                    <a:pt x="123715" y="115095"/>
                  </a:lnTo>
                  <a:lnTo>
                    <a:pt x="127230" y="115095"/>
                  </a:lnTo>
                  <a:lnTo>
                    <a:pt x="131360" y="114736"/>
                  </a:lnTo>
                  <a:lnTo>
                    <a:pt x="135050" y="114017"/>
                  </a:lnTo>
                  <a:lnTo>
                    <a:pt x="137862" y="113298"/>
                  </a:lnTo>
                  <a:lnTo>
                    <a:pt x="140059" y="112490"/>
                  </a:lnTo>
                  <a:lnTo>
                    <a:pt x="144100" y="110872"/>
                  </a:lnTo>
                  <a:lnTo>
                    <a:pt x="146209" y="109794"/>
                  </a:lnTo>
                  <a:lnTo>
                    <a:pt x="148494" y="108447"/>
                  </a:lnTo>
                  <a:lnTo>
                    <a:pt x="150251" y="107278"/>
                  </a:lnTo>
                  <a:lnTo>
                    <a:pt x="155172" y="104134"/>
                  </a:lnTo>
                  <a:lnTo>
                    <a:pt x="156929" y="102786"/>
                  </a:lnTo>
                  <a:lnTo>
                    <a:pt x="161937" y="98833"/>
                  </a:lnTo>
                  <a:lnTo>
                    <a:pt x="162201" y="98653"/>
                  </a:lnTo>
                  <a:lnTo>
                    <a:pt x="167473" y="94520"/>
                  </a:lnTo>
                  <a:lnTo>
                    <a:pt x="172745" y="90387"/>
                  </a:lnTo>
                  <a:lnTo>
                    <a:pt x="178896" y="85535"/>
                  </a:lnTo>
                  <a:lnTo>
                    <a:pt x="194448" y="73316"/>
                  </a:lnTo>
                  <a:lnTo>
                    <a:pt x="194624" y="73226"/>
                  </a:lnTo>
                  <a:lnTo>
                    <a:pt x="198050" y="70530"/>
                  </a:lnTo>
                  <a:lnTo>
                    <a:pt x="199281" y="69632"/>
                  </a:lnTo>
                  <a:lnTo>
                    <a:pt x="204553" y="65409"/>
                  </a:lnTo>
                  <a:lnTo>
                    <a:pt x="218787" y="54268"/>
                  </a:lnTo>
                  <a:lnTo>
                    <a:pt x="222038" y="51662"/>
                  </a:lnTo>
                  <a:lnTo>
                    <a:pt x="226783" y="47529"/>
                  </a:lnTo>
                  <a:lnTo>
                    <a:pt x="228013" y="46451"/>
                  </a:lnTo>
                  <a:lnTo>
                    <a:pt x="228540" y="46002"/>
                  </a:lnTo>
                  <a:lnTo>
                    <a:pt x="231703" y="43576"/>
                  </a:lnTo>
                  <a:lnTo>
                    <a:pt x="234339" y="41689"/>
                  </a:lnTo>
                  <a:lnTo>
                    <a:pt x="236887" y="39802"/>
                  </a:lnTo>
                  <a:lnTo>
                    <a:pt x="238205" y="38814"/>
                  </a:lnTo>
                  <a:lnTo>
                    <a:pt x="238557" y="38544"/>
                  </a:lnTo>
                  <a:lnTo>
                    <a:pt x="239348" y="38005"/>
                  </a:lnTo>
                  <a:lnTo>
                    <a:pt x="239699" y="37736"/>
                  </a:lnTo>
                  <a:lnTo>
                    <a:pt x="241808" y="36298"/>
                  </a:lnTo>
                  <a:lnTo>
                    <a:pt x="243741" y="34951"/>
                  </a:lnTo>
                  <a:lnTo>
                    <a:pt x="245498" y="33872"/>
                  </a:lnTo>
                  <a:lnTo>
                    <a:pt x="252791" y="29290"/>
                  </a:lnTo>
                  <a:lnTo>
                    <a:pt x="260084" y="26325"/>
                  </a:lnTo>
                  <a:lnTo>
                    <a:pt x="260611" y="26145"/>
                  </a:lnTo>
                  <a:lnTo>
                    <a:pt x="273264" y="22821"/>
                  </a:lnTo>
                  <a:lnTo>
                    <a:pt x="278536" y="22012"/>
                  </a:lnTo>
                  <a:lnTo>
                    <a:pt x="305248" y="17700"/>
                  </a:lnTo>
                  <a:lnTo>
                    <a:pt x="311222" y="16711"/>
                  </a:lnTo>
                  <a:lnTo>
                    <a:pt x="311662" y="15813"/>
                  </a:lnTo>
                  <a:lnTo>
                    <a:pt x="352608" y="9164"/>
                  </a:lnTo>
                  <a:lnTo>
                    <a:pt x="353662" y="8984"/>
                  </a:lnTo>
                  <a:lnTo>
                    <a:pt x="353662" y="9434"/>
                  </a:lnTo>
                  <a:lnTo>
                    <a:pt x="361746" y="7996"/>
                  </a:lnTo>
                  <a:lnTo>
                    <a:pt x="361658" y="7637"/>
                  </a:lnTo>
                  <a:lnTo>
                    <a:pt x="373168" y="5840"/>
                  </a:lnTo>
                  <a:lnTo>
                    <a:pt x="374135" y="5660"/>
                  </a:lnTo>
                  <a:lnTo>
                    <a:pt x="376419" y="5211"/>
                  </a:lnTo>
                  <a:lnTo>
                    <a:pt x="385030" y="3863"/>
                  </a:lnTo>
                  <a:lnTo>
                    <a:pt x="400231" y="1617"/>
                  </a:lnTo>
                  <a:lnTo>
                    <a:pt x="411214" y="0"/>
                  </a:lnTo>
                  <a:lnTo>
                    <a:pt x="411917" y="2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182241" y="3791286"/>
              <a:ext cx="625169" cy="884467"/>
            </a:xfrm>
            <a:custGeom>
              <a:avLst/>
              <a:pathLst>
                <a:path w="625169" h="884467">
                  <a:moveTo>
                    <a:pt x="518412" y="359"/>
                  </a:moveTo>
                  <a:lnTo>
                    <a:pt x="520520" y="718"/>
                  </a:lnTo>
                  <a:lnTo>
                    <a:pt x="522629" y="1078"/>
                  </a:lnTo>
                  <a:lnTo>
                    <a:pt x="524650" y="1437"/>
                  </a:lnTo>
                  <a:lnTo>
                    <a:pt x="525968" y="1796"/>
                  </a:lnTo>
                  <a:lnTo>
                    <a:pt x="526583" y="1796"/>
                  </a:lnTo>
                  <a:lnTo>
                    <a:pt x="526671" y="1976"/>
                  </a:lnTo>
                  <a:lnTo>
                    <a:pt x="528780" y="2515"/>
                  </a:lnTo>
                  <a:lnTo>
                    <a:pt x="530273" y="3234"/>
                  </a:lnTo>
                  <a:lnTo>
                    <a:pt x="531328" y="3773"/>
                  </a:lnTo>
                  <a:lnTo>
                    <a:pt x="533085" y="5031"/>
                  </a:lnTo>
                  <a:lnTo>
                    <a:pt x="533612" y="5750"/>
                  </a:lnTo>
                  <a:lnTo>
                    <a:pt x="534052" y="7187"/>
                  </a:lnTo>
                  <a:lnTo>
                    <a:pt x="533964" y="10332"/>
                  </a:lnTo>
                  <a:lnTo>
                    <a:pt x="532558" y="13028"/>
                  </a:lnTo>
                  <a:lnTo>
                    <a:pt x="531504" y="13926"/>
                  </a:lnTo>
                  <a:lnTo>
                    <a:pt x="529571" y="14735"/>
                  </a:lnTo>
                  <a:lnTo>
                    <a:pt x="527637" y="15633"/>
                  </a:lnTo>
                  <a:lnTo>
                    <a:pt x="524826" y="17250"/>
                  </a:lnTo>
                  <a:lnTo>
                    <a:pt x="522629" y="18958"/>
                  </a:lnTo>
                  <a:lnTo>
                    <a:pt x="520169" y="21204"/>
                  </a:lnTo>
                  <a:lnTo>
                    <a:pt x="518412" y="23450"/>
                  </a:lnTo>
                  <a:lnTo>
                    <a:pt x="527637" y="31716"/>
                  </a:lnTo>
                  <a:lnTo>
                    <a:pt x="526407" y="33693"/>
                  </a:lnTo>
                  <a:lnTo>
                    <a:pt x="532909" y="37736"/>
                  </a:lnTo>
                  <a:lnTo>
                    <a:pt x="534403" y="39623"/>
                  </a:lnTo>
                  <a:lnTo>
                    <a:pt x="531767" y="41689"/>
                  </a:lnTo>
                  <a:lnTo>
                    <a:pt x="527198" y="46990"/>
                  </a:lnTo>
                  <a:lnTo>
                    <a:pt x="523332" y="52381"/>
                  </a:lnTo>
                  <a:lnTo>
                    <a:pt x="519290" y="59839"/>
                  </a:lnTo>
                  <a:lnTo>
                    <a:pt x="516742" y="63792"/>
                  </a:lnTo>
                  <a:lnTo>
                    <a:pt x="514633" y="67835"/>
                  </a:lnTo>
                  <a:lnTo>
                    <a:pt x="511822" y="71788"/>
                  </a:lnTo>
                  <a:lnTo>
                    <a:pt x="509976" y="72327"/>
                  </a:lnTo>
                  <a:lnTo>
                    <a:pt x="509888" y="72507"/>
                  </a:lnTo>
                  <a:lnTo>
                    <a:pt x="510504" y="76550"/>
                  </a:lnTo>
                  <a:lnTo>
                    <a:pt x="512261" y="86793"/>
                  </a:lnTo>
                  <a:lnTo>
                    <a:pt x="511206" y="91375"/>
                  </a:lnTo>
                  <a:lnTo>
                    <a:pt x="508043" y="96766"/>
                  </a:lnTo>
                  <a:lnTo>
                    <a:pt x="505934" y="100091"/>
                  </a:lnTo>
                  <a:lnTo>
                    <a:pt x="505847" y="100360"/>
                  </a:lnTo>
                  <a:lnTo>
                    <a:pt x="504089" y="103505"/>
                  </a:lnTo>
                  <a:lnTo>
                    <a:pt x="502068" y="111591"/>
                  </a:lnTo>
                  <a:lnTo>
                    <a:pt x="500838" y="117791"/>
                  </a:lnTo>
                  <a:lnTo>
                    <a:pt x="501014" y="126865"/>
                  </a:lnTo>
                  <a:lnTo>
                    <a:pt x="502332" y="135760"/>
                  </a:lnTo>
                  <a:lnTo>
                    <a:pt x="504616" y="143218"/>
                  </a:lnTo>
                  <a:lnTo>
                    <a:pt x="507604" y="149867"/>
                  </a:lnTo>
                  <a:lnTo>
                    <a:pt x="507780" y="150226"/>
                  </a:lnTo>
                  <a:lnTo>
                    <a:pt x="508395" y="151394"/>
                  </a:lnTo>
                  <a:lnTo>
                    <a:pt x="509449" y="153371"/>
                  </a:lnTo>
                  <a:lnTo>
                    <a:pt x="509888" y="154090"/>
                  </a:lnTo>
                  <a:lnTo>
                    <a:pt x="509976" y="154269"/>
                  </a:lnTo>
                  <a:lnTo>
                    <a:pt x="510328" y="154988"/>
                  </a:lnTo>
                  <a:lnTo>
                    <a:pt x="510679" y="155527"/>
                  </a:lnTo>
                  <a:lnTo>
                    <a:pt x="510943" y="155707"/>
                  </a:lnTo>
                  <a:lnTo>
                    <a:pt x="514809" y="159121"/>
                  </a:lnTo>
                  <a:lnTo>
                    <a:pt x="517269" y="161996"/>
                  </a:lnTo>
                  <a:lnTo>
                    <a:pt x="521311" y="167657"/>
                  </a:lnTo>
                  <a:lnTo>
                    <a:pt x="523596" y="171071"/>
                  </a:lnTo>
                  <a:lnTo>
                    <a:pt x="528428" y="178618"/>
                  </a:lnTo>
                  <a:lnTo>
                    <a:pt x="528516" y="178888"/>
                  </a:lnTo>
                  <a:lnTo>
                    <a:pt x="533173" y="188681"/>
                  </a:lnTo>
                  <a:lnTo>
                    <a:pt x="532734" y="195510"/>
                  </a:lnTo>
                  <a:lnTo>
                    <a:pt x="541169" y="207100"/>
                  </a:lnTo>
                  <a:lnTo>
                    <a:pt x="546792" y="210604"/>
                  </a:lnTo>
                  <a:lnTo>
                    <a:pt x="561993" y="223363"/>
                  </a:lnTo>
                  <a:lnTo>
                    <a:pt x="565420" y="226957"/>
                  </a:lnTo>
                  <a:lnTo>
                    <a:pt x="571922" y="236391"/>
                  </a:lnTo>
                  <a:lnTo>
                    <a:pt x="577018" y="241692"/>
                  </a:lnTo>
                  <a:lnTo>
                    <a:pt x="580621" y="247891"/>
                  </a:lnTo>
                  <a:lnTo>
                    <a:pt x="584311" y="252204"/>
                  </a:lnTo>
                  <a:lnTo>
                    <a:pt x="586332" y="255439"/>
                  </a:lnTo>
                  <a:lnTo>
                    <a:pt x="592131" y="257864"/>
                  </a:lnTo>
                  <a:lnTo>
                    <a:pt x="592747" y="264783"/>
                  </a:lnTo>
                  <a:lnTo>
                    <a:pt x="594240" y="270443"/>
                  </a:lnTo>
                  <a:lnTo>
                    <a:pt x="594240" y="277541"/>
                  </a:lnTo>
                  <a:lnTo>
                    <a:pt x="596525" y="287964"/>
                  </a:lnTo>
                  <a:lnTo>
                    <a:pt x="600303" y="296050"/>
                  </a:lnTo>
                  <a:lnTo>
                    <a:pt x="603554" y="301800"/>
                  </a:lnTo>
                  <a:lnTo>
                    <a:pt x="613395" y="308090"/>
                  </a:lnTo>
                  <a:lnTo>
                    <a:pt x="612604" y="316625"/>
                  </a:lnTo>
                  <a:lnTo>
                    <a:pt x="611989" y="326329"/>
                  </a:lnTo>
                  <a:lnTo>
                    <a:pt x="612692" y="334325"/>
                  </a:lnTo>
                  <a:lnTo>
                    <a:pt x="615065" y="339626"/>
                  </a:lnTo>
                  <a:lnTo>
                    <a:pt x="616383" y="348252"/>
                  </a:lnTo>
                  <a:lnTo>
                    <a:pt x="619985" y="353733"/>
                  </a:lnTo>
                  <a:lnTo>
                    <a:pt x="620776" y="357237"/>
                  </a:lnTo>
                  <a:lnTo>
                    <a:pt x="620776" y="361100"/>
                  </a:lnTo>
                  <a:lnTo>
                    <a:pt x="623939" y="366761"/>
                  </a:lnTo>
                  <a:lnTo>
                    <a:pt x="625169" y="369007"/>
                  </a:lnTo>
                  <a:lnTo>
                    <a:pt x="625081" y="370444"/>
                  </a:lnTo>
                  <a:lnTo>
                    <a:pt x="620600" y="375656"/>
                  </a:lnTo>
                  <a:lnTo>
                    <a:pt x="610759" y="371612"/>
                  </a:lnTo>
                  <a:lnTo>
                    <a:pt x="598106" y="365323"/>
                  </a:lnTo>
                  <a:lnTo>
                    <a:pt x="586069" y="362538"/>
                  </a:lnTo>
                  <a:lnTo>
                    <a:pt x="578161" y="361549"/>
                  </a:lnTo>
                  <a:lnTo>
                    <a:pt x="575173" y="360022"/>
                  </a:lnTo>
                  <a:lnTo>
                    <a:pt x="573943" y="359483"/>
                  </a:lnTo>
                  <a:lnTo>
                    <a:pt x="572889" y="358764"/>
                  </a:lnTo>
                  <a:lnTo>
                    <a:pt x="571834" y="358405"/>
                  </a:lnTo>
                  <a:lnTo>
                    <a:pt x="570165" y="358045"/>
                  </a:lnTo>
                  <a:lnTo>
                    <a:pt x="568495" y="357776"/>
                  </a:lnTo>
                  <a:lnTo>
                    <a:pt x="567090" y="357776"/>
                  </a:lnTo>
                  <a:lnTo>
                    <a:pt x="565508" y="357956"/>
                  </a:lnTo>
                  <a:lnTo>
                    <a:pt x="564454" y="357956"/>
                  </a:lnTo>
                  <a:lnTo>
                    <a:pt x="563136" y="357956"/>
                  </a:lnTo>
                  <a:lnTo>
                    <a:pt x="559445" y="357596"/>
                  </a:lnTo>
                  <a:lnTo>
                    <a:pt x="556985" y="357596"/>
                  </a:lnTo>
                  <a:lnTo>
                    <a:pt x="553470" y="357686"/>
                  </a:lnTo>
                  <a:lnTo>
                    <a:pt x="552152" y="358225"/>
                  </a:lnTo>
                  <a:lnTo>
                    <a:pt x="551010" y="358584"/>
                  </a:lnTo>
                  <a:lnTo>
                    <a:pt x="550131" y="359663"/>
                  </a:lnTo>
                  <a:lnTo>
                    <a:pt x="548022" y="361370"/>
                  </a:lnTo>
                  <a:lnTo>
                    <a:pt x="546177" y="362807"/>
                  </a:lnTo>
                  <a:lnTo>
                    <a:pt x="543805" y="364425"/>
                  </a:lnTo>
                  <a:lnTo>
                    <a:pt x="541696" y="365413"/>
                  </a:lnTo>
                  <a:lnTo>
                    <a:pt x="540466" y="366581"/>
                  </a:lnTo>
                  <a:lnTo>
                    <a:pt x="538533" y="368019"/>
                  </a:lnTo>
                  <a:lnTo>
                    <a:pt x="536951" y="369995"/>
                  </a:lnTo>
                  <a:lnTo>
                    <a:pt x="536248" y="371523"/>
                  </a:lnTo>
                  <a:lnTo>
                    <a:pt x="535194" y="373589"/>
                  </a:lnTo>
                  <a:lnTo>
                    <a:pt x="534315" y="375117"/>
                  </a:lnTo>
                  <a:lnTo>
                    <a:pt x="533349" y="376285"/>
                  </a:lnTo>
                  <a:lnTo>
                    <a:pt x="532470" y="377632"/>
                  </a:lnTo>
                  <a:lnTo>
                    <a:pt x="532294" y="378980"/>
                  </a:lnTo>
                  <a:lnTo>
                    <a:pt x="531943" y="380238"/>
                  </a:lnTo>
                  <a:lnTo>
                    <a:pt x="530713" y="383113"/>
                  </a:lnTo>
                  <a:lnTo>
                    <a:pt x="530186" y="384191"/>
                  </a:lnTo>
                  <a:lnTo>
                    <a:pt x="529131" y="387605"/>
                  </a:lnTo>
                  <a:lnTo>
                    <a:pt x="528165" y="389942"/>
                  </a:lnTo>
                  <a:lnTo>
                    <a:pt x="527550" y="391559"/>
                  </a:lnTo>
                  <a:lnTo>
                    <a:pt x="526671" y="392637"/>
                  </a:lnTo>
                  <a:lnTo>
                    <a:pt x="525704" y="393895"/>
                  </a:lnTo>
                  <a:lnTo>
                    <a:pt x="524826" y="394704"/>
                  </a:lnTo>
                  <a:lnTo>
                    <a:pt x="523947" y="395512"/>
                  </a:lnTo>
                  <a:lnTo>
                    <a:pt x="522365" y="396141"/>
                  </a:lnTo>
                  <a:lnTo>
                    <a:pt x="521399" y="396141"/>
                  </a:lnTo>
                  <a:lnTo>
                    <a:pt x="520257" y="396231"/>
                  </a:lnTo>
                  <a:lnTo>
                    <a:pt x="519378" y="396321"/>
                  </a:lnTo>
                  <a:lnTo>
                    <a:pt x="518587" y="396500"/>
                  </a:lnTo>
                  <a:lnTo>
                    <a:pt x="517972" y="396680"/>
                  </a:lnTo>
                  <a:lnTo>
                    <a:pt x="517445" y="396860"/>
                  </a:lnTo>
                  <a:lnTo>
                    <a:pt x="516742" y="397219"/>
                  </a:lnTo>
                  <a:lnTo>
                    <a:pt x="515600" y="397938"/>
                  </a:lnTo>
                  <a:lnTo>
                    <a:pt x="514633" y="398208"/>
                  </a:lnTo>
                  <a:lnTo>
                    <a:pt x="513403" y="398297"/>
                  </a:lnTo>
                  <a:lnTo>
                    <a:pt x="512261" y="398657"/>
                  </a:lnTo>
                  <a:lnTo>
                    <a:pt x="511294" y="399376"/>
                  </a:lnTo>
                  <a:lnTo>
                    <a:pt x="510328" y="400634"/>
                  </a:lnTo>
                  <a:lnTo>
                    <a:pt x="509801" y="401622"/>
                  </a:lnTo>
                  <a:lnTo>
                    <a:pt x="508834" y="403059"/>
                  </a:lnTo>
                  <a:lnTo>
                    <a:pt x="508219" y="403149"/>
                  </a:lnTo>
                  <a:lnTo>
                    <a:pt x="507252" y="404138"/>
                  </a:lnTo>
                  <a:lnTo>
                    <a:pt x="506725" y="405126"/>
                  </a:lnTo>
                  <a:lnTo>
                    <a:pt x="506022" y="406653"/>
                  </a:lnTo>
                  <a:lnTo>
                    <a:pt x="505144" y="408271"/>
                  </a:lnTo>
                  <a:lnTo>
                    <a:pt x="504704" y="409618"/>
                  </a:lnTo>
                  <a:lnTo>
                    <a:pt x="504177" y="410786"/>
                  </a:lnTo>
                  <a:lnTo>
                    <a:pt x="502947" y="412583"/>
                  </a:lnTo>
                  <a:lnTo>
                    <a:pt x="502508" y="414021"/>
                  </a:lnTo>
                  <a:lnTo>
                    <a:pt x="501717" y="415728"/>
                  </a:lnTo>
                  <a:lnTo>
                    <a:pt x="501629" y="415998"/>
                  </a:lnTo>
                  <a:lnTo>
                    <a:pt x="500750" y="417166"/>
                  </a:lnTo>
                  <a:lnTo>
                    <a:pt x="500399" y="418154"/>
                  </a:lnTo>
                  <a:lnTo>
                    <a:pt x="499784" y="419502"/>
                  </a:lnTo>
                  <a:lnTo>
                    <a:pt x="498905" y="421209"/>
                  </a:lnTo>
                  <a:lnTo>
                    <a:pt x="498290" y="422826"/>
                  </a:lnTo>
                  <a:lnTo>
                    <a:pt x="497939" y="424174"/>
                  </a:lnTo>
                  <a:lnTo>
                    <a:pt x="497675" y="425432"/>
                  </a:lnTo>
                  <a:lnTo>
                    <a:pt x="497236" y="426959"/>
                  </a:lnTo>
                  <a:lnTo>
                    <a:pt x="497148" y="427768"/>
                  </a:lnTo>
                  <a:lnTo>
                    <a:pt x="497148" y="428936"/>
                  </a:lnTo>
                  <a:lnTo>
                    <a:pt x="496796" y="430373"/>
                  </a:lnTo>
                  <a:lnTo>
                    <a:pt x="496621" y="431541"/>
                  </a:lnTo>
                  <a:lnTo>
                    <a:pt x="496445" y="432799"/>
                  </a:lnTo>
                  <a:lnTo>
                    <a:pt x="496093" y="433698"/>
                  </a:lnTo>
                  <a:lnTo>
                    <a:pt x="495830" y="434057"/>
                  </a:lnTo>
                  <a:lnTo>
                    <a:pt x="495127" y="435135"/>
                  </a:lnTo>
                  <a:lnTo>
                    <a:pt x="494424" y="436393"/>
                  </a:lnTo>
                  <a:lnTo>
                    <a:pt x="494248" y="437561"/>
                  </a:lnTo>
                  <a:lnTo>
                    <a:pt x="493985" y="439089"/>
                  </a:lnTo>
                  <a:lnTo>
                    <a:pt x="493370" y="441155"/>
                  </a:lnTo>
                  <a:lnTo>
                    <a:pt x="492667" y="442143"/>
                  </a:lnTo>
                  <a:lnTo>
                    <a:pt x="492139" y="443222"/>
                  </a:lnTo>
                  <a:lnTo>
                    <a:pt x="492052" y="445648"/>
                  </a:lnTo>
                  <a:lnTo>
                    <a:pt x="491612" y="447265"/>
                  </a:lnTo>
                  <a:lnTo>
                    <a:pt x="491437" y="449152"/>
                  </a:lnTo>
                  <a:lnTo>
                    <a:pt x="491437" y="450589"/>
                  </a:lnTo>
                  <a:lnTo>
                    <a:pt x="491524" y="451578"/>
                  </a:lnTo>
                  <a:lnTo>
                    <a:pt x="491876" y="452476"/>
                  </a:lnTo>
                  <a:lnTo>
                    <a:pt x="492139" y="454003"/>
                  </a:lnTo>
                  <a:lnTo>
                    <a:pt x="492315" y="455171"/>
                  </a:lnTo>
                  <a:lnTo>
                    <a:pt x="492227" y="456340"/>
                  </a:lnTo>
                  <a:lnTo>
                    <a:pt x="492403" y="457687"/>
                  </a:lnTo>
                  <a:lnTo>
                    <a:pt x="492315" y="458676"/>
                  </a:lnTo>
                  <a:lnTo>
                    <a:pt x="492403" y="459664"/>
                  </a:lnTo>
                  <a:lnTo>
                    <a:pt x="492491" y="460562"/>
                  </a:lnTo>
                  <a:lnTo>
                    <a:pt x="492579" y="461371"/>
                  </a:lnTo>
                  <a:lnTo>
                    <a:pt x="492403" y="462000"/>
                  </a:lnTo>
                  <a:lnTo>
                    <a:pt x="491876" y="462988"/>
                  </a:lnTo>
                  <a:lnTo>
                    <a:pt x="491085" y="464066"/>
                  </a:lnTo>
                  <a:lnTo>
                    <a:pt x="490470" y="464695"/>
                  </a:lnTo>
                  <a:lnTo>
                    <a:pt x="489767" y="465504"/>
                  </a:lnTo>
                  <a:lnTo>
                    <a:pt x="489240" y="466492"/>
                  </a:lnTo>
                  <a:lnTo>
                    <a:pt x="488625" y="467481"/>
                  </a:lnTo>
                  <a:lnTo>
                    <a:pt x="488098" y="467840"/>
                  </a:lnTo>
                  <a:lnTo>
                    <a:pt x="487219" y="467840"/>
                  </a:lnTo>
                  <a:lnTo>
                    <a:pt x="486604" y="467930"/>
                  </a:lnTo>
                  <a:lnTo>
                    <a:pt x="485725" y="468200"/>
                  </a:lnTo>
                  <a:lnTo>
                    <a:pt x="484671" y="468918"/>
                  </a:lnTo>
                  <a:lnTo>
                    <a:pt x="484056" y="469368"/>
                  </a:lnTo>
                  <a:lnTo>
                    <a:pt x="483265" y="469817"/>
                  </a:lnTo>
                  <a:lnTo>
                    <a:pt x="482298" y="470446"/>
                  </a:lnTo>
                  <a:lnTo>
                    <a:pt x="481420" y="470985"/>
                  </a:lnTo>
                  <a:lnTo>
                    <a:pt x="480717" y="471524"/>
                  </a:lnTo>
                  <a:lnTo>
                    <a:pt x="480190" y="471793"/>
                  </a:lnTo>
                  <a:lnTo>
                    <a:pt x="479750" y="472333"/>
                  </a:lnTo>
                  <a:lnTo>
                    <a:pt x="478784" y="472961"/>
                  </a:lnTo>
                  <a:lnTo>
                    <a:pt x="477817" y="473770"/>
                  </a:lnTo>
                  <a:lnTo>
                    <a:pt x="477114" y="474219"/>
                  </a:lnTo>
                  <a:lnTo>
                    <a:pt x="476060" y="475298"/>
                  </a:lnTo>
                  <a:lnTo>
                    <a:pt x="475357" y="476196"/>
                  </a:lnTo>
                  <a:lnTo>
                    <a:pt x="474566" y="476825"/>
                  </a:lnTo>
                  <a:lnTo>
                    <a:pt x="473600" y="477274"/>
                  </a:lnTo>
                  <a:lnTo>
                    <a:pt x="472897" y="477723"/>
                  </a:lnTo>
                  <a:lnTo>
                    <a:pt x="471139" y="477723"/>
                  </a:lnTo>
                  <a:lnTo>
                    <a:pt x="470436" y="477903"/>
                  </a:lnTo>
                  <a:lnTo>
                    <a:pt x="469118" y="478083"/>
                  </a:lnTo>
                  <a:lnTo>
                    <a:pt x="468328" y="477993"/>
                  </a:lnTo>
                  <a:lnTo>
                    <a:pt x="467449" y="478173"/>
                  </a:lnTo>
                  <a:lnTo>
                    <a:pt x="466658" y="478352"/>
                  </a:lnTo>
                  <a:lnTo>
                    <a:pt x="465692" y="478622"/>
                  </a:lnTo>
                  <a:lnTo>
                    <a:pt x="464286" y="479161"/>
                  </a:lnTo>
                  <a:lnTo>
                    <a:pt x="462441" y="479790"/>
                  </a:lnTo>
                  <a:lnTo>
                    <a:pt x="461650" y="480419"/>
                  </a:lnTo>
                  <a:lnTo>
                    <a:pt x="460156" y="481856"/>
                  </a:lnTo>
                  <a:lnTo>
                    <a:pt x="457872" y="483743"/>
                  </a:lnTo>
                  <a:lnTo>
                    <a:pt x="455499" y="485720"/>
                  </a:lnTo>
                  <a:lnTo>
                    <a:pt x="454357" y="486708"/>
                  </a:lnTo>
                  <a:lnTo>
                    <a:pt x="452863" y="488595"/>
                  </a:lnTo>
                  <a:lnTo>
                    <a:pt x="451633" y="489763"/>
                  </a:lnTo>
                  <a:lnTo>
                    <a:pt x="451018" y="490392"/>
                  </a:lnTo>
                  <a:lnTo>
                    <a:pt x="450227" y="490931"/>
                  </a:lnTo>
                  <a:lnTo>
                    <a:pt x="449348" y="491201"/>
                  </a:lnTo>
                  <a:lnTo>
                    <a:pt x="448294" y="491291"/>
                  </a:lnTo>
                  <a:lnTo>
                    <a:pt x="447240" y="491560"/>
                  </a:lnTo>
                  <a:lnTo>
                    <a:pt x="446712" y="491919"/>
                  </a:lnTo>
                  <a:lnTo>
                    <a:pt x="446185" y="492279"/>
                  </a:lnTo>
                  <a:lnTo>
                    <a:pt x="445658" y="492369"/>
                  </a:lnTo>
                  <a:lnTo>
                    <a:pt x="445131" y="492459"/>
                  </a:lnTo>
                  <a:lnTo>
                    <a:pt x="444076" y="492728"/>
                  </a:lnTo>
                  <a:lnTo>
                    <a:pt x="442495" y="493088"/>
                  </a:lnTo>
                  <a:lnTo>
                    <a:pt x="441792" y="493447"/>
                  </a:lnTo>
                  <a:lnTo>
                    <a:pt x="441001" y="494076"/>
                  </a:lnTo>
                  <a:lnTo>
                    <a:pt x="440386" y="494345"/>
                  </a:lnTo>
                  <a:lnTo>
                    <a:pt x="439859" y="494795"/>
                  </a:lnTo>
                  <a:lnTo>
                    <a:pt x="438453" y="495783"/>
                  </a:lnTo>
                  <a:lnTo>
                    <a:pt x="437047" y="496861"/>
                  </a:lnTo>
                  <a:lnTo>
                    <a:pt x="435993" y="497849"/>
                  </a:lnTo>
                  <a:lnTo>
                    <a:pt x="434060" y="498838"/>
                  </a:lnTo>
                  <a:lnTo>
                    <a:pt x="432390" y="499646"/>
                  </a:lnTo>
                  <a:lnTo>
                    <a:pt x="431160" y="500275"/>
                  </a:lnTo>
                  <a:lnTo>
                    <a:pt x="429754" y="501174"/>
                  </a:lnTo>
                  <a:lnTo>
                    <a:pt x="428524" y="501713"/>
                  </a:lnTo>
                  <a:lnTo>
                    <a:pt x="426152" y="502342"/>
                  </a:lnTo>
                  <a:lnTo>
                    <a:pt x="424570" y="502611"/>
                  </a:lnTo>
                  <a:lnTo>
                    <a:pt x="423252" y="503061"/>
                  </a:lnTo>
                  <a:lnTo>
                    <a:pt x="422813" y="503779"/>
                  </a:lnTo>
                  <a:lnTo>
                    <a:pt x="422637" y="504498"/>
                  </a:lnTo>
                  <a:lnTo>
                    <a:pt x="421846" y="506116"/>
                  </a:lnTo>
                  <a:lnTo>
                    <a:pt x="421231" y="506924"/>
                  </a:lnTo>
                  <a:lnTo>
                    <a:pt x="420528" y="508272"/>
                  </a:lnTo>
                  <a:lnTo>
                    <a:pt x="418068" y="507823"/>
                  </a:lnTo>
                  <a:lnTo>
                    <a:pt x="417014" y="520401"/>
                  </a:lnTo>
                  <a:lnTo>
                    <a:pt x="406470" y="522827"/>
                  </a:lnTo>
                  <a:lnTo>
                    <a:pt x="406206" y="533519"/>
                  </a:lnTo>
                  <a:lnTo>
                    <a:pt x="391796" y="534508"/>
                  </a:lnTo>
                  <a:lnTo>
                    <a:pt x="384942" y="531543"/>
                  </a:lnTo>
                  <a:lnTo>
                    <a:pt x="386173" y="548434"/>
                  </a:lnTo>
                  <a:lnTo>
                    <a:pt x="381340" y="549782"/>
                  </a:lnTo>
                  <a:lnTo>
                    <a:pt x="376156" y="551848"/>
                  </a:lnTo>
                  <a:lnTo>
                    <a:pt x="379055" y="557868"/>
                  </a:lnTo>
                  <a:lnTo>
                    <a:pt x="380549" y="561013"/>
                  </a:lnTo>
                  <a:lnTo>
                    <a:pt x="381516" y="564337"/>
                  </a:lnTo>
                  <a:lnTo>
                    <a:pt x="382131" y="567392"/>
                  </a:lnTo>
                  <a:lnTo>
                    <a:pt x="382219" y="569638"/>
                  </a:lnTo>
                  <a:lnTo>
                    <a:pt x="382219" y="574939"/>
                  </a:lnTo>
                  <a:lnTo>
                    <a:pt x="382043" y="577904"/>
                  </a:lnTo>
                  <a:lnTo>
                    <a:pt x="381779" y="579522"/>
                  </a:lnTo>
                  <a:lnTo>
                    <a:pt x="381603" y="581049"/>
                  </a:lnTo>
                  <a:lnTo>
                    <a:pt x="381340" y="583026"/>
                  </a:lnTo>
                  <a:lnTo>
                    <a:pt x="381252" y="584463"/>
                  </a:lnTo>
                  <a:lnTo>
                    <a:pt x="381428" y="585182"/>
                  </a:lnTo>
                  <a:lnTo>
                    <a:pt x="381691" y="586620"/>
                  </a:lnTo>
                  <a:lnTo>
                    <a:pt x="382306" y="588417"/>
                  </a:lnTo>
                  <a:lnTo>
                    <a:pt x="383624" y="591382"/>
                  </a:lnTo>
                  <a:lnTo>
                    <a:pt x="384152" y="592640"/>
                  </a:lnTo>
                  <a:lnTo>
                    <a:pt x="385645" y="596413"/>
                  </a:lnTo>
                  <a:lnTo>
                    <a:pt x="381340" y="599019"/>
                  </a:lnTo>
                  <a:lnTo>
                    <a:pt x="374926" y="605128"/>
                  </a:lnTo>
                  <a:lnTo>
                    <a:pt x="371938" y="607914"/>
                  </a:lnTo>
                  <a:lnTo>
                    <a:pt x="368775" y="604410"/>
                  </a:lnTo>
                  <a:lnTo>
                    <a:pt x="369039" y="604050"/>
                  </a:lnTo>
                  <a:lnTo>
                    <a:pt x="363327" y="595605"/>
                  </a:lnTo>
                  <a:lnTo>
                    <a:pt x="360428" y="594616"/>
                  </a:lnTo>
                  <a:lnTo>
                    <a:pt x="358758" y="592280"/>
                  </a:lnTo>
                  <a:lnTo>
                    <a:pt x="357177" y="590034"/>
                  </a:lnTo>
                  <a:lnTo>
                    <a:pt x="356210" y="589854"/>
                  </a:lnTo>
                  <a:lnTo>
                    <a:pt x="354804" y="589495"/>
                  </a:lnTo>
                  <a:lnTo>
                    <a:pt x="354716" y="588866"/>
                  </a:lnTo>
                  <a:lnTo>
                    <a:pt x="354980" y="588147"/>
                  </a:lnTo>
                  <a:lnTo>
                    <a:pt x="355244" y="587518"/>
                  </a:lnTo>
                  <a:lnTo>
                    <a:pt x="355771" y="586979"/>
                  </a:lnTo>
                  <a:lnTo>
                    <a:pt x="360164" y="588417"/>
                  </a:lnTo>
                  <a:lnTo>
                    <a:pt x="364030" y="587159"/>
                  </a:lnTo>
                  <a:lnTo>
                    <a:pt x="361394" y="579162"/>
                  </a:lnTo>
                  <a:lnTo>
                    <a:pt x="360076" y="576916"/>
                  </a:lnTo>
                  <a:lnTo>
                    <a:pt x="361570" y="575568"/>
                  </a:lnTo>
                  <a:lnTo>
                    <a:pt x="357616" y="572873"/>
                  </a:lnTo>
                  <a:lnTo>
                    <a:pt x="353838" y="570088"/>
                  </a:lnTo>
                  <a:lnTo>
                    <a:pt x="350674" y="570627"/>
                  </a:lnTo>
                  <a:lnTo>
                    <a:pt x="345139" y="571705"/>
                  </a:lnTo>
                  <a:lnTo>
                    <a:pt x="344787" y="571345"/>
                  </a:lnTo>
                  <a:lnTo>
                    <a:pt x="344260" y="571076"/>
                  </a:lnTo>
                  <a:lnTo>
                    <a:pt x="343821" y="570896"/>
                  </a:lnTo>
                  <a:lnTo>
                    <a:pt x="343206" y="570537"/>
                  </a:lnTo>
                  <a:lnTo>
                    <a:pt x="342679" y="570177"/>
                  </a:lnTo>
                  <a:lnTo>
                    <a:pt x="342239" y="569459"/>
                  </a:lnTo>
                  <a:lnTo>
                    <a:pt x="341624" y="569009"/>
                  </a:lnTo>
                  <a:lnTo>
                    <a:pt x="341273" y="568740"/>
                  </a:lnTo>
                  <a:lnTo>
                    <a:pt x="340482" y="568560"/>
                  </a:lnTo>
                  <a:lnTo>
                    <a:pt x="339603" y="568470"/>
                  </a:lnTo>
                  <a:lnTo>
                    <a:pt x="339076" y="568201"/>
                  </a:lnTo>
                  <a:lnTo>
                    <a:pt x="338725" y="567931"/>
                  </a:lnTo>
                  <a:lnTo>
                    <a:pt x="338197" y="567931"/>
                  </a:lnTo>
                  <a:lnTo>
                    <a:pt x="337670" y="568021"/>
                  </a:lnTo>
                  <a:lnTo>
                    <a:pt x="337055" y="568111"/>
                  </a:lnTo>
                  <a:lnTo>
                    <a:pt x="336177" y="567662"/>
                  </a:lnTo>
                  <a:lnTo>
                    <a:pt x="335386" y="567212"/>
                  </a:lnTo>
                  <a:lnTo>
                    <a:pt x="334419" y="566943"/>
                  </a:lnTo>
                  <a:lnTo>
                    <a:pt x="333804" y="566673"/>
                  </a:lnTo>
                  <a:lnTo>
                    <a:pt x="332838" y="566494"/>
                  </a:lnTo>
                  <a:lnTo>
                    <a:pt x="330553" y="566044"/>
                  </a:lnTo>
                  <a:lnTo>
                    <a:pt x="326072" y="592280"/>
                  </a:lnTo>
                  <a:lnTo>
                    <a:pt x="321679" y="618246"/>
                  </a:lnTo>
                  <a:lnTo>
                    <a:pt x="318955" y="634060"/>
                  </a:lnTo>
                  <a:lnTo>
                    <a:pt x="318164" y="637743"/>
                  </a:lnTo>
                  <a:lnTo>
                    <a:pt x="317109" y="641697"/>
                  </a:lnTo>
                  <a:lnTo>
                    <a:pt x="315352" y="647357"/>
                  </a:lnTo>
                  <a:lnTo>
                    <a:pt x="307356" y="671616"/>
                  </a:lnTo>
                  <a:lnTo>
                    <a:pt x="306478" y="674402"/>
                  </a:lnTo>
                  <a:lnTo>
                    <a:pt x="305687" y="677726"/>
                  </a:lnTo>
                  <a:lnTo>
                    <a:pt x="304632" y="683386"/>
                  </a:lnTo>
                  <a:lnTo>
                    <a:pt x="303930" y="688328"/>
                  </a:lnTo>
                  <a:lnTo>
                    <a:pt x="303402" y="696594"/>
                  </a:lnTo>
                  <a:lnTo>
                    <a:pt x="303402" y="700907"/>
                  </a:lnTo>
                  <a:lnTo>
                    <a:pt x="303578" y="705220"/>
                  </a:lnTo>
                  <a:lnTo>
                    <a:pt x="304193" y="711419"/>
                  </a:lnTo>
                  <a:lnTo>
                    <a:pt x="305335" y="718427"/>
                  </a:lnTo>
                  <a:lnTo>
                    <a:pt x="306126" y="721662"/>
                  </a:lnTo>
                  <a:lnTo>
                    <a:pt x="307093" y="725525"/>
                  </a:lnTo>
                  <a:lnTo>
                    <a:pt x="308674" y="731276"/>
                  </a:lnTo>
                  <a:lnTo>
                    <a:pt x="294528" y="734780"/>
                  </a:lnTo>
                  <a:lnTo>
                    <a:pt x="293825" y="746640"/>
                  </a:lnTo>
                  <a:lnTo>
                    <a:pt x="293913" y="751851"/>
                  </a:lnTo>
                  <a:lnTo>
                    <a:pt x="293913" y="758949"/>
                  </a:lnTo>
                  <a:lnTo>
                    <a:pt x="295670" y="758949"/>
                  </a:lnTo>
                  <a:lnTo>
                    <a:pt x="295758" y="761914"/>
                  </a:lnTo>
                  <a:lnTo>
                    <a:pt x="295670" y="765688"/>
                  </a:lnTo>
                  <a:lnTo>
                    <a:pt x="296637" y="766227"/>
                  </a:lnTo>
                  <a:lnTo>
                    <a:pt x="299185" y="768203"/>
                  </a:lnTo>
                  <a:lnTo>
                    <a:pt x="299536" y="768922"/>
                  </a:lnTo>
                  <a:lnTo>
                    <a:pt x="299712" y="769910"/>
                  </a:lnTo>
                  <a:lnTo>
                    <a:pt x="299360" y="770899"/>
                  </a:lnTo>
                  <a:lnTo>
                    <a:pt x="299009" y="772696"/>
                  </a:lnTo>
                  <a:lnTo>
                    <a:pt x="299097" y="774942"/>
                  </a:lnTo>
                  <a:lnTo>
                    <a:pt x="299185" y="775481"/>
                  </a:lnTo>
                  <a:lnTo>
                    <a:pt x="299624" y="776649"/>
                  </a:lnTo>
                  <a:lnTo>
                    <a:pt x="301030" y="779614"/>
                  </a:lnTo>
                  <a:lnTo>
                    <a:pt x="301645" y="780153"/>
                  </a:lnTo>
                  <a:lnTo>
                    <a:pt x="303490" y="781770"/>
                  </a:lnTo>
                  <a:lnTo>
                    <a:pt x="303754" y="782310"/>
                  </a:lnTo>
                  <a:lnTo>
                    <a:pt x="303930" y="783028"/>
                  </a:lnTo>
                  <a:lnTo>
                    <a:pt x="303930" y="788599"/>
                  </a:lnTo>
                  <a:lnTo>
                    <a:pt x="303930" y="791923"/>
                  </a:lnTo>
                  <a:lnTo>
                    <a:pt x="304017" y="793630"/>
                  </a:lnTo>
                  <a:lnTo>
                    <a:pt x="304017" y="794529"/>
                  </a:lnTo>
                  <a:lnTo>
                    <a:pt x="302963" y="798123"/>
                  </a:lnTo>
                  <a:lnTo>
                    <a:pt x="302524" y="799291"/>
                  </a:lnTo>
                  <a:lnTo>
                    <a:pt x="301381" y="803244"/>
                  </a:lnTo>
                  <a:lnTo>
                    <a:pt x="299800" y="808905"/>
                  </a:lnTo>
                  <a:lnTo>
                    <a:pt x="299360" y="811151"/>
                  </a:lnTo>
                  <a:lnTo>
                    <a:pt x="298921" y="813577"/>
                  </a:lnTo>
                  <a:lnTo>
                    <a:pt x="298482" y="815104"/>
                  </a:lnTo>
                  <a:lnTo>
                    <a:pt x="293913" y="815014"/>
                  </a:lnTo>
                  <a:lnTo>
                    <a:pt x="280996" y="824179"/>
                  </a:lnTo>
                  <a:lnTo>
                    <a:pt x="280645" y="828042"/>
                  </a:lnTo>
                  <a:lnTo>
                    <a:pt x="280381" y="829210"/>
                  </a:lnTo>
                  <a:lnTo>
                    <a:pt x="280206" y="830109"/>
                  </a:lnTo>
                  <a:lnTo>
                    <a:pt x="280118" y="831097"/>
                  </a:lnTo>
                  <a:lnTo>
                    <a:pt x="279854" y="836758"/>
                  </a:lnTo>
                  <a:lnTo>
                    <a:pt x="278975" y="844395"/>
                  </a:lnTo>
                  <a:lnTo>
                    <a:pt x="278800" y="845563"/>
                  </a:lnTo>
                  <a:lnTo>
                    <a:pt x="278360" y="847000"/>
                  </a:lnTo>
                  <a:lnTo>
                    <a:pt x="278273" y="847270"/>
                  </a:lnTo>
                  <a:lnTo>
                    <a:pt x="278185" y="847539"/>
                  </a:lnTo>
                  <a:lnTo>
                    <a:pt x="278009" y="847989"/>
                  </a:lnTo>
                  <a:lnTo>
                    <a:pt x="274846" y="857782"/>
                  </a:lnTo>
                  <a:lnTo>
                    <a:pt x="266674" y="869822"/>
                  </a:lnTo>
                  <a:lnTo>
                    <a:pt x="261666" y="873146"/>
                  </a:lnTo>
                  <a:lnTo>
                    <a:pt x="256921" y="873865"/>
                  </a:lnTo>
                  <a:lnTo>
                    <a:pt x="254373" y="871080"/>
                  </a:lnTo>
                  <a:lnTo>
                    <a:pt x="254285" y="870900"/>
                  </a:lnTo>
                  <a:lnTo>
                    <a:pt x="252176" y="873326"/>
                  </a:lnTo>
                  <a:lnTo>
                    <a:pt x="251825" y="873595"/>
                  </a:lnTo>
                  <a:lnTo>
                    <a:pt x="251649" y="873775"/>
                  </a:lnTo>
                  <a:lnTo>
                    <a:pt x="250946" y="873775"/>
                  </a:lnTo>
                  <a:lnTo>
                    <a:pt x="249540" y="873865"/>
                  </a:lnTo>
                  <a:lnTo>
                    <a:pt x="248749" y="873865"/>
                  </a:lnTo>
                  <a:lnTo>
                    <a:pt x="248398" y="873865"/>
                  </a:lnTo>
                  <a:lnTo>
                    <a:pt x="245850" y="873865"/>
                  </a:lnTo>
                  <a:lnTo>
                    <a:pt x="245674" y="873775"/>
                  </a:lnTo>
                  <a:lnTo>
                    <a:pt x="245498" y="873685"/>
                  </a:lnTo>
                  <a:lnTo>
                    <a:pt x="241720" y="870990"/>
                  </a:lnTo>
                  <a:lnTo>
                    <a:pt x="241456" y="870810"/>
                  </a:lnTo>
                  <a:lnTo>
                    <a:pt x="239611" y="869732"/>
                  </a:lnTo>
                  <a:lnTo>
                    <a:pt x="238645" y="868923"/>
                  </a:lnTo>
                  <a:lnTo>
                    <a:pt x="238381" y="868744"/>
                  </a:lnTo>
                  <a:lnTo>
                    <a:pt x="236448" y="865599"/>
                  </a:lnTo>
                  <a:lnTo>
                    <a:pt x="236360" y="864700"/>
                  </a:lnTo>
                  <a:lnTo>
                    <a:pt x="236360" y="863712"/>
                  </a:lnTo>
                  <a:lnTo>
                    <a:pt x="236360" y="863443"/>
                  </a:lnTo>
                  <a:lnTo>
                    <a:pt x="235306" y="863532"/>
                  </a:lnTo>
                  <a:lnTo>
                    <a:pt x="232318" y="863892"/>
                  </a:lnTo>
                  <a:lnTo>
                    <a:pt x="232231" y="862634"/>
                  </a:lnTo>
                  <a:lnTo>
                    <a:pt x="230473" y="862634"/>
                  </a:lnTo>
                  <a:lnTo>
                    <a:pt x="228716" y="861376"/>
                  </a:lnTo>
                  <a:lnTo>
                    <a:pt x="217733" y="852391"/>
                  </a:lnTo>
                  <a:lnTo>
                    <a:pt x="218435" y="851223"/>
                  </a:lnTo>
                  <a:lnTo>
                    <a:pt x="216854" y="849965"/>
                  </a:lnTo>
                  <a:lnTo>
                    <a:pt x="216942" y="849786"/>
                  </a:lnTo>
                  <a:lnTo>
                    <a:pt x="217205" y="849426"/>
                  </a:lnTo>
                  <a:lnTo>
                    <a:pt x="211318" y="845024"/>
                  </a:lnTo>
                  <a:lnTo>
                    <a:pt x="206661" y="841609"/>
                  </a:lnTo>
                  <a:lnTo>
                    <a:pt x="206398" y="841879"/>
                  </a:lnTo>
                  <a:lnTo>
                    <a:pt x="205519" y="842867"/>
                  </a:lnTo>
                  <a:lnTo>
                    <a:pt x="203674" y="841430"/>
                  </a:lnTo>
                  <a:lnTo>
                    <a:pt x="203410" y="841250"/>
                  </a:lnTo>
                  <a:lnTo>
                    <a:pt x="199105" y="837476"/>
                  </a:lnTo>
                  <a:lnTo>
                    <a:pt x="198402" y="836937"/>
                  </a:lnTo>
                  <a:lnTo>
                    <a:pt x="196469" y="835230"/>
                  </a:lnTo>
                  <a:lnTo>
                    <a:pt x="194536" y="833433"/>
                  </a:lnTo>
                  <a:lnTo>
                    <a:pt x="183904" y="825347"/>
                  </a:lnTo>
                  <a:lnTo>
                    <a:pt x="181883" y="823819"/>
                  </a:lnTo>
                  <a:lnTo>
                    <a:pt x="177226" y="819956"/>
                  </a:lnTo>
                  <a:lnTo>
                    <a:pt x="175469" y="823191"/>
                  </a:lnTo>
                  <a:lnTo>
                    <a:pt x="166594" y="816362"/>
                  </a:lnTo>
                  <a:lnTo>
                    <a:pt x="162552" y="828851"/>
                  </a:lnTo>
                  <a:lnTo>
                    <a:pt x="157983" y="827324"/>
                  </a:lnTo>
                  <a:lnTo>
                    <a:pt x="157983" y="827503"/>
                  </a:lnTo>
                  <a:lnTo>
                    <a:pt x="152536" y="843856"/>
                  </a:lnTo>
                  <a:lnTo>
                    <a:pt x="149724" y="852841"/>
                  </a:lnTo>
                  <a:lnTo>
                    <a:pt x="147352" y="860208"/>
                  </a:lnTo>
                  <a:lnTo>
                    <a:pt x="147088" y="861196"/>
                  </a:lnTo>
                  <a:lnTo>
                    <a:pt x="147000" y="861646"/>
                  </a:lnTo>
                  <a:lnTo>
                    <a:pt x="146297" y="863892"/>
                  </a:lnTo>
                  <a:lnTo>
                    <a:pt x="145594" y="866408"/>
                  </a:lnTo>
                  <a:lnTo>
                    <a:pt x="144891" y="868744"/>
                  </a:lnTo>
                  <a:lnTo>
                    <a:pt x="144452" y="870271"/>
                  </a:lnTo>
                  <a:lnTo>
                    <a:pt x="144100" y="871529"/>
                  </a:lnTo>
                  <a:lnTo>
                    <a:pt x="143749" y="872697"/>
                  </a:lnTo>
                  <a:lnTo>
                    <a:pt x="143661" y="872877"/>
                  </a:lnTo>
                  <a:lnTo>
                    <a:pt x="143310" y="874224"/>
                  </a:lnTo>
                  <a:lnTo>
                    <a:pt x="143046" y="875303"/>
                  </a:lnTo>
                  <a:lnTo>
                    <a:pt x="143222" y="876111"/>
                  </a:lnTo>
                  <a:lnTo>
                    <a:pt x="140849" y="883659"/>
                  </a:lnTo>
                  <a:lnTo>
                    <a:pt x="140762" y="883928"/>
                  </a:lnTo>
                  <a:lnTo>
                    <a:pt x="140586" y="884467"/>
                  </a:lnTo>
                  <a:lnTo>
                    <a:pt x="136105" y="883299"/>
                  </a:lnTo>
                  <a:lnTo>
                    <a:pt x="133029" y="882401"/>
                  </a:lnTo>
                  <a:lnTo>
                    <a:pt x="131975" y="882131"/>
                  </a:lnTo>
                  <a:lnTo>
                    <a:pt x="129866" y="881502"/>
                  </a:lnTo>
                  <a:lnTo>
                    <a:pt x="124155" y="879705"/>
                  </a:lnTo>
                  <a:lnTo>
                    <a:pt x="123100" y="879166"/>
                  </a:lnTo>
                  <a:lnTo>
                    <a:pt x="122661" y="878897"/>
                  </a:lnTo>
                  <a:lnTo>
                    <a:pt x="121870" y="878178"/>
                  </a:lnTo>
                  <a:lnTo>
                    <a:pt x="121343" y="877639"/>
                  </a:lnTo>
                  <a:lnTo>
                    <a:pt x="121255" y="877369"/>
                  </a:lnTo>
                  <a:lnTo>
                    <a:pt x="115720" y="868834"/>
                  </a:lnTo>
                  <a:lnTo>
                    <a:pt x="112644" y="863532"/>
                  </a:lnTo>
                  <a:lnTo>
                    <a:pt x="111326" y="861556"/>
                  </a:lnTo>
                  <a:lnTo>
                    <a:pt x="110272" y="860028"/>
                  </a:lnTo>
                  <a:lnTo>
                    <a:pt x="109042" y="858411"/>
                  </a:lnTo>
                  <a:lnTo>
                    <a:pt x="106933" y="855985"/>
                  </a:lnTo>
                  <a:lnTo>
                    <a:pt x="103945" y="852571"/>
                  </a:lnTo>
                  <a:lnTo>
                    <a:pt x="102803" y="851313"/>
                  </a:lnTo>
                  <a:lnTo>
                    <a:pt x="99552" y="847539"/>
                  </a:lnTo>
                  <a:lnTo>
                    <a:pt x="97531" y="845203"/>
                  </a:lnTo>
                  <a:lnTo>
                    <a:pt x="95598" y="843137"/>
                  </a:lnTo>
                  <a:lnTo>
                    <a:pt x="94983" y="842418"/>
                  </a:lnTo>
                  <a:lnTo>
                    <a:pt x="95247" y="842238"/>
                  </a:lnTo>
                  <a:lnTo>
                    <a:pt x="95686" y="841789"/>
                  </a:lnTo>
                  <a:lnTo>
                    <a:pt x="94983" y="840981"/>
                  </a:lnTo>
                  <a:lnTo>
                    <a:pt x="92786" y="839453"/>
                  </a:lnTo>
                  <a:lnTo>
                    <a:pt x="83209" y="833613"/>
                  </a:lnTo>
                  <a:lnTo>
                    <a:pt x="76443" y="829390"/>
                  </a:lnTo>
                  <a:lnTo>
                    <a:pt x="75301" y="828312"/>
                  </a:lnTo>
                  <a:lnTo>
                    <a:pt x="74686" y="827234"/>
                  </a:lnTo>
                  <a:lnTo>
                    <a:pt x="74510" y="827144"/>
                  </a:lnTo>
                  <a:lnTo>
                    <a:pt x="74159" y="827054"/>
                  </a:lnTo>
                  <a:lnTo>
                    <a:pt x="73895" y="826874"/>
                  </a:lnTo>
                  <a:lnTo>
                    <a:pt x="72665" y="826066"/>
                  </a:lnTo>
                  <a:lnTo>
                    <a:pt x="70732" y="824898"/>
                  </a:lnTo>
                  <a:lnTo>
                    <a:pt x="70381" y="824538"/>
                  </a:lnTo>
                  <a:lnTo>
                    <a:pt x="69678" y="823909"/>
                  </a:lnTo>
                  <a:lnTo>
                    <a:pt x="69326" y="823640"/>
                  </a:lnTo>
                  <a:lnTo>
                    <a:pt x="69150" y="823550"/>
                  </a:lnTo>
                  <a:lnTo>
                    <a:pt x="67305" y="822292"/>
                  </a:lnTo>
                  <a:lnTo>
                    <a:pt x="67042" y="822112"/>
                  </a:lnTo>
                  <a:lnTo>
                    <a:pt x="65109" y="820765"/>
                  </a:lnTo>
                  <a:lnTo>
                    <a:pt x="64230" y="819776"/>
                  </a:lnTo>
                  <a:lnTo>
                    <a:pt x="61857" y="819327"/>
                  </a:lnTo>
                  <a:lnTo>
                    <a:pt x="57991" y="818788"/>
                  </a:lnTo>
                  <a:lnTo>
                    <a:pt x="53598" y="817979"/>
                  </a:lnTo>
                  <a:lnTo>
                    <a:pt x="47975" y="817171"/>
                  </a:lnTo>
                  <a:lnTo>
                    <a:pt x="45339" y="816721"/>
                  </a:lnTo>
                  <a:lnTo>
                    <a:pt x="44724" y="816632"/>
                  </a:lnTo>
                  <a:lnTo>
                    <a:pt x="42966" y="816452"/>
                  </a:lnTo>
                  <a:lnTo>
                    <a:pt x="40330" y="816093"/>
                  </a:lnTo>
                  <a:lnTo>
                    <a:pt x="36464" y="815194"/>
                  </a:lnTo>
                  <a:lnTo>
                    <a:pt x="35761" y="814745"/>
                  </a:lnTo>
                  <a:lnTo>
                    <a:pt x="35761" y="814026"/>
                  </a:lnTo>
                  <a:lnTo>
                    <a:pt x="35849" y="813756"/>
                  </a:lnTo>
                  <a:lnTo>
                    <a:pt x="36376" y="812858"/>
                  </a:lnTo>
                  <a:lnTo>
                    <a:pt x="36903" y="811870"/>
                  </a:lnTo>
                  <a:lnTo>
                    <a:pt x="38309" y="810522"/>
                  </a:lnTo>
                  <a:lnTo>
                    <a:pt x="38485" y="810342"/>
                  </a:lnTo>
                  <a:lnTo>
                    <a:pt x="38836" y="807018"/>
                  </a:lnTo>
                  <a:lnTo>
                    <a:pt x="39012" y="805940"/>
                  </a:lnTo>
                  <a:lnTo>
                    <a:pt x="39012" y="805401"/>
                  </a:lnTo>
                  <a:lnTo>
                    <a:pt x="42175" y="803963"/>
                  </a:lnTo>
                  <a:lnTo>
                    <a:pt x="45866" y="800998"/>
                  </a:lnTo>
                  <a:lnTo>
                    <a:pt x="47623" y="799920"/>
                  </a:lnTo>
                  <a:lnTo>
                    <a:pt x="53071" y="796595"/>
                  </a:lnTo>
                  <a:lnTo>
                    <a:pt x="53247" y="796595"/>
                  </a:lnTo>
                  <a:lnTo>
                    <a:pt x="54301" y="796236"/>
                  </a:lnTo>
                  <a:lnTo>
                    <a:pt x="56673" y="792373"/>
                  </a:lnTo>
                  <a:lnTo>
                    <a:pt x="56849" y="790396"/>
                  </a:lnTo>
                  <a:lnTo>
                    <a:pt x="56761" y="790036"/>
                  </a:lnTo>
                  <a:lnTo>
                    <a:pt x="56673" y="789677"/>
                  </a:lnTo>
                  <a:lnTo>
                    <a:pt x="58431" y="786982"/>
                  </a:lnTo>
                  <a:lnTo>
                    <a:pt x="61330" y="782669"/>
                  </a:lnTo>
                  <a:lnTo>
                    <a:pt x="63439" y="784106"/>
                  </a:lnTo>
                  <a:lnTo>
                    <a:pt x="63966" y="784466"/>
                  </a:lnTo>
                  <a:lnTo>
                    <a:pt x="65548" y="782489"/>
                  </a:lnTo>
                  <a:lnTo>
                    <a:pt x="68623" y="778356"/>
                  </a:lnTo>
                  <a:lnTo>
                    <a:pt x="71699" y="774403"/>
                  </a:lnTo>
                  <a:lnTo>
                    <a:pt x="73456" y="772067"/>
                  </a:lnTo>
                  <a:lnTo>
                    <a:pt x="75828" y="768922"/>
                  </a:lnTo>
                  <a:lnTo>
                    <a:pt x="76443" y="768113"/>
                  </a:lnTo>
                  <a:lnTo>
                    <a:pt x="76619" y="767844"/>
                  </a:lnTo>
                  <a:lnTo>
                    <a:pt x="76971" y="767934"/>
                  </a:lnTo>
                  <a:lnTo>
                    <a:pt x="82330" y="768832"/>
                  </a:lnTo>
                  <a:lnTo>
                    <a:pt x="84791" y="769192"/>
                  </a:lnTo>
                  <a:lnTo>
                    <a:pt x="84966" y="769192"/>
                  </a:lnTo>
                  <a:lnTo>
                    <a:pt x="88393" y="769731"/>
                  </a:lnTo>
                  <a:lnTo>
                    <a:pt x="89008" y="769821"/>
                  </a:lnTo>
                  <a:lnTo>
                    <a:pt x="91468" y="770180"/>
                  </a:lnTo>
                  <a:lnTo>
                    <a:pt x="92259" y="770360"/>
                  </a:lnTo>
                  <a:lnTo>
                    <a:pt x="92699" y="769461"/>
                  </a:lnTo>
                  <a:lnTo>
                    <a:pt x="92874" y="768832"/>
                  </a:lnTo>
                  <a:lnTo>
                    <a:pt x="93489" y="766945"/>
                  </a:lnTo>
                  <a:lnTo>
                    <a:pt x="94104" y="764879"/>
                  </a:lnTo>
                  <a:lnTo>
                    <a:pt x="94544" y="763352"/>
                  </a:lnTo>
                  <a:lnTo>
                    <a:pt x="95071" y="762004"/>
                  </a:lnTo>
                  <a:lnTo>
                    <a:pt x="95247" y="761285"/>
                  </a:lnTo>
                  <a:lnTo>
                    <a:pt x="96038" y="760117"/>
                  </a:lnTo>
                  <a:lnTo>
                    <a:pt x="95510" y="759847"/>
                  </a:lnTo>
                  <a:lnTo>
                    <a:pt x="80222" y="751312"/>
                  </a:lnTo>
                  <a:lnTo>
                    <a:pt x="45778" y="731994"/>
                  </a:lnTo>
                  <a:lnTo>
                    <a:pt x="36200" y="726604"/>
                  </a:lnTo>
                  <a:lnTo>
                    <a:pt x="20472" y="717798"/>
                  </a:lnTo>
                  <a:lnTo>
                    <a:pt x="21263" y="715283"/>
                  </a:lnTo>
                  <a:lnTo>
                    <a:pt x="21966" y="713216"/>
                  </a:lnTo>
                  <a:lnTo>
                    <a:pt x="22493" y="712228"/>
                  </a:lnTo>
                  <a:lnTo>
                    <a:pt x="23108" y="711150"/>
                  </a:lnTo>
                  <a:lnTo>
                    <a:pt x="23723" y="710431"/>
                  </a:lnTo>
                  <a:lnTo>
                    <a:pt x="24251" y="709802"/>
                  </a:lnTo>
                  <a:lnTo>
                    <a:pt x="23636" y="709263"/>
                  </a:lnTo>
                  <a:lnTo>
                    <a:pt x="22054" y="707825"/>
                  </a:lnTo>
                  <a:lnTo>
                    <a:pt x="21790" y="707466"/>
                  </a:lnTo>
                  <a:lnTo>
                    <a:pt x="21175" y="706837"/>
                  </a:lnTo>
                  <a:lnTo>
                    <a:pt x="19154" y="705130"/>
                  </a:lnTo>
                  <a:lnTo>
                    <a:pt x="18891" y="704860"/>
                  </a:lnTo>
                  <a:lnTo>
                    <a:pt x="18276" y="704411"/>
                  </a:lnTo>
                  <a:lnTo>
                    <a:pt x="18012" y="704141"/>
                  </a:lnTo>
                  <a:lnTo>
                    <a:pt x="17309" y="703512"/>
                  </a:lnTo>
                  <a:lnTo>
                    <a:pt x="16958" y="703243"/>
                  </a:lnTo>
                  <a:lnTo>
                    <a:pt x="15903" y="702344"/>
                  </a:lnTo>
                  <a:lnTo>
                    <a:pt x="15552" y="702075"/>
                  </a:lnTo>
                  <a:lnTo>
                    <a:pt x="14146" y="700907"/>
                  </a:lnTo>
                  <a:lnTo>
                    <a:pt x="13531" y="700458"/>
                  </a:lnTo>
                  <a:lnTo>
                    <a:pt x="13179" y="700098"/>
                  </a:lnTo>
                  <a:lnTo>
                    <a:pt x="12916" y="699919"/>
                  </a:lnTo>
                  <a:lnTo>
                    <a:pt x="11071" y="698301"/>
                  </a:lnTo>
                  <a:lnTo>
                    <a:pt x="6589" y="694977"/>
                  </a:lnTo>
                  <a:lnTo>
                    <a:pt x="5974" y="694528"/>
                  </a:lnTo>
                  <a:lnTo>
                    <a:pt x="5359" y="694078"/>
                  </a:lnTo>
                  <a:lnTo>
                    <a:pt x="4129" y="693360"/>
                  </a:lnTo>
                  <a:lnTo>
                    <a:pt x="3338" y="692821"/>
                  </a:lnTo>
                  <a:lnTo>
                    <a:pt x="2372" y="692192"/>
                  </a:lnTo>
                  <a:lnTo>
                    <a:pt x="1581" y="691652"/>
                  </a:lnTo>
                  <a:lnTo>
                    <a:pt x="263" y="690844"/>
                  </a:lnTo>
                  <a:lnTo>
                    <a:pt x="0" y="690754"/>
                  </a:lnTo>
                  <a:lnTo>
                    <a:pt x="3338" y="683926"/>
                  </a:lnTo>
                  <a:lnTo>
                    <a:pt x="6589" y="676738"/>
                  </a:lnTo>
                  <a:lnTo>
                    <a:pt x="10631" y="667843"/>
                  </a:lnTo>
                  <a:lnTo>
                    <a:pt x="10807" y="667393"/>
                  </a:lnTo>
                  <a:lnTo>
                    <a:pt x="12037" y="664428"/>
                  </a:lnTo>
                  <a:lnTo>
                    <a:pt x="14146" y="659756"/>
                  </a:lnTo>
                  <a:lnTo>
                    <a:pt x="16255" y="654994"/>
                  </a:lnTo>
                  <a:lnTo>
                    <a:pt x="17046" y="653018"/>
                  </a:lnTo>
                  <a:lnTo>
                    <a:pt x="17924" y="651221"/>
                  </a:lnTo>
                  <a:lnTo>
                    <a:pt x="20033" y="646369"/>
                  </a:lnTo>
                  <a:lnTo>
                    <a:pt x="20209" y="646009"/>
                  </a:lnTo>
                  <a:lnTo>
                    <a:pt x="20560" y="645291"/>
                  </a:lnTo>
                  <a:lnTo>
                    <a:pt x="20824" y="644572"/>
                  </a:lnTo>
                  <a:lnTo>
                    <a:pt x="21000" y="644213"/>
                  </a:lnTo>
                  <a:lnTo>
                    <a:pt x="21263" y="643763"/>
                  </a:lnTo>
                  <a:lnTo>
                    <a:pt x="22230" y="643044"/>
                  </a:lnTo>
                  <a:lnTo>
                    <a:pt x="22581" y="642505"/>
                  </a:lnTo>
                  <a:lnTo>
                    <a:pt x="22845" y="642056"/>
                  </a:lnTo>
                  <a:lnTo>
                    <a:pt x="23196" y="640798"/>
                  </a:lnTo>
                  <a:lnTo>
                    <a:pt x="23460" y="640798"/>
                  </a:lnTo>
                  <a:lnTo>
                    <a:pt x="27590" y="640798"/>
                  </a:lnTo>
                  <a:lnTo>
                    <a:pt x="27853" y="640798"/>
                  </a:lnTo>
                  <a:lnTo>
                    <a:pt x="27590" y="640529"/>
                  </a:lnTo>
                  <a:lnTo>
                    <a:pt x="23811" y="635767"/>
                  </a:lnTo>
                  <a:lnTo>
                    <a:pt x="24690" y="634509"/>
                  </a:lnTo>
                  <a:lnTo>
                    <a:pt x="25305" y="633610"/>
                  </a:lnTo>
                  <a:lnTo>
                    <a:pt x="25920" y="632712"/>
                  </a:lnTo>
                  <a:lnTo>
                    <a:pt x="27590" y="630466"/>
                  </a:lnTo>
                  <a:lnTo>
                    <a:pt x="28644" y="628938"/>
                  </a:lnTo>
                  <a:lnTo>
                    <a:pt x="29171" y="628309"/>
                  </a:lnTo>
                  <a:lnTo>
                    <a:pt x="31456" y="625075"/>
                  </a:lnTo>
                  <a:lnTo>
                    <a:pt x="34531" y="620493"/>
                  </a:lnTo>
                  <a:lnTo>
                    <a:pt x="34707" y="620313"/>
                  </a:lnTo>
                  <a:lnTo>
                    <a:pt x="38134" y="615461"/>
                  </a:lnTo>
                  <a:lnTo>
                    <a:pt x="38836" y="614563"/>
                  </a:lnTo>
                  <a:lnTo>
                    <a:pt x="39100" y="614113"/>
                  </a:lnTo>
                  <a:lnTo>
                    <a:pt x="36903" y="612137"/>
                  </a:lnTo>
                  <a:lnTo>
                    <a:pt x="34882" y="610519"/>
                  </a:lnTo>
                  <a:lnTo>
                    <a:pt x="35058" y="610340"/>
                  </a:lnTo>
                  <a:lnTo>
                    <a:pt x="36025" y="609351"/>
                  </a:lnTo>
                  <a:lnTo>
                    <a:pt x="38309" y="606925"/>
                  </a:lnTo>
                  <a:lnTo>
                    <a:pt x="39188" y="605937"/>
                  </a:lnTo>
                  <a:lnTo>
                    <a:pt x="39276" y="605757"/>
                  </a:lnTo>
                  <a:lnTo>
                    <a:pt x="41121" y="602343"/>
                  </a:lnTo>
                  <a:lnTo>
                    <a:pt x="43669" y="597042"/>
                  </a:lnTo>
                  <a:lnTo>
                    <a:pt x="43845" y="596683"/>
                  </a:lnTo>
                  <a:lnTo>
                    <a:pt x="46744" y="591022"/>
                  </a:lnTo>
                  <a:lnTo>
                    <a:pt x="49556" y="585452"/>
                  </a:lnTo>
                  <a:lnTo>
                    <a:pt x="49644" y="585182"/>
                  </a:lnTo>
                  <a:lnTo>
                    <a:pt x="49732" y="585002"/>
                  </a:lnTo>
                  <a:lnTo>
                    <a:pt x="49996" y="584463"/>
                  </a:lnTo>
                  <a:lnTo>
                    <a:pt x="50435" y="583655"/>
                  </a:lnTo>
                  <a:lnTo>
                    <a:pt x="50786" y="582846"/>
                  </a:lnTo>
                  <a:lnTo>
                    <a:pt x="51929" y="581408"/>
                  </a:lnTo>
                  <a:lnTo>
                    <a:pt x="52192" y="581139"/>
                  </a:lnTo>
                  <a:lnTo>
                    <a:pt x="46042" y="575838"/>
                  </a:lnTo>
                  <a:lnTo>
                    <a:pt x="44811" y="574760"/>
                  </a:lnTo>
                  <a:lnTo>
                    <a:pt x="43142" y="573232"/>
                  </a:lnTo>
                  <a:lnTo>
                    <a:pt x="40330" y="570447"/>
                  </a:lnTo>
                  <a:lnTo>
                    <a:pt x="35234" y="566044"/>
                  </a:lnTo>
                  <a:lnTo>
                    <a:pt x="33125" y="564337"/>
                  </a:lnTo>
                  <a:lnTo>
                    <a:pt x="31719" y="563079"/>
                  </a:lnTo>
                  <a:lnTo>
                    <a:pt x="30050" y="561552"/>
                  </a:lnTo>
                  <a:lnTo>
                    <a:pt x="27941" y="559665"/>
                  </a:lnTo>
                  <a:lnTo>
                    <a:pt x="25129" y="557239"/>
                  </a:lnTo>
                  <a:lnTo>
                    <a:pt x="24075" y="556251"/>
                  </a:lnTo>
                  <a:lnTo>
                    <a:pt x="21878" y="554274"/>
                  </a:lnTo>
                  <a:lnTo>
                    <a:pt x="20912" y="553376"/>
                  </a:lnTo>
                  <a:lnTo>
                    <a:pt x="20297" y="552927"/>
                  </a:lnTo>
                  <a:lnTo>
                    <a:pt x="19857" y="552477"/>
                  </a:lnTo>
                  <a:lnTo>
                    <a:pt x="16343" y="549333"/>
                  </a:lnTo>
                  <a:lnTo>
                    <a:pt x="15728" y="548794"/>
                  </a:lnTo>
                  <a:lnTo>
                    <a:pt x="15376" y="548524"/>
                  </a:lnTo>
                  <a:lnTo>
                    <a:pt x="15200" y="548344"/>
                  </a:lnTo>
                  <a:lnTo>
                    <a:pt x="13004" y="546457"/>
                  </a:lnTo>
                  <a:lnTo>
                    <a:pt x="12740" y="546188"/>
                  </a:lnTo>
                  <a:lnTo>
                    <a:pt x="11071" y="544840"/>
                  </a:lnTo>
                  <a:lnTo>
                    <a:pt x="10807" y="544481"/>
                  </a:lnTo>
                  <a:lnTo>
                    <a:pt x="8874" y="542953"/>
                  </a:lnTo>
                  <a:lnTo>
                    <a:pt x="7117" y="541426"/>
                  </a:lnTo>
                  <a:lnTo>
                    <a:pt x="6589" y="540977"/>
                  </a:lnTo>
                  <a:lnTo>
                    <a:pt x="6414" y="540887"/>
                  </a:lnTo>
                  <a:lnTo>
                    <a:pt x="6150" y="540617"/>
                  </a:lnTo>
                  <a:lnTo>
                    <a:pt x="4481" y="539000"/>
                  </a:lnTo>
                  <a:lnTo>
                    <a:pt x="4393" y="538731"/>
                  </a:lnTo>
                  <a:lnTo>
                    <a:pt x="4393" y="538281"/>
                  </a:lnTo>
                  <a:lnTo>
                    <a:pt x="4305" y="535406"/>
                  </a:lnTo>
                  <a:lnTo>
                    <a:pt x="4217" y="532261"/>
                  </a:lnTo>
                  <a:lnTo>
                    <a:pt x="4217" y="530195"/>
                  </a:lnTo>
                  <a:lnTo>
                    <a:pt x="4217" y="529746"/>
                  </a:lnTo>
                  <a:lnTo>
                    <a:pt x="4129" y="528218"/>
                  </a:lnTo>
                  <a:lnTo>
                    <a:pt x="4129" y="527140"/>
                  </a:lnTo>
                  <a:lnTo>
                    <a:pt x="4041" y="525343"/>
                  </a:lnTo>
                  <a:lnTo>
                    <a:pt x="4041" y="523546"/>
                  </a:lnTo>
                  <a:lnTo>
                    <a:pt x="3953" y="521480"/>
                  </a:lnTo>
                  <a:lnTo>
                    <a:pt x="3953" y="521120"/>
                  </a:lnTo>
                  <a:lnTo>
                    <a:pt x="3953" y="520941"/>
                  </a:lnTo>
                  <a:lnTo>
                    <a:pt x="3953" y="520581"/>
                  </a:lnTo>
                  <a:lnTo>
                    <a:pt x="3866" y="519862"/>
                  </a:lnTo>
                  <a:lnTo>
                    <a:pt x="3866" y="519683"/>
                  </a:lnTo>
                  <a:lnTo>
                    <a:pt x="3866" y="516268"/>
                  </a:lnTo>
                  <a:lnTo>
                    <a:pt x="3778" y="514651"/>
                  </a:lnTo>
                  <a:lnTo>
                    <a:pt x="3690" y="512854"/>
                  </a:lnTo>
                  <a:lnTo>
                    <a:pt x="3690" y="512315"/>
                  </a:lnTo>
                  <a:lnTo>
                    <a:pt x="3602" y="508182"/>
                  </a:lnTo>
                  <a:lnTo>
                    <a:pt x="3602" y="507823"/>
                  </a:lnTo>
                  <a:lnTo>
                    <a:pt x="3602" y="506565"/>
                  </a:lnTo>
                  <a:lnTo>
                    <a:pt x="3514" y="505936"/>
                  </a:lnTo>
                  <a:lnTo>
                    <a:pt x="3426" y="503061"/>
                  </a:lnTo>
                  <a:lnTo>
                    <a:pt x="3338" y="499287"/>
                  </a:lnTo>
                  <a:lnTo>
                    <a:pt x="3338" y="498568"/>
                  </a:lnTo>
                  <a:lnTo>
                    <a:pt x="3338" y="498389"/>
                  </a:lnTo>
                  <a:lnTo>
                    <a:pt x="3251" y="496053"/>
                  </a:lnTo>
                  <a:lnTo>
                    <a:pt x="3251" y="494435"/>
                  </a:lnTo>
                  <a:lnTo>
                    <a:pt x="3163" y="492998"/>
                  </a:lnTo>
                  <a:lnTo>
                    <a:pt x="3163" y="491919"/>
                  </a:lnTo>
                  <a:lnTo>
                    <a:pt x="3251" y="491380"/>
                  </a:lnTo>
                  <a:lnTo>
                    <a:pt x="4393" y="491380"/>
                  </a:lnTo>
                  <a:lnTo>
                    <a:pt x="5623" y="491380"/>
                  </a:lnTo>
                  <a:lnTo>
                    <a:pt x="9050" y="491291"/>
                  </a:lnTo>
                  <a:lnTo>
                    <a:pt x="9050" y="490931"/>
                  </a:lnTo>
                  <a:lnTo>
                    <a:pt x="9138" y="490033"/>
                  </a:lnTo>
                  <a:lnTo>
                    <a:pt x="9138" y="489763"/>
                  </a:lnTo>
                  <a:lnTo>
                    <a:pt x="9138" y="489494"/>
                  </a:lnTo>
                  <a:lnTo>
                    <a:pt x="9138" y="488865"/>
                  </a:lnTo>
                  <a:lnTo>
                    <a:pt x="9225" y="488595"/>
                  </a:lnTo>
                  <a:lnTo>
                    <a:pt x="9313" y="488326"/>
                  </a:lnTo>
                  <a:lnTo>
                    <a:pt x="9577" y="487966"/>
                  </a:lnTo>
                  <a:lnTo>
                    <a:pt x="10807" y="486798"/>
                  </a:lnTo>
                  <a:lnTo>
                    <a:pt x="11071" y="487068"/>
                  </a:lnTo>
                  <a:lnTo>
                    <a:pt x="12213" y="488056"/>
                  </a:lnTo>
                  <a:lnTo>
                    <a:pt x="14322" y="490033"/>
                  </a:lnTo>
                  <a:lnTo>
                    <a:pt x="14849" y="490482"/>
                  </a:lnTo>
                  <a:lnTo>
                    <a:pt x="16518" y="491919"/>
                  </a:lnTo>
                  <a:lnTo>
                    <a:pt x="17133" y="492459"/>
                  </a:lnTo>
                  <a:lnTo>
                    <a:pt x="19418" y="487337"/>
                  </a:lnTo>
                  <a:lnTo>
                    <a:pt x="19506" y="487068"/>
                  </a:lnTo>
                  <a:lnTo>
                    <a:pt x="21000" y="488505"/>
                  </a:lnTo>
                  <a:lnTo>
                    <a:pt x="21175" y="488685"/>
                  </a:lnTo>
                  <a:lnTo>
                    <a:pt x="22054" y="489314"/>
                  </a:lnTo>
                  <a:lnTo>
                    <a:pt x="23460" y="487427"/>
                  </a:lnTo>
                  <a:lnTo>
                    <a:pt x="24426" y="484013"/>
                  </a:lnTo>
                  <a:lnTo>
                    <a:pt x="24514" y="483743"/>
                  </a:lnTo>
                  <a:lnTo>
                    <a:pt x="24690" y="483474"/>
                  </a:lnTo>
                  <a:lnTo>
                    <a:pt x="25393" y="483564"/>
                  </a:lnTo>
                  <a:lnTo>
                    <a:pt x="26359" y="483653"/>
                  </a:lnTo>
                  <a:lnTo>
                    <a:pt x="27414" y="483743"/>
                  </a:lnTo>
                  <a:lnTo>
                    <a:pt x="28029" y="483833"/>
                  </a:lnTo>
                  <a:lnTo>
                    <a:pt x="28644" y="483833"/>
                  </a:lnTo>
                  <a:lnTo>
                    <a:pt x="31983" y="483923"/>
                  </a:lnTo>
                  <a:lnTo>
                    <a:pt x="32510" y="483923"/>
                  </a:lnTo>
                  <a:lnTo>
                    <a:pt x="32774" y="483923"/>
                  </a:lnTo>
                  <a:lnTo>
                    <a:pt x="35234" y="483743"/>
                  </a:lnTo>
                  <a:lnTo>
                    <a:pt x="38046" y="483114"/>
                  </a:lnTo>
                  <a:lnTo>
                    <a:pt x="38485" y="482935"/>
                  </a:lnTo>
                  <a:lnTo>
                    <a:pt x="38661" y="482935"/>
                  </a:lnTo>
                  <a:lnTo>
                    <a:pt x="40330" y="482485"/>
                  </a:lnTo>
                  <a:lnTo>
                    <a:pt x="40770" y="482306"/>
                  </a:lnTo>
                  <a:lnTo>
                    <a:pt x="42175" y="485271"/>
                  </a:lnTo>
                  <a:lnTo>
                    <a:pt x="42878" y="486888"/>
                  </a:lnTo>
                  <a:lnTo>
                    <a:pt x="43054" y="487158"/>
                  </a:lnTo>
                  <a:lnTo>
                    <a:pt x="43933" y="486888"/>
                  </a:lnTo>
                  <a:lnTo>
                    <a:pt x="44284" y="486798"/>
                  </a:lnTo>
                  <a:lnTo>
                    <a:pt x="44987" y="486618"/>
                  </a:lnTo>
                  <a:lnTo>
                    <a:pt x="45866" y="486349"/>
                  </a:lnTo>
                  <a:lnTo>
                    <a:pt x="46393" y="486169"/>
                  </a:lnTo>
                  <a:lnTo>
                    <a:pt x="46569" y="487966"/>
                  </a:lnTo>
                  <a:lnTo>
                    <a:pt x="46744" y="489134"/>
                  </a:lnTo>
                  <a:lnTo>
                    <a:pt x="46744" y="489494"/>
                  </a:lnTo>
                  <a:lnTo>
                    <a:pt x="46744" y="489673"/>
                  </a:lnTo>
                  <a:lnTo>
                    <a:pt x="46569" y="490662"/>
                  </a:lnTo>
                  <a:lnTo>
                    <a:pt x="46217" y="492279"/>
                  </a:lnTo>
                  <a:lnTo>
                    <a:pt x="45690" y="495513"/>
                  </a:lnTo>
                  <a:lnTo>
                    <a:pt x="45954" y="495963"/>
                  </a:lnTo>
                  <a:lnTo>
                    <a:pt x="46129" y="496412"/>
                  </a:lnTo>
                  <a:lnTo>
                    <a:pt x="46569" y="497310"/>
                  </a:lnTo>
                  <a:lnTo>
                    <a:pt x="46657" y="497580"/>
                  </a:lnTo>
                  <a:lnTo>
                    <a:pt x="47272" y="498748"/>
                  </a:lnTo>
                  <a:lnTo>
                    <a:pt x="47360" y="498928"/>
                  </a:lnTo>
                  <a:lnTo>
                    <a:pt x="48062" y="498119"/>
                  </a:lnTo>
                  <a:lnTo>
                    <a:pt x="49468" y="496681"/>
                  </a:lnTo>
                  <a:lnTo>
                    <a:pt x="49820" y="496232"/>
                  </a:lnTo>
                  <a:lnTo>
                    <a:pt x="51050" y="494884"/>
                  </a:lnTo>
                  <a:lnTo>
                    <a:pt x="51314" y="493896"/>
                  </a:lnTo>
                  <a:lnTo>
                    <a:pt x="51401" y="493447"/>
                  </a:lnTo>
                  <a:lnTo>
                    <a:pt x="51489" y="493177"/>
                  </a:lnTo>
                  <a:lnTo>
                    <a:pt x="51577" y="492638"/>
                  </a:lnTo>
                  <a:lnTo>
                    <a:pt x="52016" y="490841"/>
                  </a:lnTo>
                  <a:lnTo>
                    <a:pt x="54652" y="491470"/>
                  </a:lnTo>
                  <a:lnTo>
                    <a:pt x="55004" y="491560"/>
                  </a:lnTo>
                  <a:lnTo>
                    <a:pt x="55707" y="491740"/>
                  </a:lnTo>
                  <a:lnTo>
                    <a:pt x="56761" y="491919"/>
                  </a:lnTo>
                  <a:lnTo>
                    <a:pt x="57201" y="492009"/>
                  </a:lnTo>
                  <a:lnTo>
                    <a:pt x="57552" y="490302"/>
                  </a:lnTo>
                  <a:lnTo>
                    <a:pt x="58079" y="487607"/>
                  </a:lnTo>
                  <a:lnTo>
                    <a:pt x="62209" y="488326"/>
                  </a:lnTo>
                  <a:lnTo>
                    <a:pt x="64581" y="488146"/>
                  </a:lnTo>
                  <a:lnTo>
                    <a:pt x="68008" y="487786"/>
                  </a:lnTo>
                  <a:lnTo>
                    <a:pt x="68887" y="487697"/>
                  </a:lnTo>
                  <a:lnTo>
                    <a:pt x="69414" y="487697"/>
                  </a:lnTo>
                  <a:lnTo>
                    <a:pt x="70117" y="487607"/>
                  </a:lnTo>
                  <a:lnTo>
                    <a:pt x="70468" y="487607"/>
                  </a:lnTo>
                  <a:lnTo>
                    <a:pt x="71259" y="487517"/>
                  </a:lnTo>
                  <a:lnTo>
                    <a:pt x="76443" y="487068"/>
                  </a:lnTo>
                  <a:lnTo>
                    <a:pt x="78201" y="486798"/>
                  </a:lnTo>
                  <a:lnTo>
                    <a:pt x="78376" y="486798"/>
                  </a:lnTo>
                  <a:lnTo>
                    <a:pt x="77849" y="481497"/>
                  </a:lnTo>
                  <a:lnTo>
                    <a:pt x="77586" y="478981"/>
                  </a:lnTo>
                  <a:lnTo>
                    <a:pt x="77410" y="476555"/>
                  </a:lnTo>
                  <a:lnTo>
                    <a:pt x="76883" y="471254"/>
                  </a:lnTo>
                  <a:lnTo>
                    <a:pt x="76883" y="471075"/>
                  </a:lnTo>
                  <a:lnTo>
                    <a:pt x="76883" y="470356"/>
                  </a:lnTo>
                  <a:lnTo>
                    <a:pt x="76883" y="470176"/>
                  </a:lnTo>
                  <a:lnTo>
                    <a:pt x="77410" y="466403"/>
                  </a:lnTo>
                  <a:lnTo>
                    <a:pt x="77673" y="466492"/>
                  </a:lnTo>
                  <a:lnTo>
                    <a:pt x="77937" y="466492"/>
                  </a:lnTo>
                  <a:lnTo>
                    <a:pt x="78640" y="466582"/>
                  </a:lnTo>
                  <a:lnTo>
                    <a:pt x="80661" y="466852"/>
                  </a:lnTo>
                  <a:lnTo>
                    <a:pt x="81188" y="466942"/>
                  </a:lnTo>
                  <a:lnTo>
                    <a:pt x="82594" y="467121"/>
                  </a:lnTo>
                  <a:lnTo>
                    <a:pt x="83648" y="467301"/>
                  </a:lnTo>
                  <a:lnTo>
                    <a:pt x="91293" y="468559"/>
                  </a:lnTo>
                  <a:lnTo>
                    <a:pt x="93226" y="468828"/>
                  </a:lnTo>
                  <a:lnTo>
                    <a:pt x="93929" y="468918"/>
                  </a:lnTo>
                  <a:lnTo>
                    <a:pt x="94280" y="469008"/>
                  </a:lnTo>
                  <a:lnTo>
                    <a:pt x="95159" y="469098"/>
                  </a:lnTo>
                  <a:lnTo>
                    <a:pt x="96565" y="469368"/>
                  </a:lnTo>
                  <a:lnTo>
                    <a:pt x="98410" y="469637"/>
                  </a:lnTo>
                  <a:lnTo>
                    <a:pt x="101749" y="470176"/>
                  </a:lnTo>
                  <a:lnTo>
                    <a:pt x="103330" y="470356"/>
                  </a:lnTo>
                  <a:lnTo>
                    <a:pt x="103682" y="470446"/>
                  </a:lnTo>
                  <a:lnTo>
                    <a:pt x="106142" y="470805"/>
                  </a:lnTo>
                  <a:lnTo>
                    <a:pt x="107987" y="471165"/>
                  </a:lnTo>
                  <a:lnTo>
                    <a:pt x="110975" y="471614"/>
                  </a:lnTo>
                  <a:lnTo>
                    <a:pt x="111590" y="471704"/>
                  </a:lnTo>
                  <a:lnTo>
                    <a:pt x="111766" y="471704"/>
                  </a:lnTo>
                  <a:lnTo>
                    <a:pt x="112029" y="471793"/>
                  </a:lnTo>
                  <a:lnTo>
                    <a:pt x="112381" y="471793"/>
                  </a:lnTo>
                  <a:lnTo>
                    <a:pt x="114841" y="472243"/>
                  </a:lnTo>
                  <a:lnTo>
                    <a:pt x="115017" y="472243"/>
                  </a:lnTo>
                  <a:lnTo>
                    <a:pt x="115983" y="472422"/>
                  </a:lnTo>
                  <a:lnTo>
                    <a:pt x="116247" y="472422"/>
                  </a:lnTo>
                  <a:lnTo>
                    <a:pt x="117741" y="472692"/>
                  </a:lnTo>
                  <a:lnTo>
                    <a:pt x="118619" y="472782"/>
                  </a:lnTo>
                  <a:lnTo>
                    <a:pt x="120113" y="473051"/>
                  </a:lnTo>
                  <a:lnTo>
                    <a:pt x="121079" y="473231"/>
                  </a:lnTo>
                  <a:lnTo>
                    <a:pt x="124067" y="473770"/>
                  </a:lnTo>
                  <a:lnTo>
                    <a:pt x="126527" y="474130"/>
                  </a:lnTo>
                  <a:lnTo>
                    <a:pt x="127054" y="474219"/>
                  </a:lnTo>
                  <a:lnTo>
                    <a:pt x="128197" y="474399"/>
                  </a:lnTo>
                  <a:lnTo>
                    <a:pt x="128636" y="474489"/>
                  </a:lnTo>
                  <a:lnTo>
                    <a:pt x="129515" y="474669"/>
                  </a:lnTo>
                  <a:lnTo>
                    <a:pt x="130481" y="474848"/>
                  </a:lnTo>
                  <a:lnTo>
                    <a:pt x="131360" y="474938"/>
                  </a:lnTo>
                  <a:lnTo>
                    <a:pt x="132941" y="475298"/>
                  </a:lnTo>
                  <a:lnTo>
                    <a:pt x="133732" y="475387"/>
                  </a:lnTo>
                  <a:lnTo>
                    <a:pt x="134523" y="475567"/>
                  </a:lnTo>
                  <a:lnTo>
                    <a:pt x="138126" y="476016"/>
                  </a:lnTo>
                  <a:lnTo>
                    <a:pt x="139707" y="476286"/>
                  </a:lnTo>
                  <a:lnTo>
                    <a:pt x="141992" y="476645"/>
                  </a:lnTo>
                  <a:lnTo>
                    <a:pt x="143222" y="476825"/>
                  </a:lnTo>
                  <a:lnTo>
                    <a:pt x="143573" y="476825"/>
                  </a:lnTo>
                  <a:lnTo>
                    <a:pt x="146209" y="477274"/>
                  </a:lnTo>
                  <a:lnTo>
                    <a:pt x="146561" y="477274"/>
                  </a:lnTo>
                  <a:lnTo>
                    <a:pt x="147176" y="477364"/>
                  </a:lnTo>
                  <a:lnTo>
                    <a:pt x="147527" y="477364"/>
                  </a:lnTo>
                  <a:lnTo>
                    <a:pt x="147527" y="476825"/>
                  </a:lnTo>
                  <a:lnTo>
                    <a:pt x="147615" y="476376"/>
                  </a:lnTo>
                  <a:lnTo>
                    <a:pt x="147703" y="475837"/>
                  </a:lnTo>
                  <a:lnTo>
                    <a:pt x="147879" y="475387"/>
                  </a:lnTo>
                  <a:lnTo>
                    <a:pt x="148142" y="474848"/>
                  </a:lnTo>
                  <a:lnTo>
                    <a:pt x="148406" y="474489"/>
                  </a:lnTo>
                  <a:lnTo>
                    <a:pt x="148757" y="474040"/>
                  </a:lnTo>
                  <a:lnTo>
                    <a:pt x="149109" y="473680"/>
                  </a:lnTo>
                  <a:lnTo>
                    <a:pt x="148757" y="473141"/>
                  </a:lnTo>
                  <a:lnTo>
                    <a:pt x="147703" y="471524"/>
                  </a:lnTo>
                  <a:lnTo>
                    <a:pt x="146736" y="469907"/>
                  </a:lnTo>
                  <a:lnTo>
                    <a:pt x="146121" y="469008"/>
                  </a:lnTo>
                  <a:lnTo>
                    <a:pt x="143573" y="465414"/>
                  </a:lnTo>
                  <a:lnTo>
                    <a:pt x="141289" y="462180"/>
                  </a:lnTo>
                  <a:lnTo>
                    <a:pt x="136632" y="455531"/>
                  </a:lnTo>
                  <a:lnTo>
                    <a:pt x="137247" y="455082"/>
                  </a:lnTo>
                  <a:lnTo>
                    <a:pt x="137510" y="454812"/>
                  </a:lnTo>
                  <a:lnTo>
                    <a:pt x="138038" y="454453"/>
                  </a:lnTo>
                  <a:lnTo>
                    <a:pt x="139180" y="453464"/>
                  </a:lnTo>
                  <a:lnTo>
                    <a:pt x="139795" y="452206"/>
                  </a:lnTo>
                  <a:lnTo>
                    <a:pt x="140234" y="450949"/>
                  </a:lnTo>
                  <a:lnTo>
                    <a:pt x="140674" y="449511"/>
                  </a:lnTo>
                  <a:lnTo>
                    <a:pt x="140937" y="448343"/>
                  </a:lnTo>
                  <a:lnTo>
                    <a:pt x="141113" y="447445"/>
                  </a:lnTo>
                  <a:lnTo>
                    <a:pt x="141640" y="446456"/>
                  </a:lnTo>
                  <a:lnTo>
                    <a:pt x="141992" y="445917"/>
                  </a:lnTo>
                  <a:lnTo>
                    <a:pt x="142431" y="445378"/>
                  </a:lnTo>
                  <a:lnTo>
                    <a:pt x="143046" y="444749"/>
                  </a:lnTo>
                  <a:lnTo>
                    <a:pt x="143573" y="444210"/>
                  </a:lnTo>
                  <a:lnTo>
                    <a:pt x="144540" y="443401"/>
                  </a:lnTo>
                  <a:lnTo>
                    <a:pt x="145331" y="442772"/>
                  </a:lnTo>
                  <a:lnTo>
                    <a:pt x="146121" y="442143"/>
                  </a:lnTo>
                  <a:lnTo>
                    <a:pt x="147176" y="441245"/>
                  </a:lnTo>
                  <a:lnTo>
                    <a:pt x="147527" y="440975"/>
                  </a:lnTo>
                  <a:lnTo>
                    <a:pt x="149548" y="439358"/>
                  </a:lnTo>
                  <a:lnTo>
                    <a:pt x="150075" y="438999"/>
                  </a:lnTo>
                  <a:lnTo>
                    <a:pt x="151921" y="437651"/>
                  </a:lnTo>
                  <a:lnTo>
                    <a:pt x="153063" y="436663"/>
                  </a:lnTo>
                  <a:lnTo>
                    <a:pt x="153854" y="435764"/>
                  </a:lnTo>
                  <a:lnTo>
                    <a:pt x="154117" y="435405"/>
                  </a:lnTo>
                  <a:lnTo>
                    <a:pt x="155084" y="433967"/>
                  </a:lnTo>
                  <a:lnTo>
                    <a:pt x="155523" y="433338"/>
                  </a:lnTo>
                  <a:lnTo>
                    <a:pt x="155962" y="432620"/>
                  </a:lnTo>
                  <a:lnTo>
                    <a:pt x="157368" y="430283"/>
                  </a:lnTo>
                  <a:lnTo>
                    <a:pt x="157544" y="429924"/>
                  </a:lnTo>
                  <a:lnTo>
                    <a:pt x="158423" y="429026"/>
                  </a:lnTo>
                  <a:lnTo>
                    <a:pt x="159213" y="428217"/>
                  </a:lnTo>
                  <a:lnTo>
                    <a:pt x="160619" y="426061"/>
                  </a:lnTo>
                  <a:lnTo>
                    <a:pt x="161410" y="424982"/>
                  </a:lnTo>
                  <a:lnTo>
                    <a:pt x="161498" y="424803"/>
                  </a:lnTo>
                  <a:lnTo>
                    <a:pt x="162377" y="423545"/>
                  </a:lnTo>
                  <a:lnTo>
                    <a:pt x="163519" y="421748"/>
                  </a:lnTo>
                  <a:lnTo>
                    <a:pt x="165013" y="419502"/>
                  </a:lnTo>
                  <a:lnTo>
                    <a:pt x="165452" y="418783"/>
                  </a:lnTo>
                  <a:lnTo>
                    <a:pt x="166858" y="416716"/>
                  </a:lnTo>
                  <a:lnTo>
                    <a:pt x="167121" y="416267"/>
                  </a:lnTo>
                  <a:lnTo>
                    <a:pt x="168615" y="413841"/>
                  </a:lnTo>
                  <a:lnTo>
                    <a:pt x="169406" y="412673"/>
                  </a:lnTo>
                  <a:lnTo>
                    <a:pt x="169494" y="412404"/>
                  </a:lnTo>
                  <a:lnTo>
                    <a:pt x="170197" y="411505"/>
                  </a:lnTo>
                  <a:lnTo>
                    <a:pt x="170900" y="411056"/>
                  </a:lnTo>
                  <a:lnTo>
                    <a:pt x="171778" y="410427"/>
                  </a:lnTo>
                  <a:lnTo>
                    <a:pt x="172042" y="410427"/>
                  </a:lnTo>
                  <a:lnTo>
                    <a:pt x="176347" y="410517"/>
                  </a:lnTo>
                  <a:lnTo>
                    <a:pt x="176435" y="409978"/>
                  </a:lnTo>
                  <a:lnTo>
                    <a:pt x="176875" y="405395"/>
                  </a:lnTo>
                  <a:lnTo>
                    <a:pt x="176875" y="404946"/>
                  </a:lnTo>
                  <a:lnTo>
                    <a:pt x="176875" y="404677"/>
                  </a:lnTo>
                  <a:lnTo>
                    <a:pt x="176875" y="403778"/>
                  </a:lnTo>
                  <a:lnTo>
                    <a:pt x="176875" y="402610"/>
                  </a:lnTo>
                  <a:lnTo>
                    <a:pt x="176875" y="400903"/>
                  </a:lnTo>
                  <a:lnTo>
                    <a:pt x="176875" y="400454"/>
                  </a:lnTo>
                  <a:lnTo>
                    <a:pt x="176787" y="397938"/>
                  </a:lnTo>
                  <a:lnTo>
                    <a:pt x="176787" y="397399"/>
                  </a:lnTo>
                  <a:lnTo>
                    <a:pt x="177490" y="397309"/>
                  </a:lnTo>
                  <a:lnTo>
                    <a:pt x="178456" y="397219"/>
                  </a:lnTo>
                  <a:lnTo>
                    <a:pt x="179159" y="397129"/>
                  </a:lnTo>
                  <a:lnTo>
                    <a:pt x="179599" y="397129"/>
                  </a:lnTo>
                  <a:lnTo>
                    <a:pt x="182850" y="396770"/>
                  </a:lnTo>
                  <a:lnTo>
                    <a:pt x="183728" y="394075"/>
                  </a:lnTo>
                  <a:lnTo>
                    <a:pt x="184080" y="392727"/>
                  </a:lnTo>
                  <a:lnTo>
                    <a:pt x="184255" y="392367"/>
                  </a:lnTo>
                  <a:lnTo>
                    <a:pt x="186891" y="384910"/>
                  </a:lnTo>
                  <a:lnTo>
                    <a:pt x="187594" y="382844"/>
                  </a:lnTo>
                  <a:lnTo>
                    <a:pt x="187946" y="382035"/>
                  </a:lnTo>
                  <a:lnTo>
                    <a:pt x="188034" y="381765"/>
                  </a:lnTo>
                  <a:lnTo>
                    <a:pt x="189440" y="378351"/>
                  </a:lnTo>
                  <a:lnTo>
                    <a:pt x="191197" y="374128"/>
                  </a:lnTo>
                  <a:lnTo>
                    <a:pt x="191460" y="373499"/>
                  </a:lnTo>
                  <a:lnTo>
                    <a:pt x="194536" y="366940"/>
                  </a:lnTo>
                  <a:lnTo>
                    <a:pt x="195942" y="364155"/>
                  </a:lnTo>
                  <a:lnTo>
                    <a:pt x="196908" y="362448"/>
                  </a:lnTo>
                  <a:lnTo>
                    <a:pt x="197875" y="361010"/>
                  </a:lnTo>
                  <a:lnTo>
                    <a:pt x="198578" y="359932"/>
                  </a:lnTo>
                  <a:lnTo>
                    <a:pt x="198753" y="359752"/>
                  </a:lnTo>
                  <a:lnTo>
                    <a:pt x="198841" y="359483"/>
                  </a:lnTo>
                  <a:lnTo>
                    <a:pt x="200774" y="355799"/>
                  </a:lnTo>
                  <a:lnTo>
                    <a:pt x="201477" y="356159"/>
                  </a:lnTo>
                  <a:lnTo>
                    <a:pt x="201829" y="355440"/>
                  </a:lnTo>
                  <a:lnTo>
                    <a:pt x="202268" y="354541"/>
                  </a:lnTo>
                  <a:lnTo>
                    <a:pt x="203498" y="352026"/>
                  </a:lnTo>
                  <a:lnTo>
                    <a:pt x="204553" y="349959"/>
                  </a:lnTo>
                  <a:lnTo>
                    <a:pt x="204992" y="348971"/>
                  </a:lnTo>
                  <a:lnTo>
                    <a:pt x="205871" y="347264"/>
                  </a:lnTo>
                  <a:lnTo>
                    <a:pt x="207716" y="343400"/>
                  </a:lnTo>
                  <a:lnTo>
                    <a:pt x="208858" y="341154"/>
                  </a:lnTo>
                  <a:lnTo>
                    <a:pt x="209122" y="340705"/>
                  </a:lnTo>
                  <a:lnTo>
                    <a:pt x="209825" y="339267"/>
                  </a:lnTo>
                  <a:lnTo>
                    <a:pt x="212109" y="334775"/>
                  </a:lnTo>
                  <a:lnTo>
                    <a:pt x="212197" y="334415"/>
                  </a:lnTo>
                  <a:lnTo>
                    <a:pt x="212373" y="334056"/>
                  </a:lnTo>
                  <a:lnTo>
                    <a:pt x="213691" y="331630"/>
                  </a:lnTo>
                  <a:lnTo>
                    <a:pt x="214042" y="330911"/>
                  </a:lnTo>
                  <a:lnTo>
                    <a:pt x="214569" y="329833"/>
                  </a:lnTo>
                  <a:lnTo>
                    <a:pt x="215536" y="328126"/>
                  </a:lnTo>
                  <a:lnTo>
                    <a:pt x="215799" y="327766"/>
                  </a:lnTo>
                  <a:lnTo>
                    <a:pt x="216678" y="326598"/>
                  </a:lnTo>
                  <a:lnTo>
                    <a:pt x="216766" y="326419"/>
                  </a:lnTo>
                  <a:lnTo>
                    <a:pt x="217293" y="325969"/>
                  </a:lnTo>
                  <a:lnTo>
                    <a:pt x="217820" y="325430"/>
                  </a:lnTo>
                  <a:lnTo>
                    <a:pt x="218260" y="325071"/>
                  </a:lnTo>
                  <a:lnTo>
                    <a:pt x="219051" y="324712"/>
                  </a:lnTo>
                  <a:lnTo>
                    <a:pt x="219578" y="324532"/>
                  </a:lnTo>
                  <a:lnTo>
                    <a:pt x="217908" y="321567"/>
                  </a:lnTo>
                  <a:lnTo>
                    <a:pt x="217117" y="320668"/>
                  </a:lnTo>
                  <a:lnTo>
                    <a:pt x="217293" y="320489"/>
                  </a:lnTo>
                  <a:lnTo>
                    <a:pt x="217645" y="319770"/>
                  </a:lnTo>
                  <a:lnTo>
                    <a:pt x="217820" y="319411"/>
                  </a:lnTo>
                  <a:lnTo>
                    <a:pt x="219226" y="319231"/>
                  </a:lnTo>
                  <a:lnTo>
                    <a:pt x="224586" y="318871"/>
                  </a:lnTo>
                  <a:lnTo>
                    <a:pt x="249364" y="317164"/>
                  </a:lnTo>
                  <a:lnTo>
                    <a:pt x="253758" y="316805"/>
                  </a:lnTo>
                  <a:lnTo>
                    <a:pt x="256394" y="316625"/>
                  </a:lnTo>
                  <a:lnTo>
                    <a:pt x="263775" y="316086"/>
                  </a:lnTo>
                  <a:lnTo>
                    <a:pt x="271331" y="315547"/>
                  </a:lnTo>
                  <a:lnTo>
                    <a:pt x="276955" y="315098"/>
                  </a:lnTo>
                  <a:lnTo>
                    <a:pt x="278273" y="315008"/>
                  </a:lnTo>
                  <a:lnTo>
                    <a:pt x="278448" y="315008"/>
                  </a:lnTo>
                  <a:lnTo>
                    <a:pt x="289080" y="314289"/>
                  </a:lnTo>
                  <a:lnTo>
                    <a:pt x="297427" y="313660"/>
                  </a:lnTo>
                  <a:lnTo>
                    <a:pt x="299712" y="313570"/>
                  </a:lnTo>
                  <a:lnTo>
                    <a:pt x="302436" y="313301"/>
                  </a:lnTo>
                  <a:lnTo>
                    <a:pt x="311222" y="312672"/>
                  </a:lnTo>
                  <a:lnTo>
                    <a:pt x="319921" y="312043"/>
                  </a:lnTo>
                  <a:lnTo>
                    <a:pt x="324578" y="311684"/>
                  </a:lnTo>
                  <a:lnTo>
                    <a:pt x="328093" y="311414"/>
                  </a:lnTo>
                  <a:lnTo>
                    <a:pt x="345227" y="310246"/>
                  </a:lnTo>
                  <a:lnTo>
                    <a:pt x="348654" y="310066"/>
                  </a:lnTo>
                  <a:lnTo>
                    <a:pt x="351817" y="309797"/>
                  </a:lnTo>
                  <a:lnTo>
                    <a:pt x="352256" y="309797"/>
                  </a:lnTo>
                  <a:lnTo>
                    <a:pt x="352608" y="309707"/>
                  </a:lnTo>
                  <a:lnTo>
                    <a:pt x="352256" y="307191"/>
                  </a:lnTo>
                  <a:lnTo>
                    <a:pt x="351729" y="303418"/>
                  </a:lnTo>
                  <a:lnTo>
                    <a:pt x="350762" y="296320"/>
                  </a:lnTo>
                  <a:lnTo>
                    <a:pt x="350499" y="294343"/>
                  </a:lnTo>
                  <a:lnTo>
                    <a:pt x="350059" y="291378"/>
                  </a:lnTo>
                  <a:lnTo>
                    <a:pt x="348917" y="283202"/>
                  </a:lnTo>
                  <a:lnTo>
                    <a:pt x="347599" y="273678"/>
                  </a:lnTo>
                  <a:lnTo>
                    <a:pt x="347160" y="271072"/>
                  </a:lnTo>
                  <a:lnTo>
                    <a:pt x="345842" y="260919"/>
                  </a:lnTo>
                  <a:lnTo>
                    <a:pt x="345930" y="260200"/>
                  </a:lnTo>
                  <a:lnTo>
                    <a:pt x="344700" y="251216"/>
                  </a:lnTo>
                  <a:lnTo>
                    <a:pt x="344612" y="250766"/>
                  </a:lnTo>
                  <a:lnTo>
                    <a:pt x="344524" y="250048"/>
                  </a:lnTo>
                  <a:lnTo>
                    <a:pt x="344172" y="248251"/>
                  </a:lnTo>
                  <a:lnTo>
                    <a:pt x="344172" y="247891"/>
                  </a:lnTo>
                  <a:lnTo>
                    <a:pt x="343557" y="243399"/>
                  </a:lnTo>
                  <a:lnTo>
                    <a:pt x="343030" y="239445"/>
                  </a:lnTo>
                  <a:lnTo>
                    <a:pt x="341536" y="228484"/>
                  </a:lnTo>
                  <a:lnTo>
                    <a:pt x="338988" y="209256"/>
                  </a:lnTo>
                  <a:lnTo>
                    <a:pt x="338900" y="208358"/>
                  </a:lnTo>
                  <a:lnTo>
                    <a:pt x="338812" y="207909"/>
                  </a:lnTo>
                  <a:lnTo>
                    <a:pt x="338725" y="207639"/>
                  </a:lnTo>
                  <a:lnTo>
                    <a:pt x="338285" y="203955"/>
                  </a:lnTo>
                  <a:lnTo>
                    <a:pt x="338110" y="203057"/>
                  </a:lnTo>
                  <a:lnTo>
                    <a:pt x="337758" y="201529"/>
                  </a:lnTo>
                  <a:lnTo>
                    <a:pt x="337231" y="198205"/>
                  </a:lnTo>
                  <a:lnTo>
                    <a:pt x="336440" y="191916"/>
                  </a:lnTo>
                  <a:lnTo>
                    <a:pt x="336001" y="188232"/>
                  </a:lnTo>
                  <a:lnTo>
                    <a:pt x="335649" y="185986"/>
                  </a:lnTo>
                  <a:lnTo>
                    <a:pt x="335210" y="182212"/>
                  </a:lnTo>
                  <a:lnTo>
                    <a:pt x="334771" y="179337"/>
                  </a:lnTo>
                  <a:lnTo>
                    <a:pt x="333277" y="168465"/>
                  </a:lnTo>
                  <a:lnTo>
                    <a:pt x="333013" y="166399"/>
                  </a:lnTo>
                  <a:lnTo>
                    <a:pt x="331344" y="154359"/>
                  </a:lnTo>
                  <a:lnTo>
                    <a:pt x="331080" y="152113"/>
                  </a:lnTo>
                  <a:lnTo>
                    <a:pt x="330817" y="150585"/>
                  </a:lnTo>
                  <a:lnTo>
                    <a:pt x="328620" y="134143"/>
                  </a:lnTo>
                  <a:lnTo>
                    <a:pt x="327917" y="129022"/>
                  </a:lnTo>
                  <a:lnTo>
                    <a:pt x="327038" y="122283"/>
                  </a:lnTo>
                  <a:lnTo>
                    <a:pt x="326863" y="120576"/>
                  </a:lnTo>
                  <a:lnTo>
                    <a:pt x="326775" y="120037"/>
                  </a:lnTo>
                  <a:lnTo>
                    <a:pt x="326599" y="119049"/>
                  </a:lnTo>
                  <a:lnTo>
                    <a:pt x="326511" y="118869"/>
                  </a:lnTo>
                  <a:lnTo>
                    <a:pt x="325896" y="115904"/>
                  </a:lnTo>
                  <a:lnTo>
                    <a:pt x="325720" y="115365"/>
                  </a:lnTo>
                  <a:lnTo>
                    <a:pt x="325193" y="113478"/>
                  </a:lnTo>
                  <a:lnTo>
                    <a:pt x="324930" y="112669"/>
                  </a:lnTo>
                  <a:lnTo>
                    <a:pt x="324315" y="110872"/>
                  </a:lnTo>
                  <a:lnTo>
                    <a:pt x="323084" y="106739"/>
                  </a:lnTo>
                  <a:lnTo>
                    <a:pt x="322118" y="104224"/>
                  </a:lnTo>
                  <a:lnTo>
                    <a:pt x="321591" y="102876"/>
                  </a:lnTo>
                  <a:lnTo>
                    <a:pt x="320800" y="100809"/>
                  </a:lnTo>
                  <a:lnTo>
                    <a:pt x="320624" y="100270"/>
                  </a:lnTo>
                  <a:lnTo>
                    <a:pt x="320273" y="99462"/>
                  </a:lnTo>
                  <a:lnTo>
                    <a:pt x="319130" y="96227"/>
                  </a:lnTo>
                  <a:lnTo>
                    <a:pt x="318515" y="94700"/>
                  </a:lnTo>
                  <a:lnTo>
                    <a:pt x="318076" y="93532"/>
                  </a:lnTo>
                  <a:lnTo>
                    <a:pt x="317725" y="92274"/>
                  </a:lnTo>
                  <a:lnTo>
                    <a:pt x="317725" y="91914"/>
                  </a:lnTo>
                  <a:lnTo>
                    <a:pt x="317461" y="90387"/>
                  </a:lnTo>
                  <a:lnTo>
                    <a:pt x="317373" y="89489"/>
                  </a:lnTo>
                  <a:lnTo>
                    <a:pt x="317461" y="88051"/>
                  </a:lnTo>
                  <a:lnTo>
                    <a:pt x="317637" y="86254"/>
                  </a:lnTo>
                  <a:lnTo>
                    <a:pt x="317725" y="85984"/>
                  </a:lnTo>
                  <a:lnTo>
                    <a:pt x="318164" y="84367"/>
                  </a:lnTo>
                  <a:lnTo>
                    <a:pt x="318340" y="83918"/>
                  </a:lnTo>
                  <a:lnTo>
                    <a:pt x="318427" y="83738"/>
                  </a:lnTo>
                  <a:lnTo>
                    <a:pt x="318603" y="83289"/>
                  </a:lnTo>
                  <a:lnTo>
                    <a:pt x="318779" y="82840"/>
                  </a:lnTo>
                  <a:lnTo>
                    <a:pt x="319130" y="82211"/>
                  </a:lnTo>
                  <a:lnTo>
                    <a:pt x="319394" y="81672"/>
                  </a:lnTo>
                  <a:lnTo>
                    <a:pt x="320273" y="80324"/>
                  </a:lnTo>
                  <a:lnTo>
                    <a:pt x="321503" y="78886"/>
                  </a:lnTo>
                  <a:lnTo>
                    <a:pt x="324490" y="75652"/>
                  </a:lnTo>
                  <a:lnTo>
                    <a:pt x="326072" y="74035"/>
                  </a:lnTo>
                  <a:lnTo>
                    <a:pt x="326951" y="73316"/>
                  </a:lnTo>
                  <a:lnTo>
                    <a:pt x="327302" y="72956"/>
                  </a:lnTo>
                  <a:lnTo>
                    <a:pt x="329587" y="70710"/>
                  </a:lnTo>
                  <a:lnTo>
                    <a:pt x="330377" y="69902"/>
                  </a:lnTo>
                  <a:lnTo>
                    <a:pt x="332398" y="67925"/>
                  </a:lnTo>
                  <a:lnTo>
                    <a:pt x="333101" y="67206"/>
                  </a:lnTo>
                  <a:lnTo>
                    <a:pt x="336440" y="63882"/>
                  </a:lnTo>
                  <a:lnTo>
                    <a:pt x="339955" y="60557"/>
                  </a:lnTo>
                  <a:lnTo>
                    <a:pt x="341361" y="59210"/>
                  </a:lnTo>
                  <a:lnTo>
                    <a:pt x="341800" y="58760"/>
                  </a:lnTo>
                  <a:lnTo>
                    <a:pt x="342064" y="58581"/>
                  </a:lnTo>
                  <a:lnTo>
                    <a:pt x="344612" y="55975"/>
                  </a:lnTo>
                  <a:lnTo>
                    <a:pt x="346369" y="54358"/>
                  </a:lnTo>
                  <a:lnTo>
                    <a:pt x="346808" y="53998"/>
                  </a:lnTo>
                  <a:lnTo>
                    <a:pt x="350762" y="50225"/>
                  </a:lnTo>
                  <a:lnTo>
                    <a:pt x="354365" y="46721"/>
                  </a:lnTo>
                  <a:lnTo>
                    <a:pt x="355683" y="45463"/>
                  </a:lnTo>
                  <a:lnTo>
                    <a:pt x="357352" y="43576"/>
                  </a:lnTo>
                  <a:lnTo>
                    <a:pt x="359637" y="41060"/>
                  </a:lnTo>
                  <a:lnTo>
                    <a:pt x="362273" y="37826"/>
                  </a:lnTo>
                  <a:lnTo>
                    <a:pt x="364821" y="34322"/>
                  </a:lnTo>
                  <a:lnTo>
                    <a:pt x="366842" y="30997"/>
                  </a:lnTo>
                  <a:lnTo>
                    <a:pt x="368511" y="28212"/>
                  </a:lnTo>
                  <a:lnTo>
                    <a:pt x="370532" y="24888"/>
                  </a:lnTo>
                  <a:lnTo>
                    <a:pt x="371587" y="23001"/>
                  </a:lnTo>
                  <a:lnTo>
                    <a:pt x="379670" y="26415"/>
                  </a:lnTo>
                  <a:lnTo>
                    <a:pt x="381867" y="27134"/>
                  </a:lnTo>
                  <a:lnTo>
                    <a:pt x="382746" y="27493"/>
                  </a:lnTo>
                  <a:lnTo>
                    <a:pt x="382131" y="24977"/>
                  </a:lnTo>
                  <a:lnTo>
                    <a:pt x="382219" y="22641"/>
                  </a:lnTo>
                  <a:lnTo>
                    <a:pt x="382570" y="20844"/>
                  </a:lnTo>
                  <a:lnTo>
                    <a:pt x="383449" y="18149"/>
                  </a:lnTo>
                  <a:lnTo>
                    <a:pt x="384503" y="16621"/>
                  </a:lnTo>
                  <a:lnTo>
                    <a:pt x="385382" y="15903"/>
                  </a:lnTo>
                  <a:lnTo>
                    <a:pt x="386612" y="14735"/>
                  </a:lnTo>
                  <a:lnTo>
                    <a:pt x="389424" y="23270"/>
                  </a:lnTo>
                  <a:lnTo>
                    <a:pt x="389775" y="24798"/>
                  </a:lnTo>
                  <a:lnTo>
                    <a:pt x="391093" y="29560"/>
                  </a:lnTo>
                  <a:lnTo>
                    <a:pt x="391181" y="29739"/>
                  </a:lnTo>
                  <a:lnTo>
                    <a:pt x="391444" y="31267"/>
                  </a:lnTo>
                  <a:lnTo>
                    <a:pt x="391444" y="31626"/>
                  </a:lnTo>
                  <a:lnTo>
                    <a:pt x="391796" y="34411"/>
                  </a:lnTo>
                  <a:lnTo>
                    <a:pt x="391796" y="34591"/>
                  </a:lnTo>
                  <a:lnTo>
                    <a:pt x="391444" y="38724"/>
                  </a:lnTo>
                  <a:lnTo>
                    <a:pt x="391181" y="46451"/>
                  </a:lnTo>
                  <a:lnTo>
                    <a:pt x="391005" y="49865"/>
                  </a:lnTo>
                  <a:lnTo>
                    <a:pt x="390917" y="52471"/>
                  </a:lnTo>
                  <a:lnTo>
                    <a:pt x="391093" y="54358"/>
                  </a:lnTo>
                  <a:lnTo>
                    <a:pt x="391269" y="55795"/>
                  </a:lnTo>
                  <a:lnTo>
                    <a:pt x="391357" y="55975"/>
                  </a:lnTo>
                  <a:lnTo>
                    <a:pt x="391444" y="56245"/>
                  </a:lnTo>
                  <a:lnTo>
                    <a:pt x="391796" y="56514"/>
                  </a:lnTo>
                  <a:lnTo>
                    <a:pt x="392147" y="57502"/>
                  </a:lnTo>
                  <a:lnTo>
                    <a:pt x="392938" y="59210"/>
                  </a:lnTo>
                  <a:lnTo>
                    <a:pt x="393290" y="60198"/>
                  </a:lnTo>
                  <a:lnTo>
                    <a:pt x="394080" y="61456"/>
                  </a:lnTo>
                  <a:lnTo>
                    <a:pt x="394871" y="62804"/>
                  </a:lnTo>
                  <a:lnTo>
                    <a:pt x="395574" y="63882"/>
                  </a:lnTo>
                  <a:lnTo>
                    <a:pt x="396365" y="65050"/>
                  </a:lnTo>
                  <a:lnTo>
                    <a:pt x="397419" y="66667"/>
                  </a:lnTo>
                  <a:lnTo>
                    <a:pt x="398034" y="67745"/>
                  </a:lnTo>
                  <a:lnTo>
                    <a:pt x="398474" y="68554"/>
                  </a:lnTo>
                  <a:lnTo>
                    <a:pt x="398650" y="69722"/>
                  </a:lnTo>
                  <a:lnTo>
                    <a:pt x="399177" y="72687"/>
                  </a:lnTo>
                  <a:lnTo>
                    <a:pt x="399440" y="72687"/>
                  </a:lnTo>
                  <a:lnTo>
                    <a:pt x="400055" y="72597"/>
                  </a:lnTo>
                  <a:lnTo>
                    <a:pt x="400670" y="72507"/>
                  </a:lnTo>
                  <a:lnTo>
                    <a:pt x="401373" y="72417"/>
                  </a:lnTo>
                  <a:lnTo>
                    <a:pt x="401725" y="72327"/>
                  </a:lnTo>
                  <a:lnTo>
                    <a:pt x="401901" y="72327"/>
                  </a:lnTo>
                  <a:lnTo>
                    <a:pt x="404185" y="71968"/>
                  </a:lnTo>
                  <a:lnTo>
                    <a:pt x="405503" y="71699"/>
                  </a:lnTo>
                  <a:lnTo>
                    <a:pt x="407612" y="71429"/>
                  </a:lnTo>
                  <a:lnTo>
                    <a:pt x="407788" y="71339"/>
                  </a:lnTo>
                  <a:lnTo>
                    <a:pt x="413587" y="70620"/>
                  </a:lnTo>
                  <a:lnTo>
                    <a:pt x="413850" y="70530"/>
                  </a:lnTo>
                  <a:lnTo>
                    <a:pt x="414466" y="70441"/>
                  </a:lnTo>
                  <a:lnTo>
                    <a:pt x="414817" y="70351"/>
                  </a:lnTo>
                  <a:lnTo>
                    <a:pt x="415696" y="70261"/>
                  </a:lnTo>
                  <a:lnTo>
                    <a:pt x="419122" y="69902"/>
                  </a:lnTo>
                  <a:lnTo>
                    <a:pt x="419386" y="69902"/>
                  </a:lnTo>
                  <a:lnTo>
                    <a:pt x="420001" y="69812"/>
                  </a:lnTo>
                  <a:lnTo>
                    <a:pt x="420440" y="69812"/>
                  </a:lnTo>
                  <a:lnTo>
                    <a:pt x="420880" y="69812"/>
                  </a:lnTo>
                  <a:lnTo>
                    <a:pt x="421231" y="69812"/>
                  </a:lnTo>
                  <a:lnTo>
                    <a:pt x="421495" y="70171"/>
                  </a:lnTo>
                  <a:lnTo>
                    <a:pt x="421846" y="70530"/>
                  </a:lnTo>
                  <a:lnTo>
                    <a:pt x="422198" y="70890"/>
                  </a:lnTo>
                  <a:lnTo>
                    <a:pt x="422549" y="71159"/>
                  </a:lnTo>
                  <a:lnTo>
                    <a:pt x="422989" y="71429"/>
                  </a:lnTo>
                  <a:lnTo>
                    <a:pt x="423428" y="71609"/>
                  </a:lnTo>
                  <a:lnTo>
                    <a:pt x="423867" y="71699"/>
                  </a:lnTo>
                  <a:lnTo>
                    <a:pt x="424394" y="71788"/>
                  </a:lnTo>
                  <a:lnTo>
                    <a:pt x="424834" y="71788"/>
                  </a:lnTo>
                  <a:lnTo>
                    <a:pt x="425273" y="71788"/>
                  </a:lnTo>
                  <a:lnTo>
                    <a:pt x="425800" y="71699"/>
                  </a:lnTo>
                  <a:lnTo>
                    <a:pt x="426240" y="71519"/>
                  </a:lnTo>
                  <a:lnTo>
                    <a:pt x="426679" y="71339"/>
                  </a:lnTo>
                  <a:lnTo>
                    <a:pt x="427118" y="71070"/>
                  </a:lnTo>
                  <a:lnTo>
                    <a:pt x="427558" y="70710"/>
                  </a:lnTo>
                  <a:lnTo>
                    <a:pt x="427909" y="70351"/>
                  </a:lnTo>
                  <a:lnTo>
                    <a:pt x="428173" y="69991"/>
                  </a:lnTo>
                  <a:lnTo>
                    <a:pt x="428436" y="69632"/>
                  </a:lnTo>
                  <a:lnTo>
                    <a:pt x="428612" y="69273"/>
                  </a:lnTo>
                  <a:lnTo>
                    <a:pt x="428700" y="68913"/>
                  </a:lnTo>
                  <a:lnTo>
                    <a:pt x="428788" y="68464"/>
                  </a:lnTo>
                  <a:lnTo>
                    <a:pt x="429139" y="67655"/>
                  </a:lnTo>
                  <a:lnTo>
                    <a:pt x="429227" y="67476"/>
                  </a:lnTo>
                  <a:lnTo>
                    <a:pt x="429403" y="67026"/>
                  </a:lnTo>
                  <a:lnTo>
                    <a:pt x="430106" y="65140"/>
                  </a:lnTo>
                  <a:lnTo>
                    <a:pt x="430457" y="64061"/>
                  </a:lnTo>
                  <a:lnTo>
                    <a:pt x="431424" y="63432"/>
                  </a:lnTo>
                  <a:lnTo>
                    <a:pt x="437750" y="59210"/>
                  </a:lnTo>
                  <a:lnTo>
                    <a:pt x="442231" y="56065"/>
                  </a:lnTo>
                  <a:lnTo>
                    <a:pt x="443901" y="54897"/>
                  </a:lnTo>
                  <a:lnTo>
                    <a:pt x="444779" y="54358"/>
                  </a:lnTo>
                  <a:lnTo>
                    <a:pt x="444955" y="54178"/>
                  </a:lnTo>
                  <a:lnTo>
                    <a:pt x="445307" y="53819"/>
                  </a:lnTo>
                  <a:lnTo>
                    <a:pt x="446625" y="52830"/>
                  </a:lnTo>
                  <a:lnTo>
                    <a:pt x="447591" y="51932"/>
                  </a:lnTo>
                  <a:lnTo>
                    <a:pt x="448909" y="50584"/>
                  </a:lnTo>
                  <a:lnTo>
                    <a:pt x="449085" y="50494"/>
                  </a:lnTo>
                  <a:lnTo>
                    <a:pt x="449173" y="50315"/>
                  </a:lnTo>
                  <a:lnTo>
                    <a:pt x="451018" y="48428"/>
                  </a:lnTo>
                  <a:lnTo>
                    <a:pt x="452600" y="46092"/>
                  </a:lnTo>
                  <a:lnTo>
                    <a:pt x="453127" y="45463"/>
                  </a:lnTo>
                  <a:lnTo>
                    <a:pt x="453478" y="44834"/>
                  </a:lnTo>
                  <a:lnTo>
                    <a:pt x="455499" y="41599"/>
                  </a:lnTo>
                  <a:lnTo>
                    <a:pt x="457256" y="38724"/>
                  </a:lnTo>
                  <a:lnTo>
                    <a:pt x="459277" y="35400"/>
                  </a:lnTo>
                  <a:lnTo>
                    <a:pt x="459629" y="34861"/>
                  </a:lnTo>
                  <a:lnTo>
                    <a:pt x="459892" y="34411"/>
                  </a:lnTo>
                  <a:lnTo>
                    <a:pt x="460244" y="33872"/>
                  </a:lnTo>
                  <a:lnTo>
                    <a:pt x="460683" y="33154"/>
                  </a:lnTo>
                  <a:lnTo>
                    <a:pt x="461474" y="31986"/>
                  </a:lnTo>
                  <a:lnTo>
                    <a:pt x="462001" y="31177"/>
                  </a:lnTo>
                  <a:lnTo>
                    <a:pt x="463759" y="28661"/>
                  </a:lnTo>
                  <a:lnTo>
                    <a:pt x="464549" y="27583"/>
                  </a:lnTo>
                  <a:lnTo>
                    <a:pt x="466043" y="25696"/>
                  </a:lnTo>
                  <a:lnTo>
                    <a:pt x="467625" y="23899"/>
                  </a:lnTo>
                  <a:lnTo>
                    <a:pt x="469206" y="22102"/>
                  </a:lnTo>
                  <a:lnTo>
                    <a:pt x="470876" y="20395"/>
                  </a:lnTo>
                  <a:lnTo>
                    <a:pt x="472545" y="18688"/>
                  </a:lnTo>
                  <a:lnTo>
                    <a:pt x="474303" y="16981"/>
                  </a:lnTo>
                  <a:lnTo>
                    <a:pt x="476060" y="15364"/>
                  </a:lnTo>
                  <a:lnTo>
                    <a:pt x="477905" y="13836"/>
                  </a:lnTo>
                  <a:lnTo>
                    <a:pt x="479750" y="12309"/>
                  </a:lnTo>
                  <a:lnTo>
                    <a:pt x="481683" y="10871"/>
                  </a:lnTo>
                  <a:lnTo>
                    <a:pt x="482650" y="10152"/>
                  </a:lnTo>
                  <a:lnTo>
                    <a:pt x="483616" y="9434"/>
                  </a:lnTo>
                  <a:lnTo>
                    <a:pt x="485549" y="8086"/>
                  </a:lnTo>
                  <a:lnTo>
                    <a:pt x="487570" y="6828"/>
                  </a:lnTo>
                  <a:lnTo>
                    <a:pt x="488801" y="6199"/>
                  </a:lnTo>
                  <a:lnTo>
                    <a:pt x="492491" y="4582"/>
                  </a:lnTo>
                  <a:lnTo>
                    <a:pt x="493721" y="4043"/>
                  </a:lnTo>
                  <a:lnTo>
                    <a:pt x="494336" y="3773"/>
                  </a:lnTo>
                  <a:lnTo>
                    <a:pt x="496093" y="3144"/>
                  </a:lnTo>
                  <a:lnTo>
                    <a:pt x="497851" y="2605"/>
                  </a:lnTo>
                  <a:lnTo>
                    <a:pt x="499344" y="2156"/>
                  </a:lnTo>
                  <a:lnTo>
                    <a:pt x="504177" y="988"/>
                  </a:lnTo>
                  <a:lnTo>
                    <a:pt x="505056" y="898"/>
                  </a:lnTo>
                  <a:lnTo>
                    <a:pt x="506901" y="539"/>
                  </a:lnTo>
                  <a:lnTo>
                    <a:pt x="508746" y="359"/>
                  </a:lnTo>
                  <a:lnTo>
                    <a:pt x="510591" y="179"/>
                  </a:lnTo>
                  <a:lnTo>
                    <a:pt x="512437" y="89"/>
                  </a:lnTo>
                  <a:lnTo>
                    <a:pt x="514282" y="0"/>
                  </a:lnTo>
                  <a:lnTo>
                    <a:pt x="516391" y="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02898" y="4026599"/>
              <a:ext cx="298745" cy="220218"/>
            </a:xfrm>
            <a:custGeom>
              <a:avLst/>
              <a:pathLst>
                <a:path w="298745" h="220218">
                  <a:moveTo>
                    <a:pt x="87339" y="1886"/>
                  </a:moveTo>
                  <a:lnTo>
                    <a:pt x="88217" y="1976"/>
                  </a:lnTo>
                  <a:lnTo>
                    <a:pt x="88920" y="2156"/>
                  </a:lnTo>
                  <a:lnTo>
                    <a:pt x="94720" y="3054"/>
                  </a:lnTo>
                  <a:lnTo>
                    <a:pt x="96038" y="3324"/>
                  </a:lnTo>
                  <a:lnTo>
                    <a:pt x="95950" y="3863"/>
                  </a:lnTo>
                  <a:lnTo>
                    <a:pt x="95862" y="4582"/>
                  </a:lnTo>
                  <a:lnTo>
                    <a:pt x="95598" y="6828"/>
                  </a:lnTo>
                  <a:lnTo>
                    <a:pt x="95598" y="7187"/>
                  </a:lnTo>
                  <a:lnTo>
                    <a:pt x="95335" y="8894"/>
                  </a:lnTo>
                  <a:lnTo>
                    <a:pt x="94983" y="11590"/>
                  </a:lnTo>
                  <a:lnTo>
                    <a:pt x="94983" y="11949"/>
                  </a:lnTo>
                  <a:lnTo>
                    <a:pt x="94983" y="12129"/>
                  </a:lnTo>
                  <a:lnTo>
                    <a:pt x="95159" y="12399"/>
                  </a:lnTo>
                  <a:lnTo>
                    <a:pt x="95335" y="12758"/>
                  </a:lnTo>
                  <a:lnTo>
                    <a:pt x="95686" y="12938"/>
                  </a:lnTo>
                  <a:lnTo>
                    <a:pt x="96828" y="13567"/>
                  </a:lnTo>
                  <a:lnTo>
                    <a:pt x="98498" y="14555"/>
                  </a:lnTo>
                  <a:lnTo>
                    <a:pt x="98849" y="14735"/>
                  </a:lnTo>
                  <a:lnTo>
                    <a:pt x="98586" y="15274"/>
                  </a:lnTo>
                  <a:lnTo>
                    <a:pt x="98498" y="15543"/>
                  </a:lnTo>
                  <a:lnTo>
                    <a:pt x="97092" y="18239"/>
                  </a:lnTo>
                  <a:lnTo>
                    <a:pt x="96916" y="18688"/>
                  </a:lnTo>
                  <a:lnTo>
                    <a:pt x="96477" y="20485"/>
                  </a:lnTo>
                  <a:lnTo>
                    <a:pt x="96038" y="23091"/>
                  </a:lnTo>
                  <a:lnTo>
                    <a:pt x="95247" y="29560"/>
                  </a:lnTo>
                  <a:lnTo>
                    <a:pt x="95159" y="30997"/>
                  </a:lnTo>
                  <a:lnTo>
                    <a:pt x="95422" y="32794"/>
                  </a:lnTo>
                  <a:lnTo>
                    <a:pt x="97531" y="35759"/>
                  </a:lnTo>
                  <a:lnTo>
                    <a:pt x="105703" y="47529"/>
                  </a:lnTo>
                  <a:lnTo>
                    <a:pt x="105879" y="47889"/>
                  </a:lnTo>
                  <a:lnTo>
                    <a:pt x="109217" y="52651"/>
                  </a:lnTo>
                  <a:lnTo>
                    <a:pt x="110975" y="55166"/>
                  </a:lnTo>
                  <a:lnTo>
                    <a:pt x="113787" y="54627"/>
                  </a:lnTo>
                  <a:lnTo>
                    <a:pt x="115280" y="54358"/>
                  </a:lnTo>
                  <a:lnTo>
                    <a:pt x="120377" y="53459"/>
                  </a:lnTo>
                  <a:lnTo>
                    <a:pt x="121695" y="53190"/>
                  </a:lnTo>
                  <a:lnTo>
                    <a:pt x="129954" y="51662"/>
                  </a:lnTo>
                  <a:lnTo>
                    <a:pt x="132854" y="51123"/>
                  </a:lnTo>
                  <a:lnTo>
                    <a:pt x="134962" y="50764"/>
                  </a:lnTo>
                  <a:lnTo>
                    <a:pt x="138828" y="50045"/>
                  </a:lnTo>
                  <a:lnTo>
                    <a:pt x="148494" y="48248"/>
                  </a:lnTo>
                  <a:lnTo>
                    <a:pt x="148845" y="50045"/>
                  </a:lnTo>
                  <a:lnTo>
                    <a:pt x="149197" y="51842"/>
                  </a:lnTo>
                  <a:lnTo>
                    <a:pt x="149812" y="53459"/>
                  </a:lnTo>
                  <a:lnTo>
                    <a:pt x="150075" y="53998"/>
                  </a:lnTo>
                  <a:lnTo>
                    <a:pt x="150075" y="54268"/>
                  </a:lnTo>
                  <a:lnTo>
                    <a:pt x="151306" y="60378"/>
                  </a:lnTo>
                  <a:lnTo>
                    <a:pt x="152624" y="66667"/>
                  </a:lnTo>
                  <a:lnTo>
                    <a:pt x="152624" y="66847"/>
                  </a:lnTo>
                  <a:lnTo>
                    <a:pt x="152975" y="68644"/>
                  </a:lnTo>
                  <a:lnTo>
                    <a:pt x="153414" y="70980"/>
                  </a:lnTo>
                  <a:lnTo>
                    <a:pt x="153502" y="71429"/>
                  </a:lnTo>
                  <a:lnTo>
                    <a:pt x="154029" y="73945"/>
                  </a:lnTo>
                  <a:lnTo>
                    <a:pt x="154205" y="74664"/>
                  </a:lnTo>
                  <a:lnTo>
                    <a:pt x="154293" y="74843"/>
                  </a:lnTo>
                  <a:lnTo>
                    <a:pt x="154469" y="74933"/>
                  </a:lnTo>
                  <a:lnTo>
                    <a:pt x="154820" y="75203"/>
                  </a:lnTo>
                  <a:lnTo>
                    <a:pt x="154996" y="75382"/>
                  </a:lnTo>
                  <a:lnTo>
                    <a:pt x="155347" y="79515"/>
                  </a:lnTo>
                  <a:lnTo>
                    <a:pt x="155523" y="81043"/>
                  </a:lnTo>
                  <a:lnTo>
                    <a:pt x="155699" y="83289"/>
                  </a:lnTo>
                  <a:lnTo>
                    <a:pt x="156138" y="88410"/>
                  </a:lnTo>
                  <a:lnTo>
                    <a:pt x="156577" y="93891"/>
                  </a:lnTo>
                  <a:lnTo>
                    <a:pt x="168176" y="92993"/>
                  </a:lnTo>
                  <a:lnTo>
                    <a:pt x="172130" y="92723"/>
                  </a:lnTo>
                  <a:lnTo>
                    <a:pt x="173272" y="92633"/>
                  </a:lnTo>
                  <a:lnTo>
                    <a:pt x="186188" y="91825"/>
                  </a:lnTo>
                  <a:lnTo>
                    <a:pt x="187243" y="91735"/>
                  </a:lnTo>
                  <a:lnTo>
                    <a:pt x="187419" y="91645"/>
                  </a:lnTo>
                  <a:lnTo>
                    <a:pt x="198138" y="90926"/>
                  </a:lnTo>
                  <a:lnTo>
                    <a:pt x="210879" y="90028"/>
                  </a:lnTo>
                  <a:lnTo>
                    <a:pt x="212373" y="89938"/>
                  </a:lnTo>
                  <a:lnTo>
                    <a:pt x="220369" y="89399"/>
                  </a:lnTo>
                  <a:lnTo>
                    <a:pt x="221159" y="89399"/>
                  </a:lnTo>
                  <a:lnTo>
                    <a:pt x="236536" y="88410"/>
                  </a:lnTo>
                  <a:lnTo>
                    <a:pt x="238820" y="88231"/>
                  </a:lnTo>
                  <a:lnTo>
                    <a:pt x="239348" y="88141"/>
                  </a:lnTo>
                  <a:lnTo>
                    <a:pt x="248046" y="87512"/>
                  </a:lnTo>
                  <a:lnTo>
                    <a:pt x="256833" y="86883"/>
                  </a:lnTo>
                  <a:lnTo>
                    <a:pt x="291804" y="84547"/>
                  </a:lnTo>
                  <a:lnTo>
                    <a:pt x="296022" y="84187"/>
                  </a:lnTo>
                  <a:lnTo>
                    <a:pt x="297164" y="84098"/>
                  </a:lnTo>
                  <a:lnTo>
                    <a:pt x="296988" y="84457"/>
                  </a:lnTo>
                  <a:lnTo>
                    <a:pt x="296637" y="85176"/>
                  </a:lnTo>
                  <a:lnTo>
                    <a:pt x="296461" y="85355"/>
                  </a:lnTo>
                  <a:lnTo>
                    <a:pt x="297252" y="86254"/>
                  </a:lnTo>
                  <a:lnTo>
                    <a:pt x="298745" y="89309"/>
                  </a:lnTo>
                  <a:lnTo>
                    <a:pt x="298394" y="89399"/>
                  </a:lnTo>
                  <a:lnTo>
                    <a:pt x="297603" y="89758"/>
                  </a:lnTo>
                  <a:lnTo>
                    <a:pt x="297164" y="90117"/>
                  </a:lnTo>
                  <a:lnTo>
                    <a:pt x="296637" y="90657"/>
                  </a:lnTo>
                  <a:lnTo>
                    <a:pt x="296109" y="91106"/>
                  </a:lnTo>
                  <a:lnTo>
                    <a:pt x="296022" y="91285"/>
                  </a:lnTo>
                  <a:lnTo>
                    <a:pt x="295143" y="92454"/>
                  </a:lnTo>
                  <a:lnTo>
                    <a:pt x="294879" y="92813"/>
                  </a:lnTo>
                  <a:lnTo>
                    <a:pt x="293913" y="94520"/>
                  </a:lnTo>
                  <a:lnTo>
                    <a:pt x="293386" y="95598"/>
                  </a:lnTo>
                  <a:lnTo>
                    <a:pt x="293034" y="96317"/>
                  </a:lnTo>
                  <a:lnTo>
                    <a:pt x="291716" y="98743"/>
                  </a:lnTo>
                  <a:lnTo>
                    <a:pt x="291540" y="99102"/>
                  </a:lnTo>
                  <a:lnTo>
                    <a:pt x="291452" y="99462"/>
                  </a:lnTo>
                  <a:lnTo>
                    <a:pt x="289168" y="104044"/>
                  </a:lnTo>
                  <a:lnTo>
                    <a:pt x="288465" y="105392"/>
                  </a:lnTo>
                  <a:lnTo>
                    <a:pt x="288201" y="105841"/>
                  </a:lnTo>
                  <a:lnTo>
                    <a:pt x="287059" y="108177"/>
                  </a:lnTo>
                  <a:lnTo>
                    <a:pt x="285126" y="112040"/>
                  </a:lnTo>
                  <a:lnTo>
                    <a:pt x="284335" y="113658"/>
                  </a:lnTo>
                  <a:lnTo>
                    <a:pt x="283896" y="114646"/>
                  </a:lnTo>
                  <a:lnTo>
                    <a:pt x="282842" y="116713"/>
                  </a:lnTo>
                  <a:lnTo>
                    <a:pt x="281611" y="119228"/>
                  </a:lnTo>
                  <a:lnTo>
                    <a:pt x="281172" y="120127"/>
                  </a:lnTo>
                  <a:lnTo>
                    <a:pt x="280821" y="120846"/>
                  </a:lnTo>
                  <a:lnTo>
                    <a:pt x="280118" y="120486"/>
                  </a:lnTo>
                  <a:lnTo>
                    <a:pt x="278185" y="124170"/>
                  </a:lnTo>
                  <a:lnTo>
                    <a:pt x="278097" y="124440"/>
                  </a:lnTo>
                  <a:lnTo>
                    <a:pt x="277921" y="124619"/>
                  </a:lnTo>
                  <a:lnTo>
                    <a:pt x="277218" y="125697"/>
                  </a:lnTo>
                  <a:lnTo>
                    <a:pt x="276252" y="127135"/>
                  </a:lnTo>
                  <a:lnTo>
                    <a:pt x="275285" y="128842"/>
                  </a:lnTo>
                  <a:lnTo>
                    <a:pt x="273879" y="131627"/>
                  </a:lnTo>
                  <a:lnTo>
                    <a:pt x="270804" y="138186"/>
                  </a:lnTo>
                  <a:lnTo>
                    <a:pt x="270540" y="138815"/>
                  </a:lnTo>
                  <a:lnTo>
                    <a:pt x="268783" y="143038"/>
                  </a:lnTo>
                  <a:lnTo>
                    <a:pt x="267377" y="146452"/>
                  </a:lnTo>
                  <a:lnTo>
                    <a:pt x="267289" y="146722"/>
                  </a:lnTo>
                  <a:lnTo>
                    <a:pt x="266938" y="147531"/>
                  </a:lnTo>
                  <a:lnTo>
                    <a:pt x="266235" y="149597"/>
                  </a:lnTo>
                  <a:lnTo>
                    <a:pt x="263599" y="157055"/>
                  </a:lnTo>
                  <a:lnTo>
                    <a:pt x="263423" y="157414"/>
                  </a:lnTo>
                  <a:lnTo>
                    <a:pt x="263072" y="158762"/>
                  </a:lnTo>
                  <a:lnTo>
                    <a:pt x="262193" y="161457"/>
                  </a:lnTo>
                  <a:lnTo>
                    <a:pt x="258942" y="161816"/>
                  </a:lnTo>
                  <a:lnTo>
                    <a:pt x="258503" y="161816"/>
                  </a:lnTo>
                  <a:lnTo>
                    <a:pt x="257800" y="161906"/>
                  </a:lnTo>
                  <a:lnTo>
                    <a:pt x="256833" y="161996"/>
                  </a:lnTo>
                  <a:lnTo>
                    <a:pt x="256130" y="162086"/>
                  </a:lnTo>
                  <a:lnTo>
                    <a:pt x="256130" y="162625"/>
                  </a:lnTo>
                  <a:lnTo>
                    <a:pt x="256218" y="165141"/>
                  </a:lnTo>
                  <a:lnTo>
                    <a:pt x="256218" y="165590"/>
                  </a:lnTo>
                  <a:lnTo>
                    <a:pt x="256218" y="167297"/>
                  </a:lnTo>
                  <a:lnTo>
                    <a:pt x="256218" y="168465"/>
                  </a:lnTo>
                  <a:lnTo>
                    <a:pt x="256218" y="169364"/>
                  </a:lnTo>
                  <a:lnTo>
                    <a:pt x="256218" y="169633"/>
                  </a:lnTo>
                  <a:lnTo>
                    <a:pt x="256218" y="170083"/>
                  </a:lnTo>
                  <a:lnTo>
                    <a:pt x="255779" y="174665"/>
                  </a:lnTo>
                  <a:lnTo>
                    <a:pt x="255691" y="175204"/>
                  </a:lnTo>
                  <a:lnTo>
                    <a:pt x="251385" y="175114"/>
                  </a:lnTo>
                  <a:lnTo>
                    <a:pt x="251122" y="175114"/>
                  </a:lnTo>
                  <a:lnTo>
                    <a:pt x="250243" y="175743"/>
                  </a:lnTo>
                  <a:lnTo>
                    <a:pt x="249540" y="176192"/>
                  </a:lnTo>
                  <a:lnTo>
                    <a:pt x="248837" y="177091"/>
                  </a:lnTo>
                  <a:lnTo>
                    <a:pt x="248749" y="177360"/>
                  </a:lnTo>
                  <a:lnTo>
                    <a:pt x="247959" y="178528"/>
                  </a:lnTo>
                  <a:lnTo>
                    <a:pt x="246465" y="180954"/>
                  </a:lnTo>
                  <a:lnTo>
                    <a:pt x="246201" y="181403"/>
                  </a:lnTo>
                  <a:lnTo>
                    <a:pt x="244795" y="183470"/>
                  </a:lnTo>
                  <a:lnTo>
                    <a:pt x="244356" y="184189"/>
                  </a:lnTo>
                  <a:lnTo>
                    <a:pt x="242862" y="186435"/>
                  </a:lnTo>
                  <a:lnTo>
                    <a:pt x="241720" y="188232"/>
                  </a:lnTo>
                  <a:lnTo>
                    <a:pt x="240841" y="189490"/>
                  </a:lnTo>
                  <a:lnTo>
                    <a:pt x="240754" y="189669"/>
                  </a:lnTo>
                  <a:lnTo>
                    <a:pt x="239963" y="190748"/>
                  </a:lnTo>
                  <a:lnTo>
                    <a:pt x="238557" y="192904"/>
                  </a:lnTo>
                  <a:lnTo>
                    <a:pt x="237766" y="193713"/>
                  </a:lnTo>
                  <a:lnTo>
                    <a:pt x="236887" y="194611"/>
                  </a:lnTo>
                  <a:lnTo>
                    <a:pt x="236712" y="194971"/>
                  </a:lnTo>
                  <a:lnTo>
                    <a:pt x="235306" y="197307"/>
                  </a:lnTo>
                  <a:lnTo>
                    <a:pt x="234866" y="198025"/>
                  </a:lnTo>
                  <a:lnTo>
                    <a:pt x="234427" y="198654"/>
                  </a:lnTo>
                  <a:lnTo>
                    <a:pt x="233461" y="200092"/>
                  </a:lnTo>
                  <a:lnTo>
                    <a:pt x="233197" y="200451"/>
                  </a:lnTo>
                  <a:lnTo>
                    <a:pt x="232406" y="201350"/>
                  </a:lnTo>
                  <a:lnTo>
                    <a:pt x="231264" y="202338"/>
                  </a:lnTo>
                  <a:lnTo>
                    <a:pt x="229331" y="203776"/>
                  </a:lnTo>
                  <a:lnTo>
                    <a:pt x="228892" y="204045"/>
                  </a:lnTo>
                  <a:lnTo>
                    <a:pt x="226871" y="205662"/>
                  </a:lnTo>
                  <a:lnTo>
                    <a:pt x="226519" y="205932"/>
                  </a:lnTo>
                  <a:lnTo>
                    <a:pt x="225465" y="206831"/>
                  </a:lnTo>
                  <a:lnTo>
                    <a:pt x="224674" y="207459"/>
                  </a:lnTo>
                  <a:lnTo>
                    <a:pt x="223883" y="208088"/>
                  </a:lnTo>
                  <a:lnTo>
                    <a:pt x="222917" y="208897"/>
                  </a:lnTo>
                  <a:lnTo>
                    <a:pt x="222389" y="209436"/>
                  </a:lnTo>
                  <a:lnTo>
                    <a:pt x="221774" y="210065"/>
                  </a:lnTo>
                  <a:lnTo>
                    <a:pt x="221335" y="210604"/>
                  </a:lnTo>
                  <a:lnTo>
                    <a:pt x="220984" y="211143"/>
                  </a:lnTo>
                  <a:lnTo>
                    <a:pt x="220456" y="212221"/>
                  </a:lnTo>
                  <a:lnTo>
                    <a:pt x="220281" y="213030"/>
                  </a:lnTo>
                  <a:lnTo>
                    <a:pt x="220017" y="214198"/>
                  </a:lnTo>
                  <a:lnTo>
                    <a:pt x="219490" y="215636"/>
                  </a:lnTo>
                  <a:lnTo>
                    <a:pt x="218963" y="217163"/>
                  </a:lnTo>
                  <a:lnTo>
                    <a:pt x="218260" y="218331"/>
                  </a:lnTo>
                  <a:lnTo>
                    <a:pt x="217381" y="219140"/>
                  </a:lnTo>
                  <a:lnTo>
                    <a:pt x="216854" y="219499"/>
                  </a:lnTo>
                  <a:lnTo>
                    <a:pt x="216590" y="219769"/>
                  </a:lnTo>
                  <a:lnTo>
                    <a:pt x="215975" y="220218"/>
                  </a:lnTo>
                  <a:lnTo>
                    <a:pt x="215184" y="218960"/>
                  </a:lnTo>
                  <a:lnTo>
                    <a:pt x="213603" y="216624"/>
                  </a:lnTo>
                  <a:lnTo>
                    <a:pt x="212636" y="215097"/>
                  </a:lnTo>
                  <a:lnTo>
                    <a:pt x="212461" y="214917"/>
                  </a:lnTo>
                  <a:lnTo>
                    <a:pt x="209649" y="210514"/>
                  </a:lnTo>
                  <a:lnTo>
                    <a:pt x="199720" y="195510"/>
                  </a:lnTo>
                  <a:lnTo>
                    <a:pt x="196996" y="191197"/>
                  </a:lnTo>
                  <a:lnTo>
                    <a:pt x="192427" y="184189"/>
                  </a:lnTo>
                  <a:lnTo>
                    <a:pt x="190933" y="181853"/>
                  </a:lnTo>
                  <a:lnTo>
                    <a:pt x="190494" y="181314"/>
                  </a:lnTo>
                  <a:lnTo>
                    <a:pt x="186628" y="175473"/>
                  </a:lnTo>
                  <a:lnTo>
                    <a:pt x="184519" y="172329"/>
                  </a:lnTo>
                  <a:lnTo>
                    <a:pt x="179862" y="165410"/>
                  </a:lnTo>
                  <a:lnTo>
                    <a:pt x="179247" y="164422"/>
                  </a:lnTo>
                  <a:lnTo>
                    <a:pt x="175996" y="159570"/>
                  </a:lnTo>
                  <a:lnTo>
                    <a:pt x="175293" y="158492"/>
                  </a:lnTo>
                  <a:lnTo>
                    <a:pt x="172833" y="154808"/>
                  </a:lnTo>
                  <a:lnTo>
                    <a:pt x="172393" y="154269"/>
                  </a:lnTo>
                  <a:lnTo>
                    <a:pt x="172042" y="153730"/>
                  </a:lnTo>
                  <a:lnTo>
                    <a:pt x="168176" y="147980"/>
                  </a:lnTo>
                  <a:lnTo>
                    <a:pt x="165540" y="144026"/>
                  </a:lnTo>
                  <a:lnTo>
                    <a:pt x="164398" y="142230"/>
                  </a:lnTo>
                  <a:lnTo>
                    <a:pt x="164310" y="142050"/>
                  </a:lnTo>
                  <a:lnTo>
                    <a:pt x="162025" y="138725"/>
                  </a:lnTo>
                  <a:lnTo>
                    <a:pt x="160883" y="137198"/>
                  </a:lnTo>
                  <a:lnTo>
                    <a:pt x="160619" y="136659"/>
                  </a:lnTo>
                  <a:lnTo>
                    <a:pt x="160180" y="135940"/>
                  </a:lnTo>
                  <a:lnTo>
                    <a:pt x="158159" y="132795"/>
                  </a:lnTo>
                  <a:lnTo>
                    <a:pt x="156841" y="130729"/>
                  </a:lnTo>
                  <a:lnTo>
                    <a:pt x="156665" y="130549"/>
                  </a:lnTo>
                  <a:lnTo>
                    <a:pt x="155260" y="128213"/>
                  </a:lnTo>
                  <a:lnTo>
                    <a:pt x="152711" y="124170"/>
                  </a:lnTo>
                  <a:lnTo>
                    <a:pt x="152096" y="123272"/>
                  </a:lnTo>
                  <a:lnTo>
                    <a:pt x="151481" y="123721"/>
                  </a:lnTo>
                  <a:lnTo>
                    <a:pt x="150690" y="124260"/>
                  </a:lnTo>
                  <a:lnTo>
                    <a:pt x="149812" y="124799"/>
                  </a:lnTo>
                  <a:lnTo>
                    <a:pt x="145594" y="127584"/>
                  </a:lnTo>
                  <a:lnTo>
                    <a:pt x="143749" y="128842"/>
                  </a:lnTo>
                  <a:lnTo>
                    <a:pt x="141201" y="130459"/>
                  </a:lnTo>
                  <a:lnTo>
                    <a:pt x="140586" y="130909"/>
                  </a:lnTo>
                  <a:lnTo>
                    <a:pt x="140410" y="130998"/>
                  </a:lnTo>
                  <a:lnTo>
                    <a:pt x="140059" y="131268"/>
                  </a:lnTo>
                  <a:lnTo>
                    <a:pt x="139356" y="131717"/>
                  </a:lnTo>
                  <a:lnTo>
                    <a:pt x="136983" y="133245"/>
                  </a:lnTo>
                  <a:lnTo>
                    <a:pt x="136368" y="133604"/>
                  </a:lnTo>
                  <a:lnTo>
                    <a:pt x="130481" y="137468"/>
                  </a:lnTo>
                  <a:lnTo>
                    <a:pt x="127757" y="139354"/>
                  </a:lnTo>
                  <a:lnTo>
                    <a:pt x="127054" y="139804"/>
                  </a:lnTo>
                  <a:lnTo>
                    <a:pt x="126351" y="140253"/>
                  </a:lnTo>
                  <a:lnTo>
                    <a:pt x="125033" y="141421"/>
                  </a:lnTo>
                  <a:lnTo>
                    <a:pt x="124946" y="141780"/>
                  </a:lnTo>
                  <a:lnTo>
                    <a:pt x="124770" y="142948"/>
                  </a:lnTo>
                  <a:lnTo>
                    <a:pt x="124682" y="144566"/>
                  </a:lnTo>
                  <a:lnTo>
                    <a:pt x="124682" y="146902"/>
                  </a:lnTo>
                  <a:lnTo>
                    <a:pt x="124682" y="147710"/>
                  </a:lnTo>
                  <a:lnTo>
                    <a:pt x="124770" y="151035"/>
                  </a:lnTo>
                  <a:lnTo>
                    <a:pt x="119234" y="151304"/>
                  </a:lnTo>
                  <a:lnTo>
                    <a:pt x="119410" y="156066"/>
                  </a:lnTo>
                  <a:lnTo>
                    <a:pt x="112117" y="156156"/>
                  </a:lnTo>
                  <a:lnTo>
                    <a:pt x="111502" y="156156"/>
                  </a:lnTo>
                  <a:lnTo>
                    <a:pt x="100167" y="156426"/>
                  </a:lnTo>
                  <a:lnTo>
                    <a:pt x="88745" y="156695"/>
                  </a:lnTo>
                  <a:lnTo>
                    <a:pt x="89008" y="167387"/>
                  </a:lnTo>
                  <a:lnTo>
                    <a:pt x="85230" y="167387"/>
                  </a:lnTo>
                  <a:lnTo>
                    <a:pt x="81803" y="167477"/>
                  </a:lnTo>
                  <a:lnTo>
                    <a:pt x="80485" y="167477"/>
                  </a:lnTo>
                  <a:lnTo>
                    <a:pt x="80485" y="157234"/>
                  </a:lnTo>
                  <a:lnTo>
                    <a:pt x="79431" y="157324"/>
                  </a:lnTo>
                  <a:lnTo>
                    <a:pt x="72929" y="157773"/>
                  </a:lnTo>
                  <a:lnTo>
                    <a:pt x="71786" y="157863"/>
                  </a:lnTo>
                  <a:lnTo>
                    <a:pt x="54565" y="158851"/>
                  </a:lnTo>
                  <a:lnTo>
                    <a:pt x="53598" y="158941"/>
                  </a:lnTo>
                  <a:lnTo>
                    <a:pt x="44636" y="159570"/>
                  </a:lnTo>
                  <a:lnTo>
                    <a:pt x="35234" y="160199"/>
                  </a:lnTo>
                  <a:lnTo>
                    <a:pt x="28732" y="160738"/>
                  </a:lnTo>
                  <a:lnTo>
                    <a:pt x="27941" y="160199"/>
                  </a:lnTo>
                  <a:lnTo>
                    <a:pt x="26447" y="159121"/>
                  </a:lnTo>
                  <a:lnTo>
                    <a:pt x="23899" y="157324"/>
                  </a:lnTo>
                  <a:lnTo>
                    <a:pt x="22054" y="155976"/>
                  </a:lnTo>
                  <a:lnTo>
                    <a:pt x="21878" y="155886"/>
                  </a:lnTo>
                  <a:lnTo>
                    <a:pt x="20648" y="155437"/>
                  </a:lnTo>
                  <a:lnTo>
                    <a:pt x="19506" y="155078"/>
                  </a:lnTo>
                  <a:lnTo>
                    <a:pt x="18012" y="154988"/>
                  </a:lnTo>
                  <a:lnTo>
                    <a:pt x="17836" y="154988"/>
                  </a:lnTo>
                  <a:lnTo>
                    <a:pt x="16870" y="154988"/>
                  </a:lnTo>
                  <a:lnTo>
                    <a:pt x="15464" y="154898"/>
                  </a:lnTo>
                  <a:lnTo>
                    <a:pt x="14937" y="154898"/>
                  </a:lnTo>
                  <a:lnTo>
                    <a:pt x="13092" y="154898"/>
                  </a:lnTo>
                  <a:lnTo>
                    <a:pt x="12740" y="153730"/>
                  </a:lnTo>
                  <a:lnTo>
                    <a:pt x="12125" y="149777"/>
                  </a:lnTo>
                  <a:lnTo>
                    <a:pt x="11774" y="148249"/>
                  </a:lnTo>
                  <a:lnTo>
                    <a:pt x="11598" y="147171"/>
                  </a:lnTo>
                  <a:lnTo>
                    <a:pt x="11159" y="144925"/>
                  </a:lnTo>
                  <a:lnTo>
                    <a:pt x="10719" y="142319"/>
                  </a:lnTo>
                  <a:lnTo>
                    <a:pt x="10719" y="141960"/>
                  </a:lnTo>
                  <a:lnTo>
                    <a:pt x="10543" y="139893"/>
                  </a:lnTo>
                  <a:lnTo>
                    <a:pt x="10456" y="137737"/>
                  </a:lnTo>
                  <a:lnTo>
                    <a:pt x="10368" y="135581"/>
                  </a:lnTo>
                  <a:lnTo>
                    <a:pt x="10631" y="132616"/>
                  </a:lnTo>
                  <a:lnTo>
                    <a:pt x="10807" y="130370"/>
                  </a:lnTo>
                  <a:lnTo>
                    <a:pt x="11159" y="125787"/>
                  </a:lnTo>
                  <a:lnTo>
                    <a:pt x="11949" y="115185"/>
                  </a:lnTo>
                  <a:lnTo>
                    <a:pt x="12125" y="111681"/>
                  </a:lnTo>
                  <a:lnTo>
                    <a:pt x="12301" y="108267"/>
                  </a:lnTo>
                  <a:lnTo>
                    <a:pt x="12389" y="106021"/>
                  </a:lnTo>
                  <a:lnTo>
                    <a:pt x="12389" y="104134"/>
                  </a:lnTo>
                  <a:lnTo>
                    <a:pt x="12301" y="101798"/>
                  </a:lnTo>
                  <a:lnTo>
                    <a:pt x="12301" y="99641"/>
                  </a:lnTo>
                  <a:lnTo>
                    <a:pt x="12213" y="96497"/>
                  </a:lnTo>
                  <a:lnTo>
                    <a:pt x="12125" y="94340"/>
                  </a:lnTo>
                  <a:lnTo>
                    <a:pt x="12037" y="93622"/>
                  </a:lnTo>
                  <a:lnTo>
                    <a:pt x="11334" y="84637"/>
                  </a:lnTo>
                  <a:lnTo>
                    <a:pt x="10807" y="80324"/>
                  </a:lnTo>
                  <a:lnTo>
                    <a:pt x="10631" y="77449"/>
                  </a:lnTo>
                  <a:lnTo>
                    <a:pt x="10456" y="75742"/>
                  </a:lnTo>
                  <a:lnTo>
                    <a:pt x="10456" y="75472"/>
                  </a:lnTo>
                  <a:lnTo>
                    <a:pt x="9401" y="66308"/>
                  </a:lnTo>
                  <a:lnTo>
                    <a:pt x="8698" y="60198"/>
                  </a:lnTo>
                  <a:lnTo>
                    <a:pt x="8259" y="57952"/>
                  </a:lnTo>
                  <a:lnTo>
                    <a:pt x="7732" y="55256"/>
                  </a:lnTo>
                  <a:lnTo>
                    <a:pt x="6853" y="52651"/>
                  </a:lnTo>
                  <a:lnTo>
                    <a:pt x="3778" y="45373"/>
                  </a:lnTo>
                  <a:lnTo>
                    <a:pt x="3338" y="44025"/>
                  </a:lnTo>
                  <a:lnTo>
                    <a:pt x="2108" y="40611"/>
                  </a:lnTo>
                  <a:lnTo>
                    <a:pt x="1405" y="38724"/>
                  </a:lnTo>
                  <a:lnTo>
                    <a:pt x="966" y="37287"/>
                  </a:lnTo>
                  <a:lnTo>
                    <a:pt x="790" y="36298"/>
                  </a:lnTo>
                  <a:lnTo>
                    <a:pt x="702" y="35759"/>
                  </a:lnTo>
                  <a:lnTo>
                    <a:pt x="439" y="34052"/>
                  </a:lnTo>
                  <a:lnTo>
                    <a:pt x="175" y="31716"/>
                  </a:lnTo>
                  <a:lnTo>
                    <a:pt x="87" y="29200"/>
                  </a:lnTo>
                  <a:lnTo>
                    <a:pt x="87" y="23630"/>
                  </a:lnTo>
                  <a:lnTo>
                    <a:pt x="0" y="17340"/>
                  </a:lnTo>
                  <a:lnTo>
                    <a:pt x="175" y="12219"/>
                  </a:lnTo>
                  <a:lnTo>
                    <a:pt x="439" y="8355"/>
                  </a:lnTo>
                  <a:lnTo>
                    <a:pt x="790" y="8266"/>
                  </a:lnTo>
                  <a:lnTo>
                    <a:pt x="1493" y="8176"/>
                  </a:lnTo>
                  <a:lnTo>
                    <a:pt x="2811" y="8086"/>
                  </a:lnTo>
                  <a:lnTo>
                    <a:pt x="4129" y="7906"/>
                  </a:lnTo>
                  <a:lnTo>
                    <a:pt x="10104" y="7277"/>
                  </a:lnTo>
                  <a:lnTo>
                    <a:pt x="13970" y="6828"/>
                  </a:lnTo>
                  <a:lnTo>
                    <a:pt x="19857" y="6199"/>
                  </a:lnTo>
                  <a:lnTo>
                    <a:pt x="25657" y="5570"/>
                  </a:lnTo>
                  <a:lnTo>
                    <a:pt x="29347" y="5121"/>
                  </a:lnTo>
                  <a:lnTo>
                    <a:pt x="33828" y="4672"/>
                  </a:lnTo>
                  <a:lnTo>
                    <a:pt x="34180" y="4582"/>
                  </a:lnTo>
                  <a:lnTo>
                    <a:pt x="34707" y="4582"/>
                  </a:lnTo>
                  <a:lnTo>
                    <a:pt x="39452" y="4043"/>
                  </a:lnTo>
                  <a:lnTo>
                    <a:pt x="42263" y="3683"/>
                  </a:lnTo>
                  <a:lnTo>
                    <a:pt x="48414" y="3054"/>
                  </a:lnTo>
                  <a:lnTo>
                    <a:pt x="55355" y="2246"/>
                  </a:lnTo>
                  <a:lnTo>
                    <a:pt x="68184" y="898"/>
                  </a:lnTo>
                  <a:lnTo>
                    <a:pt x="75916" y="0"/>
                  </a:lnTo>
                  <a:lnTo>
                    <a:pt x="83824" y="1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45657" y="4751316"/>
              <a:ext cx="591253" cy="629927"/>
            </a:xfrm>
            <a:custGeom>
              <a:avLst/>
              <a:pathLst>
                <a:path w="591253" h="629927">
                  <a:moveTo>
                    <a:pt x="311222" y="8715"/>
                  </a:moveTo>
                  <a:lnTo>
                    <a:pt x="312189" y="10063"/>
                  </a:lnTo>
                  <a:lnTo>
                    <a:pt x="313507" y="11859"/>
                  </a:lnTo>
                  <a:lnTo>
                    <a:pt x="317109" y="18059"/>
                  </a:lnTo>
                  <a:lnTo>
                    <a:pt x="324578" y="30997"/>
                  </a:lnTo>
                  <a:lnTo>
                    <a:pt x="325369" y="32255"/>
                  </a:lnTo>
                  <a:lnTo>
                    <a:pt x="327038" y="35040"/>
                  </a:lnTo>
                  <a:lnTo>
                    <a:pt x="330114" y="40791"/>
                  </a:lnTo>
                  <a:lnTo>
                    <a:pt x="336177" y="50674"/>
                  </a:lnTo>
                  <a:lnTo>
                    <a:pt x="341273" y="59210"/>
                  </a:lnTo>
                  <a:lnTo>
                    <a:pt x="341976" y="60467"/>
                  </a:lnTo>
                  <a:lnTo>
                    <a:pt x="342415" y="62085"/>
                  </a:lnTo>
                  <a:lnTo>
                    <a:pt x="342591" y="62444"/>
                  </a:lnTo>
                  <a:lnTo>
                    <a:pt x="343382" y="64870"/>
                  </a:lnTo>
                  <a:lnTo>
                    <a:pt x="343733" y="65948"/>
                  </a:lnTo>
                  <a:lnTo>
                    <a:pt x="344084" y="67206"/>
                  </a:lnTo>
                  <a:lnTo>
                    <a:pt x="344260" y="67655"/>
                  </a:lnTo>
                  <a:lnTo>
                    <a:pt x="344963" y="69003"/>
                  </a:lnTo>
                  <a:lnTo>
                    <a:pt x="349093" y="75921"/>
                  </a:lnTo>
                  <a:lnTo>
                    <a:pt x="357089" y="89399"/>
                  </a:lnTo>
                  <a:lnTo>
                    <a:pt x="359637" y="93801"/>
                  </a:lnTo>
                  <a:lnTo>
                    <a:pt x="362361" y="98563"/>
                  </a:lnTo>
                  <a:lnTo>
                    <a:pt x="364382" y="101798"/>
                  </a:lnTo>
                  <a:lnTo>
                    <a:pt x="367369" y="107189"/>
                  </a:lnTo>
                  <a:lnTo>
                    <a:pt x="370532" y="112400"/>
                  </a:lnTo>
                  <a:lnTo>
                    <a:pt x="373608" y="117791"/>
                  </a:lnTo>
                  <a:lnTo>
                    <a:pt x="374750" y="119678"/>
                  </a:lnTo>
                  <a:lnTo>
                    <a:pt x="374838" y="119857"/>
                  </a:lnTo>
                  <a:lnTo>
                    <a:pt x="376947" y="123182"/>
                  </a:lnTo>
                  <a:lnTo>
                    <a:pt x="385733" y="138186"/>
                  </a:lnTo>
                  <a:lnTo>
                    <a:pt x="392147" y="148968"/>
                  </a:lnTo>
                  <a:lnTo>
                    <a:pt x="398298" y="159480"/>
                  </a:lnTo>
                  <a:lnTo>
                    <a:pt x="401461" y="164871"/>
                  </a:lnTo>
                  <a:lnTo>
                    <a:pt x="402428" y="166578"/>
                  </a:lnTo>
                  <a:lnTo>
                    <a:pt x="404273" y="169633"/>
                  </a:lnTo>
                  <a:lnTo>
                    <a:pt x="407788" y="175653"/>
                  </a:lnTo>
                  <a:lnTo>
                    <a:pt x="411214" y="181583"/>
                  </a:lnTo>
                  <a:lnTo>
                    <a:pt x="417980" y="192724"/>
                  </a:lnTo>
                  <a:lnTo>
                    <a:pt x="421407" y="198564"/>
                  </a:lnTo>
                  <a:lnTo>
                    <a:pt x="427733" y="209256"/>
                  </a:lnTo>
                  <a:lnTo>
                    <a:pt x="430545" y="214378"/>
                  </a:lnTo>
                  <a:lnTo>
                    <a:pt x="433533" y="219319"/>
                  </a:lnTo>
                  <a:lnTo>
                    <a:pt x="436696" y="224171"/>
                  </a:lnTo>
                  <a:lnTo>
                    <a:pt x="446888" y="237918"/>
                  </a:lnTo>
                  <a:lnTo>
                    <a:pt x="450666" y="243219"/>
                  </a:lnTo>
                  <a:lnTo>
                    <a:pt x="457696" y="252384"/>
                  </a:lnTo>
                  <a:lnTo>
                    <a:pt x="458487" y="253462"/>
                  </a:lnTo>
                  <a:lnTo>
                    <a:pt x="461738" y="257685"/>
                  </a:lnTo>
                  <a:lnTo>
                    <a:pt x="462089" y="258134"/>
                  </a:lnTo>
                  <a:lnTo>
                    <a:pt x="465428" y="262806"/>
                  </a:lnTo>
                  <a:lnTo>
                    <a:pt x="466658" y="264603"/>
                  </a:lnTo>
                  <a:lnTo>
                    <a:pt x="468328" y="266849"/>
                  </a:lnTo>
                  <a:lnTo>
                    <a:pt x="470788" y="270174"/>
                  </a:lnTo>
                  <a:lnTo>
                    <a:pt x="472985" y="273318"/>
                  </a:lnTo>
                  <a:lnTo>
                    <a:pt x="474654" y="275565"/>
                  </a:lnTo>
                  <a:lnTo>
                    <a:pt x="476323" y="278619"/>
                  </a:lnTo>
                  <a:lnTo>
                    <a:pt x="477554" y="281045"/>
                  </a:lnTo>
                  <a:lnTo>
                    <a:pt x="477817" y="281674"/>
                  </a:lnTo>
                  <a:lnTo>
                    <a:pt x="479135" y="284190"/>
                  </a:lnTo>
                  <a:lnTo>
                    <a:pt x="479926" y="285807"/>
                  </a:lnTo>
                  <a:lnTo>
                    <a:pt x="479926" y="285987"/>
                  </a:lnTo>
                  <a:lnTo>
                    <a:pt x="480190" y="286526"/>
                  </a:lnTo>
                  <a:lnTo>
                    <a:pt x="481595" y="289850"/>
                  </a:lnTo>
                  <a:lnTo>
                    <a:pt x="482386" y="291917"/>
                  </a:lnTo>
                  <a:lnTo>
                    <a:pt x="482562" y="292546"/>
                  </a:lnTo>
                  <a:lnTo>
                    <a:pt x="483001" y="293804"/>
                  </a:lnTo>
                  <a:lnTo>
                    <a:pt x="483089" y="293983"/>
                  </a:lnTo>
                  <a:lnTo>
                    <a:pt x="483441" y="295780"/>
                  </a:lnTo>
                  <a:lnTo>
                    <a:pt x="483616" y="296499"/>
                  </a:lnTo>
                  <a:lnTo>
                    <a:pt x="484144" y="299105"/>
                  </a:lnTo>
                  <a:lnTo>
                    <a:pt x="485462" y="305125"/>
                  </a:lnTo>
                  <a:lnTo>
                    <a:pt x="485725" y="306203"/>
                  </a:lnTo>
                  <a:lnTo>
                    <a:pt x="487395" y="312223"/>
                  </a:lnTo>
                  <a:lnTo>
                    <a:pt x="491349" y="326868"/>
                  </a:lnTo>
                  <a:lnTo>
                    <a:pt x="492139" y="329474"/>
                  </a:lnTo>
                  <a:lnTo>
                    <a:pt x="493282" y="333427"/>
                  </a:lnTo>
                  <a:lnTo>
                    <a:pt x="494248" y="337111"/>
                  </a:lnTo>
                  <a:lnTo>
                    <a:pt x="495918" y="343400"/>
                  </a:lnTo>
                  <a:lnTo>
                    <a:pt x="496708" y="346096"/>
                  </a:lnTo>
                  <a:lnTo>
                    <a:pt x="497411" y="348791"/>
                  </a:lnTo>
                  <a:lnTo>
                    <a:pt x="499169" y="355260"/>
                  </a:lnTo>
                  <a:lnTo>
                    <a:pt x="500487" y="360202"/>
                  </a:lnTo>
                  <a:lnTo>
                    <a:pt x="500926" y="361639"/>
                  </a:lnTo>
                  <a:lnTo>
                    <a:pt x="502332" y="366851"/>
                  </a:lnTo>
                  <a:lnTo>
                    <a:pt x="503826" y="372421"/>
                  </a:lnTo>
                  <a:lnTo>
                    <a:pt x="504177" y="373230"/>
                  </a:lnTo>
                  <a:lnTo>
                    <a:pt x="505056" y="375566"/>
                  </a:lnTo>
                  <a:lnTo>
                    <a:pt x="505583" y="376734"/>
                  </a:lnTo>
                  <a:lnTo>
                    <a:pt x="505934" y="377363"/>
                  </a:lnTo>
                  <a:lnTo>
                    <a:pt x="506110" y="377902"/>
                  </a:lnTo>
                  <a:lnTo>
                    <a:pt x="507780" y="380777"/>
                  </a:lnTo>
                  <a:lnTo>
                    <a:pt x="508922" y="382754"/>
                  </a:lnTo>
                  <a:lnTo>
                    <a:pt x="509888" y="384012"/>
                  </a:lnTo>
                  <a:lnTo>
                    <a:pt x="510679" y="384910"/>
                  </a:lnTo>
                  <a:lnTo>
                    <a:pt x="511734" y="385988"/>
                  </a:lnTo>
                  <a:lnTo>
                    <a:pt x="511997" y="386348"/>
                  </a:lnTo>
                  <a:lnTo>
                    <a:pt x="512964" y="387246"/>
                  </a:lnTo>
                  <a:lnTo>
                    <a:pt x="514458" y="388414"/>
                  </a:lnTo>
                  <a:lnTo>
                    <a:pt x="516127" y="389582"/>
                  </a:lnTo>
                  <a:lnTo>
                    <a:pt x="517884" y="390570"/>
                  </a:lnTo>
                  <a:lnTo>
                    <a:pt x="518236" y="390750"/>
                  </a:lnTo>
                  <a:lnTo>
                    <a:pt x="519378" y="391199"/>
                  </a:lnTo>
                  <a:lnTo>
                    <a:pt x="520872" y="391828"/>
                  </a:lnTo>
                  <a:lnTo>
                    <a:pt x="527198" y="394793"/>
                  </a:lnTo>
                  <a:lnTo>
                    <a:pt x="532997" y="397309"/>
                  </a:lnTo>
                  <a:lnTo>
                    <a:pt x="542048" y="401442"/>
                  </a:lnTo>
                  <a:lnTo>
                    <a:pt x="553207" y="406564"/>
                  </a:lnTo>
                  <a:lnTo>
                    <a:pt x="565420" y="412134"/>
                  </a:lnTo>
                  <a:lnTo>
                    <a:pt x="566914" y="412853"/>
                  </a:lnTo>
                  <a:lnTo>
                    <a:pt x="567792" y="413302"/>
                  </a:lnTo>
                  <a:lnTo>
                    <a:pt x="569110" y="413841"/>
                  </a:lnTo>
                  <a:lnTo>
                    <a:pt x="572010" y="415189"/>
                  </a:lnTo>
                  <a:lnTo>
                    <a:pt x="584575" y="420939"/>
                  </a:lnTo>
                  <a:lnTo>
                    <a:pt x="591253" y="423275"/>
                  </a:lnTo>
                  <a:lnTo>
                    <a:pt x="591253" y="423725"/>
                  </a:lnTo>
                  <a:lnTo>
                    <a:pt x="590901" y="427498"/>
                  </a:lnTo>
                  <a:lnTo>
                    <a:pt x="590813" y="428037"/>
                  </a:lnTo>
                  <a:lnTo>
                    <a:pt x="590462" y="429565"/>
                  </a:lnTo>
                  <a:lnTo>
                    <a:pt x="589232" y="433248"/>
                  </a:lnTo>
                  <a:lnTo>
                    <a:pt x="588617" y="434776"/>
                  </a:lnTo>
                  <a:lnTo>
                    <a:pt x="585102" y="443851"/>
                  </a:lnTo>
                  <a:lnTo>
                    <a:pt x="585014" y="444210"/>
                  </a:lnTo>
                  <a:lnTo>
                    <a:pt x="582730" y="450050"/>
                  </a:lnTo>
                  <a:lnTo>
                    <a:pt x="580885" y="454902"/>
                  </a:lnTo>
                  <a:lnTo>
                    <a:pt x="580094" y="457058"/>
                  </a:lnTo>
                  <a:lnTo>
                    <a:pt x="579479" y="458496"/>
                  </a:lnTo>
                  <a:lnTo>
                    <a:pt x="579215" y="459305"/>
                  </a:lnTo>
                  <a:lnTo>
                    <a:pt x="578600" y="460832"/>
                  </a:lnTo>
                  <a:lnTo>
                    <a:pt x="570956" y="480688"/>
                  </a:lnTo>
                  <a:lnTo>
                    <a:pt x="570428" y="482216"/>
                  </a:lnTo>
                  <a:lnTo>
                    <a:pt x="569198" y="485450"/>
                  </a:lnTo>
                  <a:lnTo>
                    <a:pt x="568583" y="486978"/>
                  </a:lnTo>
                  <a:lnTo>
                    <a:pt x="567880" y="488775"/>
                  </a:lnTo>
                  <a:lnTo>
                    <a:pt x="567353" y="490392"/>
                  </a:lnTo>
                  <a:lnTo>
                    <a:pt x="566738" y="492728"/>
                  </a:lnTo>
                  <a:lnTo>
                    <a:pt x="566299" y="494795"/>
                  </a:lnTo>
                  <a:lnTo>
                    <a:pt x="566035" y="497221"/>
                  </a:lnTo>
                  <a:lnTo>
                    <a:pt x="566035" y="497849"/>
                  </a:lnTo>
                  <a:lnTo>
                    <a:pt x="565947" y="500096"/>
                  </a:lnTo>
                  <a:lnTo>
                    <a:pt x="565947" y="501264"/>
                  </a:lnTo>
                  <a:lnTo>
                    <a:pt x="566123" y="502342"/>
                  </a:lnTo>
                  <a:lnTo>
                    <a:pt x="566299" y="503779"/>
                  </a:lnTo>
                  <a:lnTo>
                    <a:pt x="566562" y="505576"/>
                  </a:lnTo>
                  <a:lnTo>
                    <a:pt x="567529" y="510069"/>
                  </a:lnTo>
                  <a:lnTo>
                    <a:pt x="568671" y="514292"/>
                  </a:lnTo>
                  <a:lnTo>
                    <a:pt x="570956" y="517167"/>
                  </a:lnTo>
                  <a:lnTo>
                    <a:pt x="573767" y="521300"/>
                  </a:lnTo>
                  <a:lnTo>
                    <a:pt x="574207" y="522019"/>
                  </a:lnTo>
                  <a:lnTo>
                    <a:pt x="576052" y="525433"/>
                  </a:lnTo>
                  <a:lnTo>
                    <a:pt x="577546" y="527679"/>
                  </a:lnTo>
                  <a:lnTo>
                    <a:pt x="578424" y="529117"/>
                  </a:lnTo>
                  <a:lnTo>
                    <a:pt x="577370" y="530285"/>
                  </a:lnTo>
                  <a:lnTo>
                    <a:pt x="573679" y="534597"/>
                  </a:lnTo>
                  <a:lnTo>
                    <a:pt x="564366" y="542324"/>
                  </a:lnTo>
                  <a:lnTo>
                    <a:pt x="554261" y="551219"/>
                  </a:lnTo>
                  <a:lnTo>
                    <a:pt x="545387" y="564158"/>
                  </a:lnTo>
                  <a:lnTo>
                    <a:pt x="543981" y="574041"/>
                  </a:lnTo>
                  <a:lnTo>
                    <a:pt x="546177" y="581588"/>
                  </a:lnTo>
                  <a:lnTo>
                    <a:pt x="547759" y="590034"/>
                  </a:lnTo>
                  <a:lnTo>
                    <a:pt x="546002" y="596323"/>
                  </a:lnTo>
                  <a:lnTo>
                    <a:pt x="540202" y="601355"/>
                  </a:lnTo>
                  <a:lnTo>
                    <a:pt x="535458" y="603242"/>
                  </a:lnTo>
                  <a:lnTo>
                    <a:pt x="526144" y="606925"/>
                  </a:lnTo>
                  <a:lnTo>
                    <a:pt x="524562" y="606746"/>
                  </a:lnTo>
                  <a:lnTo>
                    <a:pt x="524562" y="603781"/>
                  </a:lnTo>
                  <a:lnTo>
                    <a:pt x="516303" y="602433"/>
                  </a:lnTo>
                  <a:lnTo>
                    <a:pt x="515600" y="602253"/>
                  </a:lnTo>
                  <a:lnTo>
                    <a:pt x="516566" y="590573"/>
                  </a:lnTo>
                  <a:lnTo>
                    <a:pt x="516654" y="589046"/>
                  </a:lnTo>
                  <a:lnTo>
                    <a:pt x="510855" y="588327"/>
                  </a:lnTo>
                  <a:lnTo>
                    <a:pt x="509976" y="588237"/>
                  </a:lnTo>
                  <a:lnTo>
                    <a:pt x="501629" y="587159"/>
                  </a:lnTo>
                  <a:lnTo>
                    <a:pt x="494248" y="586081"/>
                  </a:lnTo>
                  <a:lnTo>
                    <a:pt x="494072" y="586081"/>
                  </a:lnTo>
                  <a:lnTo>
                    <a:pt x="488010" y="585272"/>
                  </a:lnTo>
                  <a:lnTo>
                    <a:pt x="482211" y="584553"/>
                  </a:lnTo>
                  <a:lnTo>
                    <a:pt x="477378" y="583924"/>
                  </a:lnTo>
                  <a:lnTo>
                    <a:pt x="472018" y="583205"/>
                  </a:lnTo>
                  <a:lnTo>
                    <a:pt x="466131" y="582487"/>
                  </a:lnTo>
                  <a:lnTo>
                    <a:pt x="463846" y="582217"/>
                  </a:lnTo>
                  <a:lnTo>
                    <a:pt x="460244" y="581768"/>
                  </a:lnTo>
                  <a:lnTo>
                    <a:pt x="457872" y="581408"/>
                  </a:lnTo>
                  <a:lnTo>
                    <a:pt x="456026" y="581049"/>
                  </a:lnTo>
                  <a:lnTo>
                    <a:pt x="451633" y="580240"/>
                  </a:lnTo>
                  <a:lnTo>
                    <a:pt x="450315" y="579971"/>
                  </a:lnTo>
                  <a:lnTo>
                    <a:pt x="450227" y="579612"/>
                  </a:lnTo>
                  <a:lnTo>
                    <a:pt x="448646" y="579881"/>
                  </a:lnTo>
                  <a:lnTo>
                    <a:pt x="448118" y="579881"/>
                  </a:lnTo>
                  <a:lnTo>
                    <a:pt x="446097" y="580151"/>
                  </a:lnTo>
                  <a:lnTo>
                    <a:pt x="443989" y="580330"/>
                  </a:lnTo>
                  <a:lnTo>
                    <a:pt x="441177" y="580420"/>
                  </a:lnTo>
                  <a:lnTo>
                    <a:pt x="437574" y="580420"/>
                  </a:lnTo>
                  <a:lnTo>
                    <a:pt x="437750" y="585362"/>
                  </a:lnTo>
                  <a:lnTo>
                    <a:pt x="437662" y="587967"/>
                  </a:lnTo>
                  <a:lnTo>
                    <a:pt x="437750" y="591831"/>
                  </a:lnTo>
                  <a:lnTo>
                    <a:pt x="437662" y="594616"/>
                  </a:lnTo>
                  <a:lnTo>
                    <a:pt x="437047" y="597851"/>
                  </a:lnTo>
                  <a:lnTo>
                    <a:pt x="436169" y="602163"/>
                  </a:lnTo>
                  <a:lnTo>
                    <a:pt x="436081" y="602703"/>
                  </a:lnTo>
                  <a:lnTo>
                    <a:pt x="435641" y="606386"/>
                  </a:lnTo>
                  <a:lnTo>
                    <a:pt x="435202" y="608722"/>
                  </a:lnTo>
                  <a:lnTo>
                    <a:pt x="435378" y="608992"/>
                  </a:lnTo>
                  <a:lnTo>
                    <a:pt x="435905" y="609980"/>
                  </a:lnTo>
                  <a:lnTo>
                    <a:pt x="438717" y="614742"/>
                  </a:lnTo>
                  <a:lnTo>
                    <a:pt x="439947" y="615820"/>
                  </a:lnTo>
                  <a:lnTo>
                    <a:pt x="440210" y="616090"/>
                  </a:lnTo>
                  <a:lnTo>
                    <a:pt x="440386" y="616270"/>
                  </a:lnTo>
                  <a:lnTo>
                    <a:pt x="441441" y="617168"/>
                  </a:lnTo>
                  <a:lnTo>
                    <a:pt x="442319" y="618067"/>
                  </a:lnTo>
                  <a:lnTo>
                    <a:pt x="442143" y="618426"/>
                  </a:lnTo>
                  <a:lnTo>
                    <a:pt x="441792" y="618965"/>
                  </a:lnTo>
                  <a:lnTo>
                    <a:pt x="441441" y="619325"/>
                  </a:lnTo>
                  <a:lnTo>
                    <a:pt x="440825" y="620043"/>
                  </a:lnTo>
                  <a:lnTo>
                    <a:pt x="440035" y="620852"/>
                  </a:lnTo>
                  <a:lnTo>
                    <a:pt x="439068" y="621571"/>
                  </a:lnTo>
                  <a:lnTo>
                    <a:pt x="438453" y="622469"/>
                  </a:lnTo>
                  <a:lnTo>
                    <a:pt x="437399" y="624266"/>
                  </a:lnTo>
                  <a:lnTo>
                    <a:pt x="436871" y="625344"/>
                  </a:lnTo>
                  <a:lnTo>
                    <a:pt x="435993" y="626692"/>
                  </a:lnTo>
                  <a:lnTo>
                    <a:pt x="435641" y="627770"/>
                  </a:lnTo>
                  <a:lnTo>
                    <a:pt x="435553" y="628040"/>
                  </a:lnTo>
                  <a:lnTo>
                    <a:pt x="435466" y="628399"/>
                  </a:lnTo>
                  <a:lnTo>
                    <a:pt x="434938" y="629927"/>
                  </a:lnTo>
                  <a:lnTo>
                    <a:pt x="434148" y="629477"/>
                  </a:lnTo>
                  <a:lnTo>
                    <a:pt x="429666" y="626153"/>
                  </a:lnTo>
                  <a:lnTo>
                    <a:pt x="424746" y="622290"/>
                  </a:lnTo>
                  <a:lnTo>
                    <a:pt x="414553" y="614203"/>
                  </a:lnTo>
                  <a:lnTo>
                    <a:pt x="399704" y="602703"/>
                  </a:lnTo>
                  <a:lnTo>
                    <a:pt x="387930" y="593448"/>
                  </a:lnTo>
                  <a:lnTo>
                    <a:pt x="387491" y="593179"/>
                  </a:lnTo>
                  <a:lnTo>
                    <a:pt x="386173" y="592100"/>
                  </a:lnTo>
                  <a:lnTo>
                    <a:pt x="384767" y="590932"/>
                  </a:lnTo>
                  <a:lnTo>
                    <a:pt x="383888" y="590303"/>
                  </a:lnTo>
                  <a:lnTo>
                    <a:pt x="383009" y="589675"/>
                  </a:lnTo>
                  <a:lnTo>
                    <a:pt x="380110" y="587338"/>
                  </a:lnTo>
                  <a:lnTo>
                    <a:pt x="375013" y="583565"/>
                  </a:lnTo>
                  <a:lnTo>
                    <a:pt x="372377" y="581858"/>
                  </a:lnTo>
                  <a:lnTo>
                    <a:pt x="370620" y="580600"/>
                  </a:lnTo>
                  <a:lnTo>
                    <a:pt x="368160" y="579162"/>
                  </a:lnTo>
                  <a:lnTo>
                    <a:pt x="364030" y="576736"/>
                  </a:lnTo>
                  <a:lnTo>
                    <a:pt x="341009" y="564247"/>
                  </a:lnTo>
                  <a:lnTo>
                    <a:pt x="323172" y="590303"/>
                  </a:lnTo>
                  <a:lnTo>
                    <a:pt x="321942" y="589495"/>
                  </a:lnTo>
                  <a:lnTo>
                    <a:pt x="320624" y="588596"/>
                  </a:lnTo>
                  <a:lnTo>
                    <a:pt x="319833" y="588327"/>
                  </a:lnTo>
                  <a:lnTo>
                    <a:pt x="319130" y="588237"/>
                  </a:lnTo>
                  <a:lnTo>
                    <a:pt x="317461" y="587608"/>
                  </a:lnTo>
                  <a:lnTo>
                    <a:pt x="316055" y="586799"/>
                  </a:lnTo>
                  <a:lnTo>
                    <a:pt x="314561" y="585272"/>
                  </a:lnTo>
                  <a:lnTo>
                    <a:pt x="313595" y="583834"/>
                  </a:lnTo>
                  <a:lnTo>
                    <a:pt x="311662" y="582666"/>
                  </a:lnTo>
                  <a:lnTo>
                    <a:pt x="309641" y="582037"/>
                  </a:lnTo>
                  <a:lnTo>
                    <a:pt x="307971" y="581229"/>
                  </a:lnTo>
                  <a:lnTo>
                    <a:pt x="306829" y="580869"/>
                  </a:lnTo>
                  <a:lnTo>
                    <a:pt x="304457" y="580240"/>
                  </a:lnTo>
                  <a:lnTo>
                    <a:pt x="303227" y="579162"/>
                  </a:lnTo>
                  <a:lnTo>
                    <a:pt x="301381" y="578174"/>
                  </a:lnTo>
                  <a:lnTo>
                    <a:pt x="300678" y="576736"/>
                  </a:lnTo>
                  <a:lnTo>
                    <a:pt x="299624" y="576197"/>
                  </a:lnTo>
                  <a:lnTo>
                    <a:pt x="298745" y="575299"/>
                  </a:lnTo>
                  <a:lnTo>
                    <a:pt x="298042" y="575119"/>
                  </a:lnTo>
                  <a:lnTo>
                    <a:pt x="295494" y="574490"/>
                  </a:lnTo>
                  <a:lnTo>
                    <a:pt x="294440" y="573053"/>
                  </a:lnTo>
                  <a:lnTo>
                    <a:pt x="293561" y="571705"/>
                  </a:lnTo>
                  <a:lnTo>
                    <a:pt x="292155" y="570986"/>
                  </a:lnTo>
                  <a:lnTo>
                    <a:pt x="290310" y="569998"/>
                  </a:lnTo>
                  <a:lnTo>
                    <a:pt x="287674" y="569099"/>
                  </a:lnTo>
                  <a:lnTo>
                    <a:pt x="285741" y="568740"/>
                  </a:lnTo>
                  <a:lnTo>
                    <a:pt x="284247" y="567931"/>
                  </a:lnTo>
                  <a:lnTo>
                    <a:pt x="283105" y="565955"/>
                  </a:lnTo>
                  <a:lnTo>
                    <a:pt x="281348" y="564787"/>
                  </a:lnTo>
                  <a:lnTo>
                    <a:pt x="279151" y="563619"/>
                  </a:lnTo>
                  <a:lnTo>
                    <a:pt x="277657" y="562720"/>
                  </a:lnTo>
                  <a:lnTo>
                    <a:pt x="275373" y="561822"/>
                  </a:lnTo>
                  <a:lnTo>
                    <a:pt x="272737" y="560564"/>
                  </a:lnTo>
                  <a:lnTo>
                    <a:pt x="271331" y="559396"/>
                  </a:lnTo>
                  <a:lnTo>
                    <a:pt x="269574" y="558767"/>
                  </a:lnTo>
                  <a:lnTo>
                    <a:pt x="268519" y="557958"/>
                  </a:lnTo>
                  <a:lnTo>
                    <a:pt x="267289" y="557149"/>
                  </a:lnTo>
                  <a:lnTo>
                    <a:pt x="266411" y="556520"/>
                  </a:lnTo>
                  <a:lnTo>
                    <a:pt x="264917" y="555892"/>
                  </a:lnTo>
                  <a:lnTo>
                    <a:pt x="263072" y="555352"/>
                  </a:lnTo>
                  <a:lnTo>
                    <a:pt x="261841" y="554724"/>
                  </a:lnTo>
                  <a:lnTo>
                    <a:pt x="260436" y="554454"/>
                  </a:lnTo>
                  <a:lnTo>
                    <a:pt x="257712" y="552298"/>
                  </a:lnTo>
                  <a:lnTo>
                    <a:pt x="255779" y="551489"/>
                  </a:lnTo>
                  <a:lnTo>
                    <a:pt x="254109" y="550231"/>
                  </a:lnTo>
                  <a:lnTo>
                    <a:pt x="252352" y="549692"/>
                  </a:lnTo>
                  <a:lnTo>
                    <a:pt x="250858" y="550321"/>
                  </a:lnTo>
                  <a:lnTo>
                    <a:pt x="249540" y="548704"/>
                  </a:lnTo>
                  <a:lnTo>
                    <a:pt x="248837" y="548254"/>
                  </a:lnTo>
                  <a:lnTo>
                    <a:pt x="247695" y="546817"/>
                  </a:lnTo>
                  <a:lnTo>
                    <a:pt x="246641" y="546098"/>
                  </a:lnTo>
                  <a:lnTo>
                    <a:pt x="245410" y="545649"/>
                  </a:lnTo>
                  <a:lnTo>
                    <a:pt x="243390" y="546368"/>
                  </a:lnTo>
                  <a:lnTo>
                    <a:pt x="241369" y="544032"/>
                  </a:lnTo>
                  <a:lnTo>
                    <a:pt x="239436" y="543133"/>
                  </a:lnTo>
                  <a:lnTo>
                    <a:pt x="238469" y="542324"/>
                  </a:lnTo>
                  <a:lnTo>
                    <a:pt x="237151" y="541516"/>
                  </a:lnTo>
                  <a:lnTo>
                    <a:pt x="234779" y="540887"/>
                  </a:lnTo>
                  <a:lnTo>
                    <a:pt x="230649" y="539359"/>
                  </a:lnTo>
                  <a:lnTo>
                    <a:pt x="227574" y="537922"/>
                  </a:lnTo>
                  <a:lnTo>
                    <a:pt x="225289" y="536125"/>
                  </a:lnTo>
                  <a:lnTo>
                    <a:pt x="223005" y="534328"/>
                  </a:lnTo>
                  <a:lnTo>
                    <a:pt x="220984" y="532890"/>
                  </a:lnTo>
                  <a:lnTo>
                    <a:pt x="218963" y="531632"/>
                  </a:lnTo>
                  <a:lnTo>
                    <a:pt x="216942" y="530644"/>
                  </a:lnTo>
                  <a:lnTo>
                    <a:pt x="215097" y="530015"/>
                  </a:lnTo>
                  <a:lnTo>
                    <a:pt x="212548" y="528757"/>
                  </a:lnTo>
                  <a:lnTo>
                    <a:pt x="211758" y="527679"/>
                  </a:lnTo>
                  <a:lnTo>
                    <a:pt x="210791" y="527050"/>
                  </a:lnTo>
                  <a:lnTo>
                    <a:pt x="209209" y="526511"/>
                  </a:lnTo>
                  <a:lnTo>
                    <a:pt x="207979" y="526511"/>
                  </a:lnTo>
                  <a:lnTo>
                    <a:pt x="203938" y="525163"/>
                  </a:lnTo>
                  <a:lnTo>
                    <a:pt x="201126" y="522917"/>
                  </a:lnTo>
                  <a:lnTo>
                    <a:pt x="199720" y="522917"/>
                  </a:lnTo>
                  <a:lnTo>
                    <a:pt x="198138" y="522198"/>
                  </a:lnTo>
                  <a:lnTo>
                    <a:pt x="197084" y="521659"/>
                  </a:lnTo>
                  <a:lnTo>
                    <a:pt x="195678" y="520312"/>
                  </a:lnTo>
                  <a:lnTo>
                    <a:pt x="194712" y="519593"/>
                  </a:lnTo>
                  <a:lnTo>
                    <a:pt x="193481" y="518964"/>
                  </a:lnTo>
                  <a:lnTo>
                    <a:pt x="191900" y="517976"/>
                  </a:lnTo>
                  <a:lnTo>
                    <a:pt x="190758" y="517796"/>
                  </a:lnTo>
                  <a:lnTo>
                    <a:pt x="189879" y="517347"/>
                  </a:lnTo>
                  <a:lnTo>
                    <a:pt x="188737" y="517257"/>
                  </a:lnTo>
                  <a:lnTo>
                    <a:pt x="187155" y="516628"/>
                  </a:lnTo>
                  <a:lnTo>
                    <a:pt x="185837" y="516089"/>
                  </a:lnTo>
                  <a:lnTo>
                    <a:pt x="184607" y="515190"/>
                  </a:lnTo>
                  <a:lnTo>
                    <a:pt x="182937" y="514651"/>
                  </a:lnTo>
                  <a:lnTo>
                    <a:pt x="181092" y="513842"/>
                  </a:lnTo>
                  <a:lnTo>
                    <a:pt x="179686" y="513393"/>
                  </a:lnTo>
                  <a:lnTo>
                    <a:pt x="177490" y="512315"/>
                  </a:lnTo>
                  <a:lnTo>
                    <a:pt x="175381" y="512046"/>
                  </a:lnTo>
                  <a:lnTo>
                    <a:pt x="173711" y="511686"/>
                  </a:lnTo>
                  <a:lnTo>
                    <a:pt x="171427" y="510608"/>
                  </a:lnTo>
                  <a:lnTo>
                    <a:pt x="170285" y="508991"/>
                  </a:lnTo>
                  <a:lnTo>
                    <a:pt x="168615" y="508182"/>
                  </a:lnTo>
                  <a:lnTo>
                    <a:pt x="166858" y="506744"/>
                  </a:lnTo>
                  <a:lnTo>
                    <a:pt x="165101" y="505846"/>
                  </a:lnTo>
                  <a:lnTo>
                    <a:pt x="164134" y="504678"/>
                  </a:lnTo>
                  <a:lnTo>
                    <a:pt x="162816" y="504408"/>
                  </a:lnTo>
                  <a:lnTo>
                    <a:pt x="161234" y="503420"/>
                  </a:lnTo>
                  <a:lnTo>
                    <a:pt x="158774" y="502522"/>
                  </a:lnTo>
                  <a:lnTo>
                    <a:pt x="157280" y="501893"/>
                  </a:lnTo>
                  <a:lnTo>
                    <a:pt x="155787" y="501084"/>
                  </a:lnTo>
                  <a:lnTo>
                    <a:pt x="153854" y="500994"/>
                  </a:lnTo>
                  <a:lnTo>
                    <a:pt x="151569" y="500186"/>
                  </a:lnTo>
                  <a:lnTo>
                    <a:pt x="149021" y="499287"/>
                  </a:lnTo>
                  <a:lnTo>
                    <a:pt x="147264" y="497760"/>
                  </a:lnTo>
                  <a:lnTo>
                    <a:pt x="145682" y="496681"/>
                  </a:lnTo>
                  <a:lnTo>
                    <a:pt x="143134" y="494615"/>
                  </a:lnTo>
                  <a:lnTo>
                    <a:pt x="140849" y="493357"/>
                  </a:lnTo>
                  <a:lnTo>
                    <a:pt x="138565" y="491919"/>
                  </a:lnTo>
                  <a:lnTo>
                    <a:pt x="135138" y="490841"/>
                  </a:lnTo>
                  <a:lnTo>
                    <a:pt x="131272" y="489583"/>
                  </a:lnTo>
                  <a:lnTo>
                    <a:pt x="128812" y="488685"/>
                  </a:lnTo>
                  <a:lnTo>
                    <a:pt x="127054" y="487158"/>
                  </a:lnTo>
                  <a:lnTo>
                    <a:pt x="125561" y="485720"/>
                  </a:lnTo>
                  <a:lnTo>
                    <a:pt x="123891" y="485181"/>
                  </a:lnTo>
                  <a:lnTo>
                    <a:pt x="122485" y="484821"/>
                  </a:lnTo>
                  <a:lnTo>
                    <a:pt x="120728" y="483743"/>
                  </a:lnTo>
                  <a:lnTo>
                    <a:pt x="119322" y="482845"/>
                  </a:lnTo>
                  <a:lnTo>
                    <a:pt x="117828" y="482306"/>
                  </a:lnTo>
                  <a:lnTo>
                    <a:pt x="117038" y="482036"/>
                  </a:lnTo>
                  <a:lnTo>
                    <a:pt x="116335" y="481407"/>
                  </a:lnTo>
                  <a:lnTo>
                    <a:pt x="114138" y="481138"/>
                  </a:lnTo>
                  <a:lnTo>
                    <a:pt x="112293" y="480688"/>
                  </a:lnTo>
                  <a:lnTo>
                    <a:pt x="109745" y="479790"/>
                  </a:lnTo>
                  <a:lnTo>
                    <a:pt x="108339" y="479071"/>
                  </a:lnTo>
                  <a:lnTo>
                    <a:pt x="107724" y="478083"/>
                  </a:lnTo>
                  <a:lnTo>
                    <a:pt x="106054" y="477544"/>
                  </a:lnTo>
                  <a:lnTo>
                    <a:pt x="103945" y="476915"/>
                  </a:lnTo>
                  <a:lnTo>
                    <a:pt x="102188" y="475118"/>
                  </a:lnTo>
                  <a:lnTo>
                    <a:pt x="100255" y="473950"/>
                  </a:lnTo>
                  <a:lnTo>
                    <a:pt x="98849" y="473501"/>
                  </a:lnTo>
                  <a:lnTo>
                    <a:pt x="96125" y="472782"/>
                  </a:lnTo>
                  <a:lnTo>
                    <a:pt x="94544" y="471614"/>
                  </a:lnTo>
                  <a:lnTo>
                    <a:pt x="91820" y="470086"/>
                  </a:lnTo>
                  <a:lnTo>
                    <a:pt x="89799" y="469547"/>
                  </a:lnTo>
                  <a:lnTo>
                    <a:pt x="88393" y="468649"/>
                  </a:lnTo>
                  <a:lnTo>
                    <a:pt x="86109" y="467571"/>
                  </a:lnTo>
                  <a:lnTo>
                    <a:pt x="84351" y="467211"/>
                  </a:lnTo>
                  <a:lnTo>
                    <a:pt x="83209" y="465774"/>
                  </a:lnTo>
                  <a:lnTo>
                    <a:pt x="81540" y="465145"/>
                  </a:lnTo>
                  <a:lnTo>
                    <a:pt x="79782" y="464785"/>
                  </a:lnTo>
                  <a:lnTo>
                    <a:pt x="78552" y="463707"/>
                  </a:lnTo>
                  <a:lnTo>
                    <a:pt x="76355" y="462809"/>
                  </a:lnTo>
                  <a:lnTo>
                    <a:pt x="73983" y="461910"/>
                  </a:lnTo>
                  <a:lnTo>
                    <a:pt x="72226" y="461101"/>
                  </a:lnTo>
                  <a:lnTo>
                    <a:pt x="70293" y="460652"/>
                  </a:lnTo>
                  <a:lnTo>
                    <a:pt x="69150" y="459754"/>
                  </a:lnTo>
                  <a:lnTo>
                    <a:pt x="67393" y="459305"/>
                  </a:lnTo>
                  <a:lnTo>
                    <a:pt x="65724" y="457597"/>
                  </a:lnTo>
                  <a:lnTo>
                    <a:pt x="63615" y="456968"/>
                  </a:lnTo>
                  <a:lnTo>
                    <a:pt x="57201" y="454093"/>
                  </a:lnTo>
                  <a:lnTo>
                    <a:pt x="55795" y="452566"/>
                  </a:lnTo>
                  <a:lnTo>
                    <a:pt x="52983" y="451488"/>
                  </a:lnTo>
                  <a:lnTo>
                    <a:pt x="50259" y="449870"/>
                  </a:lnTo>
                  <a:lnTo>
                    <a:pt x="47447" y="449241"/>
                  </a:lnTo>
                  <a:lnTo>
                    <a:pt x="45075" y="448972"/>
                  </a:lnTo>
                  <a:lnTo>
                    <a:pt x="42000" y="447085"/>
                  </a:lnTo>
                  <a:lnTo>
                    <a:pt x="40067" y="446546"/>
                  </a:lnTo>
                  <a:lnTo>
                    <a:pt x="38749" y="445378"/>
                  </a:lnTo>
                  <a:lnTo>
                    <a:pt x="36728" y="444390"/>
                  </a:lnTo>
                  <a:lnTo>
                    <a:pt x="34970" y="443401"/>
                  </a:lnTo>
                  <a:lnTo>
                    <a:pt x="33652" y="442862"/>
                  </a:lnTo>
                  <a:lnTo>
                    <a:pt x="29698" y="441784"/>
                  </a:lnTo>
                  <a:lnTo>
                    <a:pt x="26711" y="440167"/>
                  </a:lnTo>
                  <a:lnTo>
                    <a:pt x="24690" y="438639"/>
                  </a:lnTo>
                  <a:lnTo>
                    <a:pt x="22142" y="437921"/>
                  </a:lnTo>
                  <a:lnTo>
                    <a:pt x="20385" y="437292"/>
                  </a:lnTo>
                  <a:lnTo>
                    <a:pt x="18451" y="436303"/>
                  </a:lnTo>
                  <a:lnTo>
                    <a:pt x="15376" y="435225"/>
                  </a:lnTo>
                  <a:lnTo>
                    <a:pt x="13619" y="434147"/>
                  </a:lnTo>
                  <a:lnTo>
                    <a:pt x="9841" y="432799"/>
                  </a:lnTo>
                  <a:lnTo>
                    <a:pt x="11861" y="430373"/>
                  </a:lnTo>
                  <a:lnTo>
                    <a:pt x="19154" y="417974"/>
                  </a:lnTo>
                  <a:lnTo>
                    <a:pt x="23460" y="410427"/>
                  </a:lnTo>
                  <a:lnTo>
                    <a:pt x="24251" y="409439"/>
                  </a:lnTo>
                  <a:lnTo>
                    <a:pt x="27502" y="402880"/>
                  </a:lnTo>
                  <a:lnTo>
                    <a:pt x="30841" y="397040"/>
                  </a:lnTo>
                  <a:lnTo>
                    <a:pt x="35673" y="388234"/>
                  </a:lnTo>
                  <a:lnTo>
                    <a:pt x="40418" y="379609"/>
                  </a:lnTo>
                  <a:lnTo>
                    <a:pt x="40770" y="379070"/>
                  </a:lnTo>
                  <a:lnTo>
                    <a:pt x="20824" y="358045"/>
                  </a:lnTo>
                  <a:lnTo>
                    <a:pt x="11598" y="348432"/>
                  </a:lnTo>
                  <a:lnTo>
                    <a:pt x="9050" y="345736"/>
                  </a:lnTo>
                  <a:lnTo>
                    <a:pt x="7117" y="343220"/>
                  </a:lnTo>
                  <a:lnTo>
                    <a:pt x="5887" y="341244"/>
                  </a:lnTo>
                  <a:lnTo>
                    <a:pt x="4832" y="339537"/>
                  </a:lnTo>
                  <a:lnTo>
                    <a:pt x="3866" y="337560"/>
                  </a:lnTo>
                  <a:lnTo>
                    <a:pt x="2723" y="334775"/>
                  </a:lnTo>
                  <a:lnTo>
                    <a:pt x="2020" y="332798"/>
                  </a:lnTo>
                  <a:lnTo>
                    <a:pt x="1405" y="330282"/>
                  </a:lnTo>
                  <a:lnTo>
                    <a:pt x="702" y="327677"/>
                  </a:lnTo>
                  <a:lnTo>
                    <a:pt x="263" y="325071"/>
                  </a:lnTo>
                  <a:lnTo>
                    <a:pt x="87" y="322735"/>
                  </a:lnTo>
                  <a:lnTo>
                    <a:pt x="0" y="319860"/>
                  </a:lnTo>
                  <a:lnTo>
                    <a:pt x="87" y="316895"/>
                  </a:lnTo>
                  <a:lnTo>
                    <a:pt x="175" y="315278"/>
                  </a:lnTo>
                  <a:lnTo>
                    <a:pt x="966" y="310516"/>
                  </a:lnTo>
                  <a:lnTo>
                    <a:pt x="5096" y="287604"/>
                  </a:lnTo>
                  <a:lnTo>
                    <a:pt x="9050" y="265861"/>
                  </a:lnTo>
                  <a:lnTo>
                    <a:pt x="10719" y="256966"/>
                  </a:lnTo>
                  <a:lnTo>
                    <a:pt x="11159" y="254360"/>
                  </a:lnTo>
                  <a:lnTo>
                    <a:pt x="16079" y="227226"/>
                  </a:lnTo>
                  <a:lnTo>
                    <a:pt x="16255" y="226148"/>
                  </a:lnTo>
                  <a:lnTo>
                    <a:pt x="19594" y="207819"/>
                  </a:lnTo>
                  <a:lnTo>
                    <a:pt x="24690" y="179067"/>
                  </a:lnTo>
                  <a:lnTo>
                    <a:pt x="26359" y="169454"/>
                  </a:lnTo>
                  <a:lnTo>
                    <a:pt x="27590" y="162356"/>
                  </a:lnTo>
                  <a:lnTo>
                    <a:pt x="31192" y="142769"/>
                  </a:lnTo>
                  <a:lnTo>
                    <a:pt x="31631" y="140343"/>
                  </a:lnTo>
                  <a:lnTo>
                    <a:pt x="32071" y="137737"/>
                  </a:lnTo>
                  <a:lnTo>
                    <a:pt x="36376" y="114017"/>
                  </a:lnTo>
                  <a:lnTo>
                    <a:pt x="37606" y="107638"/>
                  </a:lnTo>
                  <a:lnTo>
                    <a:pt x="37606" y="107189"/>
                  </a:lnTo>
                  <a:lnTo>
                    <a:pt x="37958" y="105392"/>
                  </a:lnTo>
                  <a:lnTo>
                    <a:pt x="38134" y="104044"/>
                  </a:lnTo>
                  <a:lnTo>
                    <a:pt x="38309" y="102247"/>
                  </a:lnTo>
                  <a:lnTo>
                    <a:pt x="38485" y="100809"/>
                  </a:lnTo>
                  <a:lnTo>
                    <a:pt x="38573" y="100001"/>
                  </a:lnTo>
                  <a:lnTo>
                    <a:pt x="38573" y="99552"/>
                  </a:lnTo>
                  <a:lnTo>
                    <a:pt x="38661" y="98383"/>
                  </a:lnTo>
                  <a:lnTo>
                    <a:pt x="38749" y="96497"/>
                  </a:lnTo>
                  <a:lnTo>
                    <a:pt x="38749" y="95868"/>
                  </a:lnTo>
                  <a:lnTo>
                    <a:pt x="38749" y="94969"/>
                  </a:lnTo>
                  <a:lnTo>
                    <a:pt x="38836" y="93442"/>
                  </a:lnTo>
                  <a:lnTo>
                    <a:pt x="38836" y="93262"/>
                  </a:lnTo>
                  <a:lnTo>
                    <a:pt x="38836" y="92184"/>
                  </a:lnTo>
                  <a:lnTo>
                    <a:pt x="38836" y="91106"/>
                  </a:lnTo>
                  <a:lnTo>
                    <a:pt x="38749" y="89309"/>
                  </a:lnTo>
                  <a:lnTo>
                    <a:pt x="38573" y="86613"/>
                  </a:lnTo>
                  <a:lnTo>
                    <a:pt x="38573" y="85266"/>
                  </a:lnTo>
                  <a:lnTo>
                    <a:pt x="38836" y="85535"/>
                  </a:lnTo>
                  <a:lnTo>
                    <a:pt x="40945" y="86164"/>
                  </a:lnTo>
                  <a:lnTo>
                    <a:pt x="43845" y="87152"/>
                  </a:lnTo>
                  <a:lnTo>
                    <a:pt x="47447" y="88320"/>
                  </a:lnTo>
                  <a:lnTo>
                    <a:pt x="50786" y="89219"/>
                  </a:lnTo>
                  <a:lnTo>
                    <a:pt x="53334" y="89758"/>
                  </a:lnTo>
                  <a:lnTo>
                    <a:pt x="55883" y="90297"/>
                  </a:lnTo>
                  <a:lnTo>
                    <a:pt x="67129" y="92364"/>
                  </a:lnTo>
                  <a:lnTo>
                    <a:pt x="76355" y="94071"/>
                  </a:lnTo>
                  <a:lnTo>
                    <a:pt x="86987" y="95958"/>
                  </a:lnTo>
                  <a:lnTo>
                    <a:pt x="87778" y="95958"/>
                  </a:lnTo>
                  <a:lnTo>
                    <a:pt x="88657" y="95958"/>
                  </a:lnTo>
                  <a:lnTo>
                    <a:pt x="90063" y="95958"/>
                  </a:lnTo>
                  <a:lnTo>
                    <a:pt x="91820" y="95778"/>
                  </a:lnTo>
                  <a:lnTo>
                    <a:pt x="93841" y="95598"/>
                  </a:lnTo>
                  <a:lnTo>
                    <a:pt x="96301" y="95329"/>
                  </a:lnTo>
                  <a:lnTo>
                    <a:pt x="97971" y="95149"/>
                  </a:lnTo>
                  <a:lnTo>
                    <a:pt x="98937" y="95059"/>
                  </a:lnTo>
                  <a:lnTo>
                    <a:pt x="99640" y="94969"/>
                  </a:lnTo>
                  <a:lnTo>
                    <a:pt x="101661" y="94700"/>
                  </a:lnTo>
                  <a:lnTo>
                    <a:pt x="107636" y="93981"/>
                  </a:lnTo>
                  <a:lnTo>
                    <a:pt x="108075" y="93981"/>
                  </a:lnTo>
                  <a:lnTo>
                    <a:pt x="114050" y="93262"/>
                  </a:lnTo>
                  <a:lnTo>
                    <a:pt x="116862" y="92903"/>
                  </a:lnTo>
                  <a:lnTo>
                    <a:pt x="119849" y="92454"/>
                  </a:lnTo>
                  <a:lnTo>
                    <a:pt x="120201" y="92454"/>
                  </a:lnTo>
                  <a:lnTo>
                    <a:pt x="128372" y="91465"/>
                  </a:lnTo>
                  <a:lnTo>
                    <a:pt x="132414" y="91016"/>
                  </a:lnTo>
                  <a:lnTo>
                    <a:pt x="135226" y="90657"/>
                  </a:lnTo>
                  <a:lnTo>
                    <a:pt x="136720" y="90477"/>
                  </a:lnTo>
                  <a:lnTo>
                    <a:pt x="136808" y="90657"/>
                  </a:lnTo>
                  <a:lnTo>
                    <a:pt x="138916" y="89758"/>
                  </a:lnTo>
                  <a:lnTo>
                    <a:pt x="139356" y="89489"/>
                  </a:lnTo>
                  <a:lnTo>
                    <a:pt x="139971" y="89309"/>
                  </a:lnTo>
                  <a:lnTo>
                    <a:pt x="147176" y="84457"/>
                  </a:lnTo>
                  <a:lnTo>
                    <a:pt x="152624" y="81762"/>
                  </a:lnTo>
                  <a:lnTo>
                    <a:pt x="156050" y="81762"/>
                  </a:lnTo>
                  <a:lnTo>
                    <a:pt x="160004" y="84098"/>
                  </a:lnTo>
                  <a:lnTo>
                    <a:pt x="162552" y="88680"/>
                  </a:lnTo>
                  <a:lnTo>
                    <a:pt x="172745" y="82301"/>
                  </a:lnTo>
                  <a:lnTo>
                    <a:pt x="174590" y="81222"/>
                  </a:lnTo>
                  <a:lnTo>
                    <a:pt x="197611" y="68015"/>
                  </a:lnTo>
                  <a:lnTo>
                    <a:pt x="200423" y="65319"/>
                  </a:lnTo>
                  <a:lnTo>
                    <a:pt x="197699" y="60378"/>
                  </a:lnTo>
                  <a:lnTo>
                    <a:pt x="197699" y="56424"/>
                  </a:lnTo>
                  <a:lnTo>
                    <a:pt x="198314" y="55616"/>
                  </a:lnTo>
                  <a:lnTo>
                    <a:pt x="199017" y="46631"/>
                  </a:lnTo>
                  <a:lnTo>
                    <a:pt x="198578" y="36658"/>
                  </a:lnTo>
                  <a:lnTo>
                    <a:pt x="197787" y="36658"/>
                  </a:lnTo>
                  <a:lnTo>
                    <a:pt x="197260" y="34771"/>
                  </a:lnTo>
                  <a:lnTo>
                    <a:pt x="199808" y="32345"/>
                  </a:lnTo>
                  <a:lnTo>
                    <a:pt x="199984" y="32435"/>
                  </a:lnTo>
                  <a:lnTo>
                    <a:pt x="208419" y="33962"/>
                  </a:lnTo>
                  <a:lnTo>
                    <a:pt x="211670" y="29739"/>
                  </a:lnTo>
                  <a:lnTo>
                    <a:pt x="211845" y="29829"/>
                  </a:lnTo>
                  <a:lnTo>
                    <a:pt x="214218" y="30997"/>
                  </a:lnTo>
                  <a:lnTo>
                    <a:pt x="214657" y="29829"/>
                  </a:lnTo>
                  <a:lnTo>
                    <a:pt x="216239" y="25966"/>
                  </a:lnTo>
                  <a:lnTo>
                    <a:pt x="217030" y="25337"/>
                  </a:lnTo>
                  <a:lnTo>
                    <a:pt x="218523" y="26505"/>
                  </a:lnTo>
                  <a:lnTo>
                    <a:pt x="219490" y="27134"/>
                  </a:lnTo>
                  <a:lnTo>
                    <a:pt x="219929" y="27493"/>
                  </a:lnTo>
                  <a:lnTo>
                    <a:pt x="225904" y="28931"/>
                  </a:lnTo>
                  <a:lnTo>
                    <a:pt x="227398" y="28841"/>
                  </a:lnTo>
                  <a:lnTo>
                    <a:pt x="228540" y="29380"/>
                  </a:lnTo>
                  <a:lnTo>
                    <a:pt x="229946" y="29829"/>
                  </a:lnTo>
                  <a:lnTo>
                    <a:pt x="230122" y="29829"/>
                  </a:lnTo>
                  <a:lnTo>
                    <a:pt x="231264" y="30099"/>
                  </a:lnTo>
                  <a:lnTo>
                    <a:pt x="232055" y="30189"/>
                  </a:lnTo>
                  <a:lnTo>
                    <a:pt x="234866" y="30189"/>
                  </a:lnTo>
                  <a:lnTo>
                    <a:pt x="235130" y="30368"/>
                  </a:lnTo>
                  <a:lnTo>
                    <a:pt x="237502" y="31806"/>
                  </a:lnTo>
                  <a:lnTo>
                    <a:pt x="239523" y="32614"/>
                  </a:lnTo>
                  <a:lnTo>
                    <a:pt x="239787" y="32704"/>
                  </a:lnTo>
                  <a:lnTo>
                    <a:pt x="241105" y="33154"/>
                  </a:lnTo>
                  <a:lnTo>
                    <a:pt x="241456" y="33333"/>
                  </a:lnTo>
                  <a:lnTo>
                    <a:pt x="242072" y="33693"/>
                  </a:lnTo>
                  <a:lnTo>
                    <a:pt x="244005" y="34771"/>
                  </a:lnTo>
                  <a:lnTo>
                    <a:pt x="244444" y="35220"/>
                  </a:lnTo>
                  <a:lnTo>
                    <a:pt x="245235" y="35939"/>
                  </a:lnTo>
                  <a:lnTo>
                    <a:pt x="245850" y="35490"/>
                  </a:lnTo>
                  <a:lnTo>
                    <a:pt x="246465" y="35490"/>
                  </a:lnTo>
                  <a:lnTo>
                    <a:pt x="246641" y="35400"/>
                  </a:lnTo>
                  <a:lnTo>
                    <a:pt x="249716" y="34951"/>
                  </a:lnTo>
                  <a:lnTo>
                    <a:pt x="252176" y="34411"/>
                  </a:lnTo>
                  <a:lnTo>
                    <a:pt x="254900" y="33064"/>
                  </a:lnTo>
                  <a:lnTo>
                    <a:pt x="254900" y="32884"/>
                  </a:lnTo>
                  <a:lnTo>
                    <a:pt x="254988" y="32435"/>
                  </a:lnTo>
                  <a:lnTo>
                    <a:pt x="255164" y="32255"/>
                  </a:lnTo>
                  <a:lnTo>
                    <a:pt x="264214" y="26505"/>
                  </a:lnTo>
                  <a:lnTo>
                    <a:pt x="266762" y="25067"/>
                  </a:lnTo>
                  <a:lnTo>
                    <a:pt x="266850" y="24888"/>
                  </a:lnTo>
                  <a:lnTo>
                    <a:pt x="267201" y="24169"/>
                  </a:lnTo>
                  <a:lnTo>
                    <a:pt x="267816" y="23450"/>
                  </a:lnTo>
                  <a:lnTo>
                    <a:pt x="267992" y="23180"/>
                  </a:lnTo>
                  <a:lnTo>
                    <a:pt x="268783" y="22282"/>
                  </a:lnTo>
                  <a:lnTo>
                    <a:pt x="269749" y="21024"/>
                  </a:lnTo>
                  <a:lnTo>
                    <a:pt x="270013" y="20844"/>
                  </a:lnTo>
                  <a:lnTo>
                    <a:pt x="270365" y="20485"/>
                  </a:lnTo>
                  <a:lnTo>
                    <a:pt x="270804" y="20215"/>
                  </a:lnTo>
                  <a:lnTo>
                    <a:pt x="271946" y="19407"/>
                  </a:lnTo>
                  <a:lnTo>
                    <a:pt x="274143" y="18329"/>
                  </a:lnTo>
                  <a:lnTo>
                    <a:pt x="277921" y="16172"/>
                  </a:lnTo>
                  <a:lnTo>
                    <a:pt x="288377" y="10152"/>
                  </a:lnTo>
                  <a:lnTo>
                    <a:pt x="293561" y="7187"/>
                  </a:lnTo>
                  <a:lnTo>
                    <a:pt x="297164" y="5121"/>
                  </a:lnTo>
                  <a:lnTo>
                    <a:pt x="300591" y="3144"/>
                  </a:lnTo>
                  <a:lnTo>
                    <a:pt x="306038" y="0"/>
                  </a:lnTo>
                  <a:lnTo>
                    <a:pt x="310959" y="8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678774" y="4179341"/>
              <a:ext cx="709872" cy="1038288"/>
            </a:xfrm>
            <a:custGeom>
              <a:avLst/>
              <a:pathLst>
                <a:path w="709872" h="1038288">
                  <a:moveTo>
                    <a:pt x="401198" y="11590"/>
                  </a:moveTo>
                  <a:lnTo>
                    <a:pt x="406997" y="12488"/>
                  </a:lnTo>
                  <a:lnTo>
                    <a:pt x="410336" y="14914"/>
                  </a:lnTo>
                  <a:lnTo>
                    <a:pt x="413411" y="19137"/>
                  </a:lnTo>
                  <a:lnTo>
                    <a:pt x="416047" y="20305"/>
                  </a:lnTo>
                  <a:lnTo>
                    <a:pt x="419474" y="20215"/>
                  </a:lnTo>
                  <a:lnTo>
                    <a:pt x="421407" y="19586"/>
                  </a:lnTo>
                  <a:lnTo>
                    <a:pt x="422813" y="19047"/>
                  </a:lnTo>
                  <a:lnTo>
                    <a:pt x="428524" y="19497"/>
                  </a:lnTo>
                  <a:lnTo>
                    <a:pt x="432302" y="20754"/>
                  </a:lnTo>
                  <a:lnTo>
                    <a:pt x="440035" y="24708"/>
                  </a:lnTo>
                  <a:lnTo>
                    <a:pt x="441616" y="25516"/>
                  </a:lnTo>
                  <a:lnTo>
                    <a:pt x="448909" y="30638"/>
                  </a:lnTo>
                  <a:lnTo>
                    <a:pt x="438629" y="49236"/>
                  </a:lnTo>
                  <a:lnTo>
                    <a:pt x="434499" y="59030"/>
                  </a:lnTo>
                  <a:lnTo>
                    <a:pt x="433093" y="70081"/>
                  </a:lnTo>
                  <a:lnTo>
                    <a:pt x="434587" y="77988"/>
                  </a:lnTo>
                  <a:lnTo>
                    <a:pt x="435993" y="79695"/>
                  </a:lnTo>
                  <a:lnTo>
                    <a:pt x="436784" y="80414"/>
                  </a:lnTo>
                  <a:lnTo>
                    <a:pt x="440913" y="84277"/>
                  </a:lnTo>
                  <a:lnTo>
                    <a:pt x="443198" y="87961"/>
                  </a:lnTo>
                  <a:lnTo>
                    <a:pt x="449964" y="90657"/>
                  </a:lnTo>
                  <a:lnTo>
                    <a:pt x="457520" y="95059"/>
                  </a:lnTo>
                  <a:lnTo>
                    <a:pt x="460332" y="96766"/>
                  </a:lnTo>
                  <a:lnTo>
                    <a:pt x="462441" y="100180"/>
                  </a:lnTo>
                  <a:lnTo>
                    <a:pt x="464374" y="103145"/>
                  </a:lnTo>
                  <a:lnTo>
                    <a:pt x="466131" y="105571"/>
                  </a:lnTo>
                  <a:lnTo>
                    <a:pt x="468240" y="106829"/>
                  </a:lnTo>
                  <a:lnTo>
                    <a:pt x="473160" y="108536"/>
                  </a:lnTo>
                  <a:lnTo>
                    <a:pt x="474742" y="108986"/>
                  </a:lnTo>
                  <a:lnTo>
                    <a:pt x="491788" y="113388"/>
                  </a:lnTo>
                  <a:lnTo>
                    <a:pt x="495390" y="113388"/>
                  </a:lnTo>
                  <a:lnTo>
                    <a:pt x="498993" y="113568"/>
                  </a:lnTo>
                  <a:lnTo>
                    <a:pt x="504265" y="113927"/>
                  </a:lnTo>
                  <a:lnTo>
                    <a:pt x="506550" y="114107"/>
                  </a:lnTo>
                  <a:lnTo>
                    <a:pt x="509273" y="114826"/>
                  </a:lnTo>
                  <a:lnTo>
                    <a:pt x="511997" y="116713"/>
                  </a:lnTo>
                  <a:lnTo>
                    <a:pt x="514809" y="119947"/>
                  </a:lnTo>
                  <a:lnTo>
                    <a:pt x="515951" y="122373"/>
                  </a:lnTo>
                  <a:lnTo>
                    <a:pt x="516654" y="124260"/>
                  </a:lnTo>
                  <a:lnTo>
                    <a:pt x="519290" y="125787"/>
                  </a:lnTo>
                  <a:lnTo>
                    <a:pt x="529483" y="134053"/>
                  </a:lnTo>
                  <a:lnTo>
                    <a:pt x="536161" y="141960"/>
                  </a:lnTo>
                  <a:lnTo>
                    <a:pt x="536776" y="144566"/>
                  </a:lnTo>
                  <a:lnTo>
                    <a:pt x="537479" y="152023"/>
                  </a:lnTo>
                  <a:lnTo>
                    <a:pt x="537918" y="153910"/>
                  </a:lnTo>
                  <a:lnTo>
                    <a:pt x="538094" y="154629"/>
                  </a:lnTo>
                  <a:lnTo>
                    <a:pt x="541520" y="160648"/>
                  </a:lnTo>
                  <a:lnTo>
                    <a:pt x="546529" y="167297"/>
                  </a:lnTo>
                  <a:lnTo>
                    <a:pt x="548813" y="171610"/>
                  </a:lnTo>
                  <a:lnTo>
                    <a:pt x="551713" y="178708"/>
                  </a:lnTo>
                  <a:lnTo>
                    <a:pt x="554349" y="183739"/>
                  </a:lnTo>
                  <a:lnTo>
                    <a:pt x="556370" y="186435"/>
                  </a:lnTo>
                  <a:lnTo>
                    <a:pt x="560060" y="190388"/>
                  </a:lnTo>
                  <a:lnTo>
                    <a:pt x="570341" y="198295"/>
                  </a:lnTo>
                  <a:lnTo>
                    <a:pt x="574734" y="203866"/>
                  </a:lnTo>
                  <a:lnTo>
                    <a:pt x="575788" y="208627"/>
                  </a:lnTo>
                  <a:lnTo>
                    <a:pt x="575964" y="214108"/>
                  </a:lnTo>
                  <a:lnTo>
                    <a:pt x="578249" y="226867"/>
                  </a:lnTo>
                  <a:lnTo>
                    <a:pt x="578424" y="227316"/>
                  </a:lnTo>
                  <a:lnTo>
                    <a:pt x="578249" y="235312"/>
                  </a:lnTo>
                  <a:lnTo>
                    <a:pt x="581060" y="247801"/>
                  </a:lnTo>
                  <a:lnTo>
                    <a:pt x="582905" y="255349"/>
                  </a:lnTo>
                  <a:lnTo>
                    <a:pt x="589056" y="267927"/>
                  </a:lnTo>
                  <a:lnTo>
                    <a:pt x="600479" y="281584"/>
                  </a:lnTo>
                  <a:lnTo>
                    <a:pt x="616910" y="293444"/>
                  </a:lnTo>
                  <a:lnTo>
                    <a:pt x="632901" y="302699"/>
                  </a:lnTo>
                  <a:lnTo>
                    <a:pt x="644939" y="305394"/>
                  </a:lnTo>
                  <a:lnTo>
                    <a:pt x="659349" y="310965"/>
                  </a:lnTo>
                  <a:lnTo>
                    <a:pt x="672441" y="314289"/>
                  </a:lnTo>
                  <a:lnTo>
                    <a:pt x="675165" y="315188"/>
                  </a:lnTo>
                  <a:lnTo>
                    <a:pt x="682546" y="317703"/>
                  </a:lnTo>
                  <a:lnTo>
                    <a:pt x="686412" y="320040"/>
                  </a:lnTo>
                  <a:lnTo>
                    <a:pt x="689224" y="325610"/>
                  </a:lnTo>
                  <a:lnTo>
                    <a:pt x="690190" y="334415"/>
                  </a:lnTo>
                  <a:lnTo>
                    <a:pt x="689224" y="346724"/>
                  </a:lnTo>
                  <a:lnTo>
                    <a:pt x="692387" y="365054"/>
                  </a:lnTo>
                  <a:lnTo>
                    <a:pt x="695550" y="375566"/>
                  </a:lnTo>
                  <a:lnTo>
                    <a:pt x="697308" y="382035"/>
                  </a:lnTo>
                  <a:lnTo>
                    <a:pt x="702140" y="397489"/>
                  </a:lnTo>
                  <a:lnTo>
                    <a:pt x="705040" y="403599"/>
                  </a:lnTo>
                  <a:lnTo>
                    <a:pt x="706358" y="405306"/>
                  </a:lnTo>
                  <a:lnTo>
                    <a:pt x="708467" y="410517"/>
                  </a:lnTo>
                  <a:lnTo>
                    <a:pt x="709872" y="421568"/>
                  </a:lnTo>
                  <a:lnTo>
                    <a:pt x="709082" y="430104"/>
                  </a:lnTo>
                  <a:lnTo>
                    <a:pt x="708467" y="439718"/>
                  </a:lnTo>
                  <a:lnTo>
                    <a:pt x="701877" y="451218"/>
                  </a:lnTo>
                  <a:lnTo>
                    <a:pt x="692123" y="470625"/>
                  </a:lnTo>
                  <a:lnTo>
                    <a:pt x="685270" y="479880"/>
                  </a:lnTo>
                  <a:lnTo>
                    <a:pt x="682195" y="482665"/>
                  </a:lnTo>
                  <a:lnTo>
                    <a:pt x="679383" y="487697"/>
                  </a:lnTo>
                  <a:lnTo>
                    <a:pt x="678065" y="492279"/>
                  </a:lnTo>
                  <a:lnTo>
                    <a:pt x="677625" y="493806"/>
                  </a:lnTo>
                  <a:lnTo>
                    <a:pt x="677801" y="495424"/>
                  </a:lnTo>
                  <a:lnTo>
                    <a:pt x="678504" y="502701"/>
                  </a:lnTo>
                  <a:lnTo>
                    <a:pt x="683688" y="510249"/>
                  </a:lnTo>
                  <a:lnTo>
                    <a:pt x="688872" y="521120"/>
                  </a:lnTo>
                  <a:lnTo>
                    <a:pt x="691069" y="528847"/>
                  </a:lnTo>
                  <a:lnTo>
                    <a:pt x="691860" y="534508"/>
                  </a:lnTo>
                  <a:lnTo>
                    <a:pt x="692123" y="544301"/>
                  </a:lnTo>
                  <a:lnTo>
                    <a:pt x="689400" y="553106"/>
                  </a:lnTo>
                  <a:lnTo>
                    <a:pt x="687115" y="557149"/>
                  </a:lnTo>
                  <a:lnTo>
                    <a:pt x="682722" y="565146"/>
                  </a:lnTo>
                  <a:lnTo>
                    <a:pt x="680086" y="574131"/>
                  </a:lnTo>
                  <a:lnTo>
                    <a:pt x="677538" y="583295"/>
                  </a:lnTo>
                  <a:lnTo>
                    <a:pt x="676307" y="590483"/>
                  </a:lnTo>
                  <a:lnTo>
                    <a:pt x="674990" y="595874"/>
                  </a:lnTo>
                  <a:lnTo>
                    <a:pt x="673496" y="602253"/>
                  </a:lnTo>
                  <a:lnTo>
                    <a:pt x="672441" y="609441"/>
                  </a:lnTo>
                  <a:lnTo>
                    <a:pt x="670948" y="614203"/>
                  </a:lnTo>
                  <a:lnTo>
                    <a:pt x="667960" y="616629"/>
                  </a:lnTo>
                  <a:lnTo>
                    <a:pt x="665851" y="617617"/>
                  </a:lnTo>
                  <a:lnTo>
                    <a:pt x="664621" y="618156"/>
                  </a:lnTo>
                  <a:lnTo>
                    <a:pt x="658207" y="621121"/>
                  </a:lnTo>
                  <a:lnTo>
                    <a:pt x="655307" y="624536"/>
                  </a:lnTo>
                  <a:lnTo>
                    <a:pt x="651353" y="638193"/>
                  </a:lnTo>
                  <a:lnTo>
                    <a:pt x="644412" y="664339"/>
                  </a:lnTo>
                  <a:lnTo>
                    <a:pt x="639755" y="680242"/>
                  </a:lnTo>
                  <a:lnTo>
                    <a:pt x="632550" y="689316"/>
                  </a:lnTo>
                  <a:lnTo>
                    <a:pt x="626663" y="698391"/>
                  </a:lnTo>
                  <a:lnTo>
                    <a:pt x="620864" y="708634"/>
                  </a:lnTo>
                  <a:lnTo>
                    <a:pt x="614977" y="717439"/>
                  </a:lnTo>
                  <a:lnTo>
                    <a:pt x="613659" y="722470"/>
                  </a:lnTo>
                  <a:lnTo>
                    <a:pt x="615152" y="728490"/>
                  </a:lnTo>
                  <a:lnTo>
                    <a:pt x="621830" y="737295"/>
                  </a:lnTo>
                  <a:lnTo>
                    <a:pt x="623851" y="741249"/>
                  </a:lnTo>
                  <a:lnTo>
                    <a:pt x="626575" y="746730"/>
                  </a:lnTo>
                  <a:lnTo>
                    <a:pt x="627717" y="755175"/>
                  </a:lnTo>
                  <a:lnTo>
                    <a:pt x="628332" y="761375"/>
                  </a:lnTo>
                  <a:lnTo>
                    <a:pt x="627278" y="769192"/>
                  </a:lnTo>
                  <a:lnTo>
                    <a:pt x="626575" y="775122"/>
                  </a:lnTo>
                  <a:lnTo>
                    <a:pt x="626487" y="775301"/>
                  </a:lnTo>
                  <a:lnTo>
                    <a:pt x="624378" y="780513"/>
                  </a:lnTo>
                  <a:lnTo>
                    <a:pt x="622445" y="784646"/>
                  </a:lnTo>
                  <a:lnTo>
                    <a:pt x="621567" y="786802"/>
                  </a:lnTo>
                  <a:lnTo>
                    <a:pt x="621567" y="794080"/>
                  </a:lnTo>
                  <a:lnTo>
                    <a:pt x="623148" y="798213"/>
                  </a:lnTo>
                  <a:lnTo>
                    <a:pt x="627542" y="817171"/>
                  </a:lnTo>
                  <a:lnTo>
                    <a:pt x="631759" y="831636"/>
                  </a:lnTo>
                  <a:lnTo>
                    <a:pt x="636065" y="845832"/>
                  </a:lnTo>
                  <a:lnTo>
                    <a:pt x="637822" y="855626"/>
                  </a:lnTo>
                  <a:lnTo>
                    <a:pt x="637119" y="858771"/>
                  </a:lnTo>
                  <a:lnTo>
                    <a:pt x="583257" y="890397"/>
                  </a:lnTo>
                  <a:lnTo>
                    <a:pt x="573504" y="897585"/>
                  </a:lnTo>
                  <a:lnTo>
                    <a:pt x="558566" y="915734"/>
                  </a:lnTo>
                  <a:lnTo>
                    <a:pt x="545738" y="932177"/>
                  </a:lnTo>
                  <a:lnTo>
                    <a:pt x="537215" y="946193"/>
                  </a:lnTo>
                  <a:lnTo>
                    <a:pt x="530010" y="961018"/>
                  </a:lnTo>
                  <a:lnTo>
                    <a:pt x="525441" y="973058"/>
                  </a:lnTo>
                  <a:lnTo>
                    <a:pt x="498114" y="1011243"/>
                  </a:lnTo>
                  <a:lnTo>
                    <a:pt x="481420" y="1033975"/>
                  </a:lnTo>
                  <a:lnTo>
                    <a:pt x="476675" y="1036850"/>
                  </a:lnTo>
                  <a:lnTo>
                    <a:pt x="474303" y="1038018"/>
                  </a:lnTo>
                  <a:lnTo>
                    <a:pt x="473248" y="1038288"/>
                  </a:lnTo>
                  <a:lnTo>
                    <a:pt x="470612" y="1038108"/>
                  </a:lnTo>
                  <a:lnTo>
                    <a:pt x="446976" y="1028943"/>
                  </a:lnTo>
                  <a:lnTo>
                    <a:pt x="447767" y="1026877"/>
                  </a:lnTo>
                  <a:lnTo>
                    <a:pt x="449612" y="1022025"/>
                  </a:lnTo>
                  <a:lnTo>
                    <a:pt x="451897" y="1016185"/>
                  </a:lnTo>
                  <a:lnTo>
                    <a:pt x="451984" y="1015826"/>
                  </a:lnTo>
                  <a:lnTo>
                    <a:pt x="455499" y="1006751"/>
                  </a:lnTo>
                  <a:lnTo>
                    <a:pt x="456114" y="1005223"/>
                  </a:lnTo>
                  <a:lnTo>
                    <a:pt x="457344" y="1001540"/>
                  </a:lnTo>
                  <a:lnTo>
                    <a:pt x="457696" y="1000012"/>
                  </a:lnTo>
                  <a:lnTo>
                    <a:pt x="457784" y="999473"/>
                  </a:lnTo>
                  <a:lnTo>
                    <a:pt x="458135" y="995699"/>
                  </a:lnTo>
                  <a:lnTo>
                    <a:pt x="458135" y="995250"/>
                  </a:lnTo>
                  <a:lnTo>
                    <a:pt x="451457" y="992914"/>
                  </a:lnTo>
                  <a:lnTo>
                    <a:pt x="438892" y="987164"/>
                  </a:lnTo>
                  <a:lnTo>
                    <a:pt x="435993" y="985816"/>
                  </a:lnTo>
                  <a:lnTo>
                    <a:pt x="434675" y="985277"/>
                  </a:lnTo>
                  <a:lnTo>
                    <a:pt x="433796" y="984828"/>
                  </a:lnTo>
                  <a:lnTo>
                    <a:pt x="432302" y="984109"/>
                  </a:lnTo>
                  <a:lnTo>
                    <a:pt x="420089" y="978538"/>
                  </a:lnTo>
                  <a:lnTo>
                    <a:pt x="408930" y="973417"/>
                  </a:lnTo>
                  <a:lnTo>
                    <a:pt x="399880" y="969284"/>
                  </a:lnTo>
                  <a:lnTo>
                    <a:pt x="394080" y="966768"/>
                  </a:lnTo>
                  <a:lnTo>
                    <a:pt x="387754" y="963803"/>
                  </a:lnTo>
                  <a:lnTo>
                    <a:pt x="386260" y="963174"/>
                  </a:lnTo>
                  <a:lnTo>
                    <a:pt x="385118" y="962635"/>
                  </a:lnTo>
                  <a:lnTo>
                    <a:pt x="384767" y="962545"/>
                  </a:lnTo>
                  <a:lnTo>
                    <a:pt x="383009" y="961557"/>
                  </a:lnTo>
                  <a:lnTo>
                    <a:pt x="381340" y="960389"/>
                  </a:lnTo>
                  <a:lnTo>
                    <a:pt x="379846" y="959221"/>
                  </a:lnTo>
                  <a:lnTo>
                    <a:pt x="378792" y="958233"/>
                  </a:lnTo>
                  <a:lnTo>
                    <a:pt x="378616" y="957963"/>
                  </a:lnTo>
                  <a:lnTo>
                    <a:pt x="377562" y="956885"/>
                  </a:lnTo>
                  <a:lnTo>
                    <a:pt x="376771" y="955986"/>
                  </a:lnTo>
                  <a:lnTo>
                    <a:pt x="375804" y="954729"/>
                  </a:lnTo>
                  <a:lnTo>
                    <a:pt x="374662" y="952752"/>
                  </a:lnTo>
                  <a:lnTo>
                    <a:pt x="372993" y="949877"/>
                  </a:lnTo>
                  <a:lnTo>
                    <a:pt x="372817" y="949338"/>
                  </a:lnTo>
                  <a:lnTo>
                    <a:pt x="372465" y="948709"/>
                  </a:lnTo>
                  <a:lnTo>
                    <a:pt x="371938" y="947541"/>
                  </a:lnTo>
                  <a:lnTo>
                    <a:pt x="371059" y="945205"/>
                  </a:lnTo>
                  <a:lnTo>
                    <a:pt x="370708" y="944396"/>
                  </a:lnTo>
                  <a:lnTo>
                    <a:pt x="369214" y="938825"/>
                  </a:lnTo>
                  <a:lnTo>
                    <a:pt x="367808" y="933614"/>
                  </a:lnTo>
                  <a:lnTo>
                    <a:pt x="367369" y="932177"/>
                  </a:lnTo>
                  <a:lnTo>
                    <a:pt x="366051" y="927235"/>
                  </a:lnTo>
                  <a:lnTo>
                    <a:pt x="364294" y="920766"/>
                  </a:lnTo>
                  <a:lnTo>
                    <a:pt x="363591" y="918070"/>
                  </a:lnTo>
                  <a:lnTo>
                    <a:pt x="362800" y="915375"/>
                  </a:lnTo>
                  <a:lnTo>
                    <a:pt x="361131" y="909086"/>
                  </a:lnTo>
                  <a:lnTo>
                    <a:pt x="360164" y="905402"/>
                  </a:lnTo>
                  <a:lnTo>
                    <a:pt x="359022" y="901448"/>
                  </a:lnTo>
                  <a:lnTo>
                    <a:pt x="358231" y="898843"/>
                  </a:lnTo>
                  <a:lnTo>
                    <a:pt x="354277" y="884198"/>
                  </a:lnTo>
                  <a:lnTo>
                    <a:pt x="352608" y="878178"/>
                  </a:lnTo>
                  <a:lnTo>
                    <a:pt x="352344" y="877100"/>
                  </a:lnTo>
                  <a:lnTo>
                    <a:pt x="351026" y="871080"/>
                  </a:lnTo>
                  <a:lnTo>
                    <a:pt x="350499" y="868474"/>
                  </a:lnTo>
                  <a:lnTo>
                    <a:pt x="350323" y="867755"/>
                  </a:lnTo>
                  <a:lnTo>
                    <a:pt x="349972" y="865958"/>
                  </a:lnTo>
                  <a:lnTo>
                    <a:pt x="349884" y="865779"/>
                  </a:lnTo>
                  <a:lnTo>
                    <a:pt x="349444" y="864521"/>
                  </a:lnTo>
                  <a:lnTo>
                    <a:pt x="349269" y="863892"/>
                  </a:lnTo>
                  <a:lnTo>
                    <a:pt x="348478" y="861825"/>
                  </a:lnTo>
                  <a:lnTo>
                    <a:pt x="347072" y="858501"/>
                  </a:lnTo>
                  <a:lnTo>
                    <a:pt x="346808" y="857962"/>
                  </a:lnTo>
                  <a:lnTo>
                    <a:pt x="346720" y="857872"/>
                  </a:lnTo>
                  <a:lnTo>
                    <a:pt x="346018" y="856165"/>
                  </a:lnTo>
                  <a:lnTo>
                    <a:pt x="344700" y="853649"/>
                  </a:lnTo>
                  <a:lnTo>
                    <a:pt x="344436" y="853020"/>
                  </a:lnTo>
                  <a:lnTo>
                    <a:pt x="343206" y="850594"/>
                  </a:lnTo>
                  <a:lnTo>
                    <a:pt x="341536" y="847539"/>
                  </a:lnTo>
                  <a:lnTo>
                    <a:pt x="339867" y="845293"/>
                  </a:lnTo>
                  <a:lnTo>
                    <a:pt x="337670" y="842149"/>
                  </a:lnTo>
                  <a:lnTo>
                    <a:pt x="335210" y="838824"/>
                  </a:lnTo>
                  <a:lnTo>
                    <a:pt x="333541" y="836578"/>
                  </a:lnTo>
                  <a:lnTo>
                    <a:pt x="332310" y="834781"/>
                  </a:lnTo>
                  <a:lnTo>
                    <a:pt x="328971" y="830109"/>
                  </a:lnTo>
                  <a:lnTo>
                    <a:pt x="328620" y="829660"/>
                  </a:lnTo>
                  <a:lnTo>
                    <a:pt x="325369" y="825437"/>
                  </a:lnTo>
                  <a:lnTo>
                    <a:pt x="324578" y="824448"/>
                  </a:lnTo>
                  <a:lnTo>
                    <a:pt x="317549" y="815194"/>
                  </a:lnTo>
                  <a:lnTo>
                    <a:pt x="313771" y="809893"/>
                  </a:lnTo>
                  <a:lnTo>
                    <a:pt x="303578" y="796146"/>
                  </a:lnTo>
                  <a:lnTo>
                    <a:pt x="300415" y="791294"/>
                  </a:lnTo>
                  <a:lnTo>
                    <a:pt x="297427" y="786353"/>
                  </a:lnTo>
                  <a:lnTo>
                    <a:pt x="294616" y="781231"/>
                  </a:lnTo>
                  <a:lnTo>
                    <a:pt x="288289" y="770539"/>
                  </a:lnTo>
                  <a:lnTo>
                    <a:pt x="284863" y="764699"/>
                  </a:lnTo>
                  <a:lnTo>
                    <a:pt x="278097" y="753558"/>
                  </a:lnTo>
                  <a:lnTo>
                    <a:pt x="274670" y="747628"/>
                  </a:lnTo>
                  <a:lnTo>
                    <a:pt x="271155" y="741608"/>
                  </a:lnTo>
                  <a:lnTo>
                    <a:pt x="269310" y="738553"/>
                  </a:lnTo>
                  <a:lnTo>
                    <a:pt x="268344" y="736846"/>
                  </a:lnTo>
                  <a:lnTo>
                    <a:pt x="265180" y="731455"/>
                  </a:lnTo>
                  <a:lnTo>
                    <a:pt x="259030" y="720943"/>
                  </a:lnTo>
                  <a:lnTo>
                    <a:pt x="252616" y="710161"/>
                  </a:lnTo>
                  <a:lnTo>
                    <a:pt x="243829" y="695157"/>
                  </a:lnTo>
                  <a:lnTo>
                    <a:pt x="241720" y="691832"/>
                  </a:lnTo>
                  <a:lnTo>
                    <a:pt x="241632" y="691652"/>
                  </a:lnTo>
                  <a:lnTo>
                    <a:pt x="240490" y="689766"/>
                  </a:lnTo>
                  <a:lnTo>
                    <a:pt x="237415" y="684375"/>
                  </a:lnTo>
                  <a:lnTo>
                    <a:pt x="234251" y="679164"/>
                  </a:lnTo>
                  <a:lnTo>
                    <a:pt x="231264" y="673773"/>
                  </a:lnTo>
                  <a:lnTo>
                    <a:pt x="229243" y="670538"/>
                  </a:lnTo>
                  <a:lnTo>
                    <a:pt x="226519" y="665776"/>
                  </a:lnTo>
                  <a:lnTo>
                    <a:pt x="223971" y="661374"/>
                  </a:lnTo>
                  <a:lnTo>
                    <a:pt x="215975" y="647896"/>
                  </a:lnTo>
                  <a:lnTo>
                    <a:pt x="211845" y="640978"/>
                  </a:lnTo>
                  <a:lnTo>
                    <a:pt x="211143" y="639630"/>
                  </a:lnTo>
                  <a:lnTo>
                    <a:pt x="210967" y="639181"/>
                  </a:lnTo>
                  <a:lnTo>
                    <a:pt x="210615" y="637923"/>
                  </a:lnTo>
                  <a:lnTo>
                    <a:pt x="210264" y="636845"/>
                  </a:lnTo>
                  <a:lnTo>
                    <a:pt x="209473" y="634419"/>
                  </a:lnTo>
                  <a:lnTo>
                    <a:pt x="209297" y="634060"/>
                  </a:lnTo>
                  <a:lnTo>
                    <a:pt x="208858" y="632442"/>
                  </a:lnTo>
                  <a:lnTo>
                    <a:pt x="208155" y="631185"/>
                  </a:lnTo>
                  <a:lnTo>
                    <a:pt x="203059" y="622649"/>
                  </a:lnTo>
                  <a:lnTo>
                    <a:pt x="196996" y="612766"/>
                  </a:lnTo>
                  <a:lnTo>
                    <a:pt x="193921" y="607015"/>
                  </a:lnTo>
                  <a:lnTo>
                    <a:pt x="192251" y="604230"/>
                  </a:lnTo>
                  <a:lnTo>
                    <a:pt x="191460" y="602972"/>
                  </a:lnTo>
                  <a:lnTo>
                    <a:pt x="183992" y="590034"/>
                  </a:lnTo>
                  <a:lnTo>
                    <a:pt x="180389" y="583834"/>
                  </a:lnTo>
                  <a:lnTo>
                    <a:pt x="179071" y="582037"/>
                  </a:lnTo>
                  <a:lnTo>
                    <a:pt x="178105" y="580690"/>
                  </a:lnTo>
                  <a:lnTo>
                    <a:pt x="177841" y="580330"/>
                  </a:lnTo>
                  <a:lnTo>
                    <a:pt x="172921" y="571974"/>
                  </a:lnTo>
                  <a:lnTo>
                    <a:pt x="167473" y="575119"/>
                  </a:lnTo>
                  <a:lnTo>
                    <a:pt x="164046" y="577096"/>
                  </a:lnTo>
                  <a:lnTo>
                    <a:pt x="160444" y="579162"/>
                  </a:lnTo>
                  <a:lnTo>
                    <a:pt x="155260" y="582127"/>
                  </a:lnTo>
                  <a:lnTo>
                    <a:pt x="144803" y="588147"/>
                  </a:lnTo>
                  <a:lnTo>
                    <a:pt x="141025" y="590303"/>
                  </a:lnTo>
                  <a:lnTo>
                    <a:pt x="138828" y="591472"/>
                  </a:lnTo>
                  <a:lnTo>
                    <a:pt x="137686" y="592190"/>
                  </a:lnTo>
                  <a:lnTo>
                    <a:pt x="137247" y="592460"/>
                  </a:lnTo>
                  <a:lnTo>
                    <a:pt x="136895" y="592819"/>
                  </a:lnTo>
                  <a:lnTo>
                    <a:pt x="136632" y="592999"/>
                  </a:lnTo>
                  <a:lnTo>
                    <a:pt x="135665" y="594257"/>
                  </a:lnTo>
                  <a:lnTo>
                    <a:pt x="134874" y="595155"/>
                  </a:lnTo>
                  <a:lnTo>
                    <a:pt x="134699" y="595425"/>
                  </a:lnTo>
                  <a:lnTo>
                    <a:pt x="133996" y="596233"/>
                  </a:lnTo>
                  <a:lnTo>
                    <a:pt x="133732" y="596862"/>
                  </a:lnTo>
                  <a:lnTo>
                    <a:pt x="133644" y="597042"/>
                  </a:lnTo>
                  <a:lnTo>
                    <a:pt x="131096" y="598480"/>
                  </a:lnTo>
                  <a:lnTo>
                    <a:pt x="122046" y="604230"/>
                  </a:lnTo>
                  <a:lnTo>
                    <a:pt x="121870" y="604410"/>
                  </a:lnTo>
                  <a:lnTo>
                    <a:pt x="121782" y="604859"/>
                  </a:lnTo>
                  <a:lnTo>
                    <a:pt x="121782" y="605039"/>
                  </a:lnTo>
                  <a:lnTo>
                    <a:pt x="119059" y="606386"/>
                  </a:lnTo>
                  <a:lnTo>
                    <a:pt x="116598" y="606925"/>
                  </a:lnTo>
                  <a:lnTo>
                    <a:pt x="113523" y="607375"/>
                  </a:lnTo>
                  <a:lnTo>
                    <a:pt x="113347" y="607465"/>
                  </a:lnTo>
                  <a:lnTo>
                    <a:pt x="112732" y="607465"/>
                  </a:lnTo>
                  <a:lnTo>
                    <a:pt x="112117" y="607914"/>
                  </a:lnTo>
                  <a:lnTo>
                    <a:pt x="111326" y="607195"/>
                  </a:lnTo>
                  <a:lnTo>
                    <a:pt x="110887" y="606746"/>
                  </a:lnTo>
                  <a:lnTo>
                    <a:pt x="108954" y="605668"/>
                  </a:lnTo>
                  <a:lnTo>
                    <a:pt x="108251" y="605218"/>
                  </a:lnTo>
                  <a:lnTo>
                    <a:pt x="107987" y="605128"/>
                  </a:lnTo>
                  <a:lnTo>
                    <a:pt x="106669" y="604679"/>
                  </a:lnTo>
                  <a:lnTo>
                    <a:pt x="106406" y="604589"/>
                  </a:lnTo>
                  <a:lnTo>
                    <a:pt x="104385" y="603781"/>
                  </a:lnTo>
                  <a:lnTo>
                    <a:pt x="102012" y="602343"/>
                  </a:lnTo>
                  <a:lnTo>
                    <a:pt x="101749" y="602163"/>
                  </a:lnTo>
                  <a:lnTo>
                    <a:pt x="98937" y="602163"/>
                  </a:lnTo>
                  <a:lnTo>
                    <a:pt x="98146" y="602074"/>
                  </a:lnTo>
                  <a:lnTo>
                    <a:pt x="97004" y="601804"/>
                  </a:lnTo>
                  <a:lnTo>
                    <a:pt x="96828" y="601804"/>
                  </a:lnTo>
                  <a:lnTo>
                    <a:pt x="95422" y="601355"/>
                  </a:lnTo>
                  <a:lnTo>
                    <a:pt x="94280" y="600816"/>
                  </a:lnTo>
                  <a:lnTo>
                    <a:pt x="92786" y="600906"/>
                  </a:lnTo>
                  <a:lnTo>
                    <a:pt x="86812" y="599468"/>
                  </a:lnTo>
                  <a:lnTo>
                    <a:pt x="86372" y="599109"/>
                  </a:lnTo>
                  <a:lnTo>
                    <a:pt x="85406" y="598480"/>
                  </a:lnTo>
                  <a:lnTo>
                    <a:pt x="83912" y="597312"/>
                  </a:lnTo>
                  <a:lnTo>
                    <a:pt x="83121" y="596683"/>
                  </a:lnTo>
                  <a:lnTo>
                    <a:pt x="81891" y="594886"/>
                  </a:lnTo>
                  <a:lnTo>
                    <a:pt x="81715" y="594167"/>
                  </a:lnTo>
                  <a:lnTo>
                    <a:pt x="80573" y="592100"/>
                  </a:lnTo>
                  <a:lnTo>
                    <a:pt x="78991" y="591741"/>
                  </a:lnTo>
                  <a:lnTo>
                    <a:pt x="76971" y="592100"/>
                  </a:lnTo>
                  <a:lnTo>
                    <a:pt x="75213" y="586440"/>
                  </a:lnTo>
                  <a:lnTo>
                    <a:pt x="73192" y="580061"/>
                  </a:lnTo>
                  <a:lnTo>
                    <a:pt x="73280" y="578354"/>
                  </a:lnTo>
                  <a:lnTo>
                    <a:pt x="73719" y="574670"/>
                  </a:lnTo>
                  <a:lnTo>
                    <a:pt x="75037" y="572244"/>
                  </a:lnTo>
                  <a:lnTo>
                    <a:pt x="76531" y="569908"/>
                  </a:lnTo>
                  <a:lnTo>
                    <a:pt x="78113" y="568201"/>
                  </a:lnTo>
                  <a:lnTo>
                    <a:pt x="78816" y="564517"/>
                  </a:lnTo>
                  <a:lnTo>
                    <a:pt x="78376" y="562091"/>
                  </a:lnTo>
                  <a:lnTo>
                    <a:pt x="77761" y="560294"/>
                  </a:lnTo>
                  <a:lnTo>
                    <a:pt x="76795" y="555892"/>
                  </a:lnTo>
                  <a:lnTo>
                    <a:pt x="75916" y="554364"/>
                  </a:lnTo>
                  <a:lnTo>
                    <a:pt x="74510" y="552657"/>
                  </a:lnTo>
                  <a:lnTo>
                    <a:pt x="73456" y="549602"/>
                  </a:lnTo>
                  <a:lnTo>
                    <a:pt x="72929" y="549333"/>
                  </a:lnTo>
                  <a:lnTo>
                    <a:pt x="71171" y="546098"/>
                  </a:lnTo>
                  <a:lnTo>
                    <a:pt x="69063" y="542953"/>
                  </a:lnTo>
                  <a:lnTo>
                    <a:pt x="67832" y="541516"/>
                  </a:lnTo>
                  <a:lnTo>
                    <a:pt x="67129" y="539809"/>
                  </a:lnTo>
                  <a:lnTo>
                    <a:pt x="67569" y="538281"/>
                  </a:lnTo>
                  <a:lnTo>
                    <a:pt x="67129" y="537473"/>
                  </a:lnTo>
                  <a:lnTo>
                    <a:pt x="67920" y="535586"/>
                  </a:lnTo>
                  <a:lnTo>
                    <a:pt x="68447" y="534508"/>
                  </a:lnTo>
                  <a:lnTo>
                    <a:pt x="68799" y="533879"/>
                  </a:lnTo>
                  <a:lnTo>
                    <a:pt x="70381" y="534508"/>
                  </a:lnTo>
                  <a:lnTo>
                    <a:pt x="72226" y="534597"/>
                  </a:lnTo>
                  <a:lnTo>
                    <a:pt x="71611" y="529476"/>
                  </a:lnTo>
                  <a:lnTo>
                    <a:pt x="70381" y="527949"/>
                  </a:lnTo>
                  <a:lnTo>
                    <a:pt x="70381" y="522109"/>
                  </a:lnTo>
                  <a:lnTo>
                    <a:pt x="65811" y="520312"/>
                  </a:lnTo>
                  <a:lnTo>
                    <a:pt x="65021" y="516448"/>
                  </a:lnTo>
                  <a:lnTo>
                    <a:pt x="62473" y="512764"/>
                  </a:lnTo>
                  <a:lnTo>
                    <a:pt x="61594" y="510249"/>
                  </a:lnTo>
                  <a:lnTo>
                    <a:pt x="61330" y="508541"/>
                  </a:lnTo>
                  <a:lnTo>
                    <a:pt x="61770" y="505936"/>
                  </a:lnTo>
                  <a:lnTo>
                    <a:pt x="62033" y="505037"/>
                  </a:lnTo>
                  <a:lnTo>
                    <a:pt x="61857" y="503600"/>
                  </a:lnTo>
                  <a:lnTo>
                    <a:pt x="62121" y="502611"/>
                  </a:lnTo>
                  <a:lnTo>
                    <a:pt x="62560" y="502072"/>
                  </a:lnTo>
                  <a:lnTo>
                    <a:pt x="62648" y="499646"/>
                  </a:lnTo>
                  <a:lnTo>
                    <a:pt x="62824" y="498838"/>
                  </a:lnTo>
                  <a:lnTo>
                    <a:pt x="62912" y="497939"/>
                  </a:lnTo>
                  <a:lnTo>
                    <a:pt x="63088" y="496951"/>
                  </a:lnTo>
                  <a:lnTo>
                    <a:pt x="62912" y="496142"/>
                  </a:lnTo>
                  <a:lnTo>
                    <a:pt x="63088" y="493627"/>
                  </a:lnTo>
                  <a:lnTo>
                    <a:pt x="62033" y="490482"/>
                  </a:lnTo>
                  <a:lnTo>
                    <a:pt x="61682" y="487337"/>
                  </a:lnTo>
                  <a:lnTo>
                    <a:pt x="61506" y="485900"/>
                  </a:lnTo>
                  <a:lnTo>
                    <a:pt x="61330" y="482665"/>
                  </a:lnTo>
                  <a:lnTo>
                    <a:pt x="59134" y="480419"/>
                  </a:lnTo>
                  <a:lnTo>
                    <a:pt x="57903" y="476555"/>
                  </a:lnTo>
                  <a:lnTo>
                    <a:pt x="58431" y="470446"/>
                  </a:lnTo>
                  <a:lnTo>
                    <a:pt x="58958" y="468828"/>
                  </a:lnTo>
                  <a:lnTo>
                    <a:pt x="59573" y="465863"/>
                  </a:lnTo>
                  <a:lnTo>
                    <a:pt x="59309" y="463977"/>
                  </a:lnTo>
                  <a:lnTo>
                    <a:pt x="57991" y="461730"/>
                  </a:lnTo>
                  <a:lnTo>
                    <a:pt x="56410" y="459754"/>
                  </a:lnTo>
                  <a:lnTo>
                    <a:pt x="55619" y="459125"/>
                  </a:lnTo>
                  <a:lnTo>
                    <a:pt x="54301" y="458586"/>
                  </a:lnTo>
                  <a:lnTo>
                    <a:pt x="53686" y="456879"/>
                  </a:lnTo>
                  <a:lnTo>
                    <a:pt x="54301" y="456250"/>
                  </a:lnTo>
                  <a:lnTo>
                    <a:pt x="53159" y="454722"/>
                  </a:lnTo>
                  <a:lnTo>
                    <a:pt x="51841" y="452566"/>
                  </a:lnTo>
                  <a:lnTo>
                    <a:pt x="50523" y="450499"/>
                  </a:lnTo>
                  <a:lnTo>
                    <a:pt x="50962" y="450140"/>
                  </a:lnTo>
                  <a:lnTo>
                    <a:pt x="50611" y="445558"/>
                  </a:lnTo>
                  <a:lnTo>
                    <a:pt x="48502" y="441784"/>
                  </a:lnTo>
                  <a:lnTo>
                    <a:pt x="48326" y="441515"/>
                  </a:lnTo>
                  <a:lnTo>
                    <a:pt x="47975" y="440886"/>
                  </a:lnTo>
                  <a:lnTo>
                    <a:pt x="47535" y="440077"/>
                  </a:lnTo>
                  <a:lnTo>
                    <a:pt x="47272" y="439448"/>
                  </a:lnTo>
                  <a:lnTo>
                    <a:pt x="46569" y="437471"/>
                  </a:lnTo>
                  <a:lnTo>
                    <a:pt x="45954" y="436573"/>
                  </a:lnTo>
                  <a:lnTo>
                    <a:pt x="45602" y="435854"/>
                  </a:lnTo>
                  <a:lnTo>
                    <a:pt x="45514" y="435674"/>
                  </a:lnTo>
                  <a:lnTo>
                    <a:pt x="44811" y="433877"/>
                  </a:lnTo>
                  <a:lnTo>
                    <a:pt x="44108" y="431721"/>
                  </a:lnTo>
                  <a:lnTo>
                    <a:pt x="44284" y="429744"/>
                  </a:lnTo>
                  <a:lnTo>
                    <a:pt x="45163" y="428666"/>
                  </a:lnTo>
                  <a:lnTo>
                    <a:pt x="44811" y="428307"/>
                  </a:lnTo>
                  <a:lnTo>
                    <a:pt x="44372" y="427498"/>
                  </a:lnTo>
                  <a:lnTo>
                    <a:pt x="44548" y="427318"/>
                  </a:lnTo>
                  <a:lnTo>
                    <a:pt x="44899" y="427049"/>
                  </a:lnTo>
                  <a:lnTo>
                    <a:pt x="40770" y="421209"/>
                  </a:lnTo>
                  <a:lnTo>
                    <a:pt x="40418" y="420760"/>
                  </a:lnTo>
                  <a:lnTo>
                    <a:pt x="41033" y="419771"/>
                  </a:lnTo>
                  <a:lnTo>
                    <a:pt x="41472" y="418693"/>
                  </a:lnTo>
                  <a:lnTo>
                    <a:pt x="41736" y="417795"/>
                  </a:lnTo>
                  <a:lnTo>
                    <a:pt x="41736" y="416716"/>
                  </a:lnTo>
                  <a:lnTo>
                    <a:pt x="41736" y="416447"/>
                  </a:lnTo>
                  <a:lnTo>
                    <a:pt x="41736" y="416087"/>
                  </a:lnTo>
                  <a:lnTo>
                    <a:pt x="41736" y="415818"/>
                  </a:lnTo>
                  <a:lnTo>
                    <a:pt x="41736" y="415548"/>
                  </a:lnTo>
                  <a:lnTo>
                    <a:pt x="41648" y="414830"/>
                  </a:lnTo>
                  <a:lnTo>
                    <a:pt x="41560" y="414201"/>
                  </a:lnTo>
                  <a:lnTo>
                    <a:pt x="41297" y="413572"/>
                  </a:lnTo>
                  <a:lnTo>
                    <a:pt x="41033" y="413033"/>
                  </a:lnTo>
                  <a:lnTo>
                    <a:pt x="40682" y="412314"/>
                  </a:lnTo>
                  <a:lnTo>
                    <a:pt x="40418" y="411775"/>
                  </a:lnTo>
                  <a:lnTo>
                    <a:pt x="40154" y="411325"/>
                  </a:lnTo>
                  <a:lnTo>
                    <a:pt x="40067" y="411146"/>
                  </a:lnTo>
                  <a:lnTo>
                    <a:pt x="39627" y="410786"/>
                  </a:lnTo>
                  <a:lnTo>
                    <a:pt x="39100" y="410427"/>
                  </a:lnTo>
                  <a:lnTo>
                    <a:pt x="38397" y="410157"/>
                  </a:lnTo>
                  <a:lnTo>
                    <a:pt x="37518" y="409888"/>
                  </a:lnTo>
                  <a:lnTo>
                    <a:pt x="35937" y="409349"/>
                  </a:lnTo>
                  <a:lnTo>
                    <a:pt x="35146" y="409079"/>
                  </a:lnTo>
                  <a:lnTo>
                    <a:pt x="34180" y="408540"/>
                  </a:lnTo>
                  <a:lnTo>
                    <a:pt x="33037" y="407372"/>
                  </a:lnTo>
                  <a:lnTo>
                    <a:pt x="32510" y="406743"/>
                  </a:lnTo>
                  <a:lnTo>
                    <a:pt x="31983" y="405935"/>
                  </a:lnTo>
                  <a:lnTo>
                    <a:pt x="31456" y="405036"/>
                  </a:lnTo>
                  <a:lnTo>
                    <a:pt x="30665" y="404227"/>
                  </a:lnTo>
                  <a:lnTo>
                    <a:pt x="29171" y="403329"/>
                  </a:lnTo>
                  <a:lnTo>
                    <a:pt x="30665" y="400184"/>
                  </a:lnTo>
                  <a:lnTo>
                    <a:pt x="31719" y="397669"/>
                  </a:lnTo>
                  <a:lnTo>
                    <a:pt x="32422" y="395961"/>
                  </a:lnTo>
                  <a:lnTo>
                    <a:pt x="32862" y="394793"/>
                  </a:lnTo>
                  <a:lnTo>
                    <a:pt x="33828" y="392367"/>
                  </a:lnTo>
                  <a:lnTo>
                    <a:pt x="35410" y="387965"/>
                  </a:lnTo>
                  <a:lnTo>
                    <a:pt x="36025" y="386437"/>
                  </a:lnTo>
                  <a:lnTo>
                    <a:pt x="38661" y="380148"/>
                  </a:lnTo>
                  <a:lnTo>
                    <a:pt x="38836" y="379609"/>
                  </a:lnTo>
                  <a:lnTo>
                    <a:pt x="39276" y="379160"/>
                  </a:lnTo>
                  <a:lnTo>
                    <a:pt x="41912" y="376914"/>
                  </a:lnTo>
                  <a:lnTo>
                    <a:pt x="42703" y="376285"/>
                  </a:lnTo>
                  <a:lnTo>
                    <a:pt x="44548" y="374667"/>
                  </a:lnTo>
                  <a:lnTo>
                    <a:pt x="45339" y="374038"/>
                  </a:lnTo>
                  <a:lnTo>
                    <a:pt x="45163" y="373949"/>
                  </a:lnTo>
                  <a:lnTo>
                    <a:pt x="43581" y="372331"/>
                  </a:lnTo>
                  <a:lnTo>
                    <a:pt x="43318" y="372152"/>
                  </a:lnTo>
                  <a:lnTo>
                    <a:pt x="48238" y="367479"/>
                  </a:lnTo>
                  <a:lnTo>
                    <a:pt x="50259" y="365593"/>
                  </a:lnTo>
                  <a:lnTo>
                    <a:pt x="50523" y="365413"/>
                  </a:lnTo>
                  <a:lnTo>
                    <a:pt x="41560" y="358135"/>
                  </a:lnTo>
                  <a:lnTo>
                    <a:pt x="35585" y="352744"/>
                  </a:lnTo>
                  <a:lnTo>
                    <a:pt x="34531" y="351846"/>
                  </a:lnTo>
                  <a:lnTo>
                    <a:pt x="32422" y="350229"/>
                  </a:lnTo>
                  <a:lnTo>
                    <a:pt x="21087" y="340435"/>
                  </a:lnTo>
                  <a:lnTo>
                    <a:pt x="16782" y="336572"/>
                  </a:lnTo>
                  <a:lnTo>
                    <a:pt x="16167" y="336033"/>
                  </a:lnTo>
                  <a:lnTo>
                    <a:pt x="15903" y="335763"/>
                  </a:lnTo>
                  <a:lnTo>
                    <a:pt x="14234" y="334325"/>
                  </a:lnTo>
                  <a:lnTo>
                    <a:pt x="13970" y="334056"/>
                  </a:lnTo>
                  <a:lnTo>
                    <a:pt x="10719" y="331181"/>
                  </a:lnTo>
                  <a:lnTo>
                    <a:pt x="10016" y="330642"/>
                  </a:lnTo>
                  <a:lnTo>
                    <a:pt x="8874" y="329653"/>
                  </a:lnTo>
                  <a:lnTo>
                    <a:pt x="0" y="322555"/>
                  </a:lnTo>
                  <a:lnTo>
                    <a:pt x="175" y="322376"/>
                  </a:lnTo>
                  <a:lnTo>
                    <a:pt x="966" y="321477"/>
                  </a:lnTo>
                  <a:lnTo>
                    <a:pt x="2987" y="319231"/>
                  </a:lnTo>
                  <a:lnTo>
                    <a:pt x="3602" y="318512"/>
                  </a:lnTo>
                  <a:lnTo>
                    <a:pt x="4832" y="317164"/>
                  </a:lnTo>
                  <a:lnTo>
                    <a:pt x="5096" y="316895"/>
                  </a:lnTo>
                  <a:lnTo>
                    <a:pt x="7205" y="314559"/>
                  </a:lnTo>
                  <a:lnTo>
                    <a:pt x="9665" y="311684"/>
                  </a:lnTo>
                  <a:lnTo>
                    <a:pt x="9841" y="311504"/>
                  </a:lnTo>
                  <a:lnTo>
                    <a:pt x="12125" y="312313"/>
                  </a:lnTo>
                  <a:lnTo>
                    <a:pt x="13443" y="312852"/>
                  </a:lnTo>
                  <a:lnTo>
                    <a:pt x="14673" y="313031"/>
                  </a:lnTo>
                  <a:lnTo>
                    <a:pt x="15728" y="313121"/>
                  </a:lnTo>
                  <a:lnTo>
                    <a:pt x="16958" y="313031"/>
                  </a:lnTo>
                  <a:lnTo>
                    <a:pt x="18451" y="312941"/>
                  </a:lnTo>
                  <a:lnTo>
                    <a:pt x="19418" y="312852"/>
                  </a:lnTo>
                  <a:lnTo>
                    <a:pt x="19682" y="312582"/>
                  </a:lnTo>
                  <a:lnTo>
                    <a:pt x="20033" y="310066"/>
                  </a:lnTo>
                  <a:lnTo>
                    <a:pt x="20121" y="309887"/>
                  </a:lnTo>
                  <a:lnTo>
                    <a:pt x="19945" y="309707"/>
                  </a:lnTo>
                  <a:lnTo>
                    <a:pt x="20121" y="307730"/>
                  </a:lnTo>
                  <a:lnTo>
                    <a:pt x="23284" y="302968"/>
                  </a:lnTo>
                  <a:lnTo>
                    <a:pt x="23987" y="302699"/>
                  </a:lnTo>
                  <a:lnTo>
                    <a:pt x="26711" y="299105"/>
                  </a:lnTo>
                  <a:lnTo>
                    <a:pt x="28820" y="299105"/>
                  </a:lnTo>
                  <a:lnTo>
                    <a:pt x="28820" y="297847"/>
                  </a:lnTo>
                  <a:lnTo>
                    <a:pt x="27326" y="296140"/>
                  </a:lnTo>
                  <a:lnTo>
                    <a:pt x="27150" y="293085"/>
                  </a:lnTo>
                  <a:lnTo>
                    <a:pt x="27150" y="290479"/>
                  </a:lnTo>
                  <a:lnTo>
                    <a:pt x="26887" y="289042"/>
                  </a:lnTo>
                  <a:lnTo>
                    <a:pt x="25832" y="287425"/>
                  </a:lnTo>
                  <a:lnTo>
                    <a:pt x="25305" y="286257"/>
                  </a:lnTo>
                  <a:lnTo>
                    <a:pt x="25129" y="284729"/>
                  </a:lnTo>
                  <a:lnTo>
                    <a:pt x="24690" y="281405"/>
                  </a:lnTo>
                  <a:lnTo>
                    <a:pt x="23987" y="277002"/>
                  </a:lnTo>
                  <a:lnTo>
                    <a:pt x="23548" y="273318"/>
                  </a:lnTo>
                  <a:lnTo>
                    <a:pt x="23196" y="272150"/>
                  </a:lnTo>
                  <a:lnTo>
                    <a:pt x="27326" y="270084"/>
                  </a:lnTo>
                  <a:lnTo>
                    <a:pt x="26008" y="266490"/>
                  </a:lnTo>
                  <a:lnTo>
                    <a:pt x="27150" y="265322"/>
                  </a:lnTo>
                  <a:lnTo>
                    <a:pt x="27677" y="262626"/>
                  </a:lnTo>
                  <a:lnTo>
                    <a:pt x="29962" y="261638"/>
                  </a:lnTo>
                  <a:lnTo>
                    <a:pt x="30841" y="258943"/>
                  </a:lnTo>
                  <a:lnTo>
                    <a:pt x="28732" y="257864"/>
                  </a:lnTo>
                  <a:lnTo>
                    <a:pt x="29610" y="254720"/>
                  </a:lnTo>
                  <a:lnTo>
                    <a:pt x="32071" y="255708"/>
                  </a:lnTo>
                  <a:lnTo>
                    <a:pt x="32774" y="253731"/>
                  </a:lnTo>
                  <a:lnTo>
                    <a:pt x="27238" y="251216"/>
                  </a:lnTo>
                  <a:lnTo>
                    <a:pt x="28292" y="248430"/>
                  </a:lnTo>
                  <a:lnTo>
                    <a:pt x="28205" y="247262"/>
                  </a:lnTo>
                  <a:lnTo>
                    <a:pt x="28732" y="244297"/>
                  </a:lnTo>
                  <a:lnTo>
                    <a:pt x="30577" y="243399"/>
                  </a:lnTo>
                  <a:lnTo>
                    <a:pt x="31631" y="240164"/>
                  </a:lnTo>
                  <a:lnTo>
                    <a:pt x="31807" y="237289"/>
                  </a:lnTo>
                  <a:lnTo>
                    <a:pt x="33828" y="236211"/>
                  </a:lnTo>
                  <a:lnTo>
                    <a:pt x="34004" y="233695"/>
                  </a:lnTo>
                  <a:lnTo>
                    <a:pt x="34531" y="231808"/>
                  </a:lnTo>
                  <a:lnTo>
                    <a:pt x="35322" y="228394"/>
                  </a:lnTo>
                  <a:lnTo>
                    <a:pt x="36025" y="223093"/>
                  </a:lnTo>
                  <a:lnTo>
                    <a:pt x="36113" y="221296"/>
                  </a:lnTo>
                  <a:lnTo>
                    <a:pt x="35849" y="219050"/>
                  </a:lnTo>
                  <a:lnTo>
                    <a:pt x="36816" y="213659"/>
                  </a:lnTo>
                  <a:lnTo>
                    <a:pt x="38309" y="211592"/>
                  </a:lnTo>
                  <a:lnTo>
                    <a:pt x="39803" y="207999"/>
                  </a:lnTo>
                  <a:lnTo>
                    <a:pt x="43757" y="204764"/>
                  </a:lnTo>
                  <a:lnTo>
                    <a:pt x="45954" y="204225"/>
                  </a:lnTo>
                  <a:lnTo>
                    <a:pt x="53598" y="199193"/>
                  </a:lnTo>
                  <a:lnTo>
                    <a:pt x="57113" y="194252"/>
                  </a:lnTo>
                  <a:lnTo>
                    <a:pt x="56761" y="190838"/>
                  </a:lnTo>
                  <a:lnTo>
                    <a:pt x="56322" y="189220"/>
                  </a:lnTo>
                  <a:lnTo>
                    <a:pt x="57728" y="186255"/>
                  </a:lnTo>
                  <a:lnTo>
                    <a:pt x="59749" y="184279"/>
                  </a:lnTo>
                  <a:lnTo>
                    <a:pt x="62560" y="179157"/>
                  </a:lnTo>
                  <a:lnTo>
                    <a:pt x="63791" y="177989"/>
                  </a:lnTo>
                  <a:lnTo>
                    <a:pt x="65636" y="175473"/>
                  </a:lnTo>
                  <a:lnTo>
                    <a:pt x="66075" y="174575"/>
                  </a:lnTo>
                  <a:lnTo>
                    <a:pt x="66778" y="173227"/>
                  </a:lnTo>
                  <a:lnTo>
                    <a:pt x="67042" y="172688"/>
                  </a:lnTo>
                  <a:lnTo>
                    <a:pt x="67657" y="172059"/>
                  </a:lnTo>
                  <a:lnTo>
                    <a:pt x="68272" y="171790"/>
                  </a:lnTo>
                  <a:lnTo>
                    <a:pt x="69414" y="169184"/>
                  </a:lnTo>
                  <a:lnTo>
                    <a:pt x="70205" y="167028"/>
                  </a:lnTo>
                  <a:lnTo>
                    <a:pt x="70996" y="165051"/>
                  </a:lnTo>
                  <a:lnTo>
                    <a:pt x="72226" y="161008"/>
                  </a:lnTo>
                  <a:lnTo>
                    <a:pt x="72401" y="158312"/>
                  </a:lnTo>
                  <a:lnTo>
                    <a:pt x="73632" y="155797"/>
                  </a:lnTo>
                  <a:lnTo>
                    <a:pt x="75916" y="154539"/>
                  </a:lnTo>
                  <a:lnTo>
                    <a:pt x="79167" y="153011"/>
                  </a:lnTo>
                  <a:lnTo>
                    <a:pt x="81188" y="153461"/>
                  </a:lnTo>
                  <a:lnTo>
                    <a:pt x="81979" y="151933"/>
                  </a:lnTo>
                  <a:lnTo>
                    <a:pt x="82858" y="151484"/>
                  </a:lnTo>
                  <a:lnTo>
                    <a:pt x="83297" y="151574"/>
                  </a:lnTo>
                  <a:lnTo>
                    <a:pt x="83560" y="150585"/>
                  </a:lnTo>
                  <a:lnTo>
                    <a:pt x="87778" y="149597"/>
                  </a:lnTo>
                  <a:lnTo>
                    <a:pt x="88569" y="150585"/>
                  </a:lnTo>
                  <a:lnTo>
                    <a:pt x="90326" y="149058"/>
                  </a:lnTo>
                  <a:lnTo>
                    <a:pt x="90150" y="148699"/>
                  </a:lnTo>
                  <a:lnTo>
                    <a:pt x="92171" y="147441"/>
                  </a:lnTo>
                  <a:lnTo>
                    <a:pt x="93577" y="143937"/>
                  </a:lnTo>
                  <a:lnTo>
                    <a:pt x="94192" y="141960"/>
                  </a:lnTo>
                  <a:lnTo>
                    <a:pt x="97531" y="139714"/>
                  </a:lnTo>
                  <a:lnTo>
                    <a:pt x="98674" y="138905"/>
                  </a:lnTo>
                  <a:lnTo>
                    <a:pt x="99728" y="138366"/>
                  </a:lnTo>
                  <a:lnTo>
                    <a:pt x="100870" y="136839"/>
                  </a:lnTo>
                  <a:lnTo>
                    <a:pt x="101397" y="136300"/>
                  </a:lnTo>
                  <a:lnTo>
                    <a:pt x="102628" y="135311"/>
                  </a:lnTo>
                  <a:lnTo>
                    <a:pt x="103243" y="134592"/>
                  </a:lnTo>
                  <a:lnTo>
                    <a:pt x="103858" y="133694"/>
                  </a:lnTo>
                  <a:lnTo>
                    <a:pt x="104297" y="133065"/>
                  </a:lnTo>
                  <a:lnTo>
                    <a:pt x="104736" y="132706"/>
                  </a:lnTo>
                  <a:lnTo>
                    <a:pt x="105000" y="132795"/>
                  </a:lnTo>
                  <a:lnTo>
                    <a:pt x="106845" y="132256"/>
                  </a:lnTo>
                  <a:lnTo>
                    <a:pt x="108251" y="132166"/>
                  </a:lnTo>
                  <a:lnTo>
                    <a:pt x="108778" y="131448"/>
                  </a:lnTo>
                  <a:lnTo>
                    <a:pt x="108866" y="130909"/>
                  </a:lnTo>
                  <a:lnTo>
                    <a:pt x="109217" y="130459"/>
                  </a:lnTo>
                  <a:lnTo>
                    <a:pt x="111063" y="129561"/>
                  </a:lnTo>
                  <a:lnTo>
                    <a:pt x="113084" y="129291"/>
                  </a:lnTo>
                  <a:lnTo>
                    <a:pt x="114841" y="129651"/>
                  </a:lnTo>
                  <a:lnTo>
                    <a:pt x="116686" y="129561"/>
                  </a:lnTo>
                  <a:lnTo>
                    <a:pt x="118883" y="128573"/>
                  </a:lnTo>
                  <a:lnTo>
                    <a:pt x="120201" y="127944"/>
                  </a:lnTo>
                  <a:lnTo>
                    <a:pt x="123628" y="127494"/>
                  </a:lnTo>
                  <a:lnTo>
                    <a:pt x="126000" y="127045"/>
                  </a:lnTo>
                  <a:lnTo>
                    <a:pt x="127318" y="126596"/>
                  </a:lnTo>
                  <a:lnTo>
                    <a:pt x="128548" y="123182"/>
                  </a:lnTo>
                  <a:lnTo>
                    <a:pt x="129163" y="122732"/>
                  </a:lnTo>
                  <a:lnTo>
                    <a:pt x="131184" y="123182"/>
                  </a:lnTo>
                  <a:lnTo>
                    <a:pt x="133908" y="123272"/>
                  </a:lnTo>
                  <a:lnTo>
                    <a:pt x="135490" y="122373"/>
                  </a:lnTo>
                  <a:lnTo>
                    <a:pt x="136808" y="120666"/>
                  </a:lnTo>
                  <a:lnTo>
                    <a:pt x="137774" y="119318"/>
                  </a:lnTo>
                  <a:lnTo>
                    <a:pt x="137598" y="118959"/>
                  </a:lnTo>
                  <a:lnTo>
                    <a:pt x="137247" y="118420"/>
                  </a:lnTo>
                  <a:lnTo>
                    <a:pt x="136720" y="116084"/>
                  </a:lnTo>
                  <a:lnTo>
                    <a:pt x="136105" y="114377"/>
                  </a:lnTo>
                  <a:lnTo>
                    <a:pt x="135841" y="113927"/>
                  </a:lnTo>
                  <a:lnTo>
                    <a:pt x="141201" y="111232"/>
                  </a:lnTo>
                  <a:lnTo>
                    <a:pt x="141992" y="109255"/>
                  </a:lnTo>
                  <a:lnTo>
                    <a:pt x="146385" y="104224"/>
                  </a:lnTo>
                  <a:lnTo>
                    <a:pt x="146561" y="100091"/>
                  </a:lnTo>
                  <a:lnTo>
                    <a:pt x="144364" y="96766"/>
                  </a:lnTo>
                  <a:lnTo>
                    <a:pt x="143046" y="91196"/>
                  </a:lnTo>
                  <a:lnTo>
                    <a:pt x="143222" y="86793"/>
                  </a:lnTo>
                  <a:lnTo>
                    <a:pt x="144891" y="81941"/>
                  </a:lnTo>
                  <a:lnTo>
                    <a:pt x="147264" y="77718"/>
                  </a:lnTo>
                  <a:lnTo>
                    <a:pt x="151130" y="73855"/>
                  </a:lnTo>
                  <a:lnTo>
                    <a:pt x="155523" y="70261"/>
                  </a:lnTo>
                  <a:lnTo>
                    <a:pt x="157983" y="67116"/>
                  </a:lnTo>
                  <a:lnTo>
                    <a:pt x="161322" y="62354"/>
                  </a:lnTo>
                  <a:lnTo>
                    <a:pt x="162816" y="57772"/>
                  </a:lnTo>
                  <a:lnTo>
                    <a:pt x="165540" y="50494"/>
                  </a:lnTo>
                  <a:lnTo>
                    <a:pt x="170285" y="44115"/>
                  </a:lnTo>
                  <a:lnTo>
                    <a:pt x="174854" y="39084"/>
                  </a:lnTo>
                  <a:lnTo>
                    <a:pt x="185222" y="29110"/>
                  </a:lnTo>
                  <a:lnTo>
                    <a:pt x="191900" y="28931"/>
                  </a:lnTo>
                  <a:lnTo>
                    <a:pt x="198490" y="29919"/>
                  </a:lnTo>
                  <a:lnTo>
                    <a:pt x="211055" y="31896"/>
                  </a:lnTo>
                  <a:lnTo>
                    <a:pt x="214130" y="32435"/>
                  </a:lnTo>
                  <a:lnTo>
                    <a:pt x="217469" y="33513"/>
                  </a:lnTo>
                  <a:lnTo>
                    <a:pt x="221862" y="33513"/>
                  </a:lnTo>
                  <a:lnTo>
                    <a:pt x="226343" y="34951"/>
                  </a:lnTo>
                  <a:lnTo>
                    <a:pt x="235833" y="40701"/>
                  </a:lnTo>
                  <a:lnTo>
                    <a:pt x="238733" y="41240"/>
                  </a:lnTo>
                  <a:lnTo>
                    <a:pt x="250946" y="38634"/>
                  </a:lnTo>
                  <a:lnTo>
                    <a:pt x="265795" y="38994"/>
                  </a:lnTo>
                  <a:lnTo>
                    <a:pt x="273703" y="38634"/>
                  </a:lnTo>
                  <a:lnTo>
                    <a:pt x="282051" y="36029"/>
                  </a:lnTo>
                  <a:lnTo>
                    <a:pt x="290662" y="30728"/>
                  </a:lnTo>
                  <a:lnTo>
                    <a:pt x="293298" y="29200"/>
                  </a:lnTo>
                  <a:lnTo>
                    <a:pt x="293473" y="29110"/>
                  </a:lnTo>
                  <a:lnTo>
                    <a:pt x="299888" y="27224"/>
                  </a:lnTo>
                  <a:lnTo>
                    <a:pt x="300063" y="27134"/>
                  </a:lnTo>
                  <a:lnTo>
                    <a:pt x="307796" y="26325"/>
                  </a:lnTo>
                  <a:lnTo>
                    <a:pt x="312365" y="24618"/>
                  </a:lnTo>
                  <a:lnTo>
                    <a:pt x="314649" y="23360"/>
                  </a:lnTo>
                  <a:lnTo>
                    <a:pt x="325281" y="17340"/>
                  </a:lnTo>
                  <a:lnTo>
                    <a:pt x="333277" y="15364"/>
                  </a:lnTo>
                  <a:lnTo>
                    <a:pt x="333628" y="15184"/>
                  </a:lnTo>
                  <a:lnTo>
                    <a:pt x="338549" y="13207"/>
                  </a:lnTo>
                  <a:lnTo>
                    <a:pt x="341624" y="13117"/>
                  </a:lnTo>
                  <a:lnTo>
                    <a:pt x="344700" y="13117"/>
                  </a:lnTo>
                  <a:lnTo>
                    <a:pt x="351817" y="12219"/>
                  </a:lnTo>
                  <a:lnTo>
                    <a:pt x="356649" y="8445"/>
                  </a:lnTo>
                  <a:lnTo>
                    <a:pt x="359725" y="3144"/>
                  </a:lnTo>
                  <a:lnTo>
                    <a:pt x="361921" y="1078"/>
                  </a:lnTo>
                  <a:lnTo>
                    <a:pt x="362536" y="449"/>
                  </a:lnTo>
                  <a:lnTo>
                    <a:pt x="363591" y="718"/>
                  </a:lnTo>
                  <a:lnTo>
                    <a:pt x="368072" y="2066"/>
                  </a:lnTo>
                  <a:lnTo>
                    <a:pt x="373871" y="2785"/>
                  </a:lnTo>
                  <a:lnTo>
                    <a:pt x="378265" y="898"/>
                  </a:lnTo>
                  <a:lnTo>
                    <a:pt x="380285" y="718"/>
                  </a:lnTo>
                  <a:lnTo>
                    <a:pt x="384942" y="0"/>
                  </a:lnTo>
                  <a:lnTo>
                    <a:pt x="390566" y="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104800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5773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7439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8412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8968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89940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888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63156" y="150876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63156" y="192024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192024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63156" y="2267712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97819" y="22677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63156" y="261518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897819" y="26151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63156" y="296265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97819" y="296265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63156" y="3328416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63156" y="335584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897819" y="335584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888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63156" y="374904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37856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63156" y="416052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16052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63156" y="4507992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897819" y="45079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63156" y="485546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897819" y="485546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63156" y="520293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897819" y="520293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63156" y="5568696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963156" y="55961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897819" y="559612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94376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94376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17342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130552"/>
            <a:ext cx="68272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194560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130552"/>
            <a:ext cx="458738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194560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13055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19456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13055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19456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862072"/>
            <a:ext cx="51296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862072"/>
            <a:ext cx="153156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26080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862072"/>
            <a:ext cx="288970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26080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862072"/>
            <a:ext cx="161644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26080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862072"/>
            <a:ext cx="195232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26080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9730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17880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27448"/>
            <a:ext cx="607995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91456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27448"/>
            <a:ext cx="341791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91456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312664"/>
            <a:ext cx="674455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376672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312664"/>
            <a:ext cx="275332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376672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683350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93078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298538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08266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34319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130552"/>
            <a:ext cx="144668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194560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130552"/>
            <a:ext cx="441761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194560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130552"/>
            <a:ext cx="212575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194560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13055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05740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86207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862072"/>
            <a:ext cx="119203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26080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862072"/>
            <a:ext cx="467226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26080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862072"/>
            <a:ext cx="2210635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26080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86207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7889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88620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507992"/>
            <a:ext cx="42807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507992"/>
            <a:ext cx="12769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507992"/>
            <a:ext cx="373854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572000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50799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57200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50799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23951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239512"/>
            <a:ext cx="1022263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239512"/>
            <a:ext cx="416296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03520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239512"/>
            <a:ext cx="204086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03520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239512"/>
            <a:ext cx="101860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465147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791339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465147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91339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