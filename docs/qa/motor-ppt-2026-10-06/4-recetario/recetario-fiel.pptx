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5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ef83d74c8c3ae09e48316a488d9f6c339bee9c5e.png"/>
<Relationship Id="rId11" Type="http://schemas.openxmlformats.org/officeDocument/2006/relationships/image" Target="../media/e8d133f00a0db2e4d58fd05c4fcfa0a849d28a76.png"/>
<Relationship Id="rId12" Type="http://schemas.openxmlformats.org/officeDocument/2006/relationships/image" Target="../media/68ae2408cff7e53d4af84d68933b94854cc11dd7.png"/>
<Relationship Id="rId13" Type="http://schemas.openxmlformats.org/officeDocument/2006/relationships/image" Target="../media/7c72af1c61ba17ceb1f5579a9747bea60946e518.png"/>
<Relationship Id="rId14" Type="http://schemas.openxmlformats.org/officeDocument/2006/relationships/image" Target="../media/ac2ce43e9be562889a58def7c7cfb6ae172a676a.png"/>
<Relationship Id="rId15" Type="http://schemas.openxmlformats.org/officeDocument/2006/relationships/image" Target="../media/e755c610eeb652fe2e0acaa62cde94553acd2564.png"/>
<Relationship Id="rId16" Type="http://schemas.openxmlformats.org/officeDocument/2006/relationships/image" Target="../media/337bd4b3d7db543095be45bc5ffffb0b4df939b7.png"/>
<Relationship Id="rId17" Type="http://schemas.openxmlformats.org/officeDocument/2006/relationships/image" Target="../media/04162e018484153b9dfee07ec78d74f479e7083d.png"/>
<Relationship Id="rId18" Type="http://schemas.openxmlformats.org/officeDocument/2006/relationships/image" Target="../media/c0800850cc957971ce48a13bd18440c2cc623a98.png"/>
<Relationship Id="rId19" Type="http://schemas.openxmlformats.org/officeDocument/2006/relationships/image" Target="../media/f75b71fda7d640c9fd83a0943cc8b82669997eeb.png"/>
<Relationship Id="rId20" Type="http://schemas.openxmlformats.org/officeDocument/2006/relationships/image" Target="../media/34ee6f71d4d58186085e9608751855deb72d2f72.png"/>
<Relationship Id="rId21" Type="http://schemas.openxmlformats.org/officeDocument/2006/relationships/image" Target="../media/adbffd0ec7c4c4aa7ade7d140c650f4f0a8cdf50.png"/>
<Relationship Id="rId22" Type="http://schemas.openxmlformats.org/officeDocument/2006/relationships/image" Target="../media/437738af2a8e5895c51d56dbef9bce4ddf101378.png"/>
<Relationship Id="rId23" Type="http://schemas.openxmlformats.org/officeDocument/2006/relationships/image" Target="../media/3f5e3811842ef68ea55f610c3698d21649ef35a9.png"/>
<Relationship Id="rId24" Type="http://schemas.openxmlformats.org/officeDocument/2006/relationships/image" Target="../media/48967d328c7888b5e264de4f1c63d3e37b678a5f.png"/>
<Relationship Id="rId25" Type="http://schemas.openxmlformats.org/officeDocument/2006/relationships/image" Target="../media/d5d946ae29201fa9ac2460748e7392720d0e8cca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95df2fa7a82c69c20fa3ad97f287bf960f48f0fd.png"/>
<Relationship Id="rId11" Type="http://schemas.openxmlformats.org/officeDocument/2006/relationships/image" Target="../media/279f01ff0a568bceba6b602cd1a6a1cc9a4a46c6.png"/>
<Relationship Id="rId12" Type="http://schemas.openxmlformats.org/officeDocument/2006/relationships/image" Target="../media/edb0824e765c1442286b746ab12732c4049c3abb.png"/>
<Relationship Id="rId13" Type="http://schemas.openxmlformats.org/officeDocument/2006/relationships/image" Target="../media/275ceefc910404ad41aca083d941a4ebb8756996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1312a2932fddc8a52aeb99f0588a14246a3adbb1.png"/>
<Relationship Id="rId19" Type="http://schemas.openxmlformats.org/officeDocument/2006/relationships/image" Target="../media/43d35c2223c393d6a40399e118c516fbaf654717.png"/>
<Relationship Id="rId20" Type="http://schemas.openxmlformats.org/officeDocument/2006/relationships/image" Target="../media/3354c8351b4b76a2c5511adea6a7939f5182d2dc.png"/>
<Relationship Id="rId21" Type="http://schemas.openxmlformats.org/officeDocument/2006/relationships/image" Target="../media/cb27754cf2ac46ace2610ccd74df7c63169492cf.png"/>
<Relationship Id="rId22" Type="http://schemas.openxmlformats.org/officeDocument/2006/relationships/image" Target="../media/8466d5c35e262f2c3d7168b1db0af637bf52efc6.png"/>
<Relationship Id="rId23" Type="http://schemas.openxmlformats.org/officeDocument/2006/relationships/image" Target="../media/9f8c97b1a3beaa0e7ee8332f92ebba6b7c1dc9d8.png"/>
<Relationship Id="rId24" Type="http://schemas.openxmlformats.org/officeDocument/2006/relationships/image" Target="../media/20659157d9138e59a9100d3a18377a472f6507e1.png"/>
<Relationship Id="rId25" Type="http://schemas.openxmlformats.org/officeDocument/2006/relationships/image" Target="../media/8651319a18ed15617bc64881bbbdd1a6c3b547b0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6235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72184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837944"/>
            <a:ext cx="1024402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62356" y="231495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62356" y="233324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260092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625852"/>
            <a:ext cx="1024402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informe de acreditación completo, en el orden en que se entrega: de la portada a las recomendaciones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62356" y="3102864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2356" y="3121152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3048000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413760"/>
            <a:ext cx="1024402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2356" y="3890772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62356" y="3909060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835908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4201668"/>
            <a:ext cx="1024402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2356" y="4678680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2356" y="4696968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623816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989576"/>
            <a:ext cx="1024402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62356" y="546658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356" y="548487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5411724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777484"/>
            <a:ext cx="1024402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temática, cajas, figuras y conectores, con su medida y su uso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34428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2996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31643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31643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12847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12847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9290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921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00316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33036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33036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26770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326770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4935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14935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8593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91472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00316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84080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61951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79903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79903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62499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62499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52056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41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6994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70700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683578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00316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82396" y="4937760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0568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88564" y="4937760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8541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368292" y="4937760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6702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49900" y="4937760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75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57948" y="4937760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650474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22488" y="1663111"/>
            <a:ext cx="6504749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2307946"/>
            <a:ext cx="6504749" cy="2391339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22488" y="2326234"/>
            <a:ext cx="6504749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Gráfico, pregunta y texto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2488" y="4743176"/>
            <a:ext cx="6504749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Leyenda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9336" y="4960437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488" y="4978725"/>
            <a:ext cx="6504749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Base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81145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81145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92625" y="146304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81145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1145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892625" y="210312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81145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81145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892625" y="274320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siempre debajo del gráfico, centrada en él.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81145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81145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92625" y="338328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81145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81145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92625" y="402336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deja 0.8 cm de margen a cada lado y 1.3 cm entre dos gráficos.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81145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81145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92625" y="466344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la mitad de su tamaño. Todas las láminas del informe usan este mismo esqueleto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6949440" cy="3931920"/>
          </a:xfrm>
          <a:prstGeom prst="rect">
            <a:avLst/>
          </a:prstGeom>
          <a:ln w="9525" cap="rnd" cmpd="sng">
            <a:solidFill>
              <a:srgbClr val="8A93A8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337560"/>
            <a:ext cx="6949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703320"/>
            <a:ext cx="6949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cerca de 60 % del 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48956" y="1828800"/>
            <a:ext cx="45720" cy="19202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850124" y="1783080"/>
            <a:ext cx="4053535" cy="2011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 Uno de cada cuatro estudiantes no tiene información sobre el servicio.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6489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489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60436" y="4023360"/>
            <a:ext cx="3843223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breve: unas 50 palabras y nunca más de 74.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48956" y="44805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48956" y="44988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60436" y="4462272"/>
            <a:ext cx="3843223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 a la derecha del gráfico. Arriba, sólo si el gráfico usa todo el ancho.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4895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4895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60436" y="4901184"/>
            <a:ext cx="3843223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cita van en negrita y son las del gráfico.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648956" y="535838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648956" y="537667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60436" y="5340096"/>
            <a:ext cx="3843223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repite la pregunta: cuenta lo que se ve.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Medido en 247 párrafos que acompañan gráficos en 6 informes entregados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PPT Y EN WORD: LO QUE CAMBIA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3840480"/>
        </p:xfrm>
        <a:graphic>
          <a:graphicData uri="http://schemas.openxmlformats.org/drawingml/2006/table">
            <a:tbl>
              <a:tblPr/>
              <a:tblGrid>
                <a:gridCol w="2207928"/>
                <a:gridCol w="4703847"/>
                <a:gridCol w="4703847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Aspecto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PPT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Word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 el título de la lámina, arriba y en coral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Una línea sobre la imagen: «Gráfico N°5: pregunta»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Tamaño de letra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a 14 pt: se lee proyectado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 a 10 pt: se lee impreso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Fondo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lámina blanca. El gráfico se puede editar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Imagen sin fondo sobre la página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 pie de la lámina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Debajo del gráfico, junto con la fuente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 costado del gráfico, hasta 74 palabras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párrafo debajo del gráfico, justificado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Numeración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Los gráficos no se numeran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Gráficos y tablas llevan número correlativo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 no cabe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Pasa a otra lámina con «(cont.)»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Título, gráfico y base pasan juntos a la página siguiente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5824728"/>
            <a:ext cx="1170706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colores, el orden de las respuestas, el Top Two Box y la ubicación de las cifras pequeñas son iguales en los dos formatos.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recetario en Word muestra cada gráfico de este mazo con su formato de página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3840480"/>
        </p:xfrm>
        <a:graphic>
          <a:graphicData uri="http://schemas.openxmlformats.org/drawingml/2006/table">
            <a:tbl>
              <a:tblPr/>
              <a:tblGrid>
                <a:gridCol w="2495919"/>
                <a:gridCol w="4559852"/>
                <a:gridCol w="4559852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Qué es en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ajusta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 marcador de título de la lámina. Aparece en el esquema y en el panel de navegación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el cuadro. Su formato base está en el patrón de diapositivas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Antetítulo, texto y base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Cuadros de texto con su tamaño y color fijados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el cuadro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Gráfico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gráfico vectorial: cada barra y cada cifra es una forma de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Clic derecho &gt; Agrupar &gt; Desagrupar para cambiar una forma. Los datos se cambian volviendo a generar con el motor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Tabla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Una tabla de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Pestaña Diseño de tabla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Logo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Una imagen del diseño de la lámina, igual en todas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Vista &gt; Patrón de diapositivas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recetario las barras se dibujan con formas para mostrar cada medida. En un informe real las genera el motor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primero, «Totalmente en desacuerdo 1 … Totalmente de acuerdo 4»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 (Ingeniería)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 (Ingeniería)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Redacciones encontradas en las encuestas de Psicología, Geografía, Derecho e Ingeniería. 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042253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0916" y="2876327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0916" y="3710401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0916" y="4544475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5166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5669280" y="1417320"/>
            <a:ext cx="6309360" cy="448056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897880" y="914400"/>
            <a:ext cx="36576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897880" y="1481328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852160" y="1472184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281928" y="1481328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36792" y="1472184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97880" y="1810512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1801368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81928" y="1810512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36792" y="1801368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897880" y="2139696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852160" y="2130552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81928" y="2139696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36792" y="2130552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97880" y="2468880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852160" y="2459736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81928" y="2468880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36792" y="2459736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7880" y="2798064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2788920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81928" y="2798064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6792" y="2788920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97880" y="3127248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3118104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81928" y="3127248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36792" y="3118104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97880" y="3456432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852160" y="3447288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81928" y="3456432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36792" y="3447288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97880" y="3785616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52160" y="3776472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81928" y="3785616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36792" y="3776472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97880" y="4114800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852160" y="4105656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81928" y="4114800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36792" y="4105656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97880" y="4443984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852160" y="4434840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81928" y="4443984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36792" y="4434840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97880" y="4773168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52160" y="4764024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81928" y="4773168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36792" y="4764024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0" y="5102352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852160" y="5093208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81928" y="5102352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36792" y="5093208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897880" y="5431536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852160" y="5422392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81928" y="5431536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336792" y="5422392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NÚMERO DE RESPUESTAS POR ACTOR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2011680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2048256"/>
            <a:ext cx="566928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243316" y="2011680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18320" y="2011680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 1,506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62356" y="2670048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482596" y="2706624"/>
            <a:ext cx="285979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33833" y="2670048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418320" y="2670048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 de 1,210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62356" y="3328416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3364992"/>
            <a:ext cx="19633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37402" y="3328416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3328416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 de 175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2356" y="3986784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82596" y="4023360"/>
            <a:ext cx="5590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133099" y="3986784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418320" y="3986784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 de 14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2356" y="4645152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681728"/>
            <a:ext cx="105829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32326" y="4645152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418320" y="4645152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 de 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62356" y="5303520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482596" y="5340096"/>
            <a:ext cx="62505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199088" y="5303520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18320" y="5303520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 de 40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Universo: población de cada actor según la carrera. Tasa = respuestas válidas sobre universo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166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REDONDEAN LAS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166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redondear no es posible conservar a la vez el valor exacto de cada categoría y una suma de 100 %. El informe declara cuál de las dos conserva.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16636" y="2990088"/>
            <a:ext cx="21945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97480" y="2880360"/>
            <a:ext cx="77896" cy="58521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771718" y="2880360"/>
            <a:ext cx="449088" cy="58521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74394" y="3035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17149" y="2880360"/>
            <a:ext cx="2973194" cy="58521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7149" y="3035808"/>
            <a:ext cx="2969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6686" y="2880360"/>
            <a:ext cx="3938294" cy="58521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6686" y="3035808"/>
            <a:ext cx="39346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1322" y="2880360"/>
            <a:ext cx="74238" cy="58521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113" y="2816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441991" y="2587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2954" y="2816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85832" y="2807208"/>
            <a:ext cx="7260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93224" y="2587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78440" y="2971800"/>
            <a:ext cx="1508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Suma: 101%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07408"/>
            <a:ext cx="21945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Reparto a 100 %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97480" y="4297680"/>
            <a:ext cx="78638" cy="58521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772461" y="4297680"/>
            <a:ext cx="453542" cy="58521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77363" y="445312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22346" y="4297680"/>
            <a:ext cx="3002890" cy="58521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22346" y="4453128"/>
            <a:ext cx="2999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21578" y="4297680"/>
            <a:ext cx="3977640" cy="58521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21578" y="4453128"/>
            <a:ext cx="39739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9484" y="42336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442362" y="40050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78440" y="4389120"/>
            <a:ext cx="1508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Suma: 100%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86000" y="58247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8880" y="576072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09160" y="58247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92040" y="576072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60592" y="58247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3472" y="576072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74280" y="58247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57160" y="576072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59696" y="58247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942576" y="576072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36649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19529" y="44805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1635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99233" y="44805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16636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1463040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354836" y="15270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37716" y="1463040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091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267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9586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06410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48929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091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267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09586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06410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929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091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71116" y="3898392"/>
            <a:ext cx="167788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35246" y="3898392"/>
            <a:ext cx="85723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17311" y="3898392"/>
            <a:ext cx="3368326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17311" y="4090416"/>
            <a:ext cx="33646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81980" y="3898392"/>
            <a:ext cx="4353107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81980" y="4090416"/>
            <a:ext cx="43494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31430" y="3898392"/>
            <a:ext cx="16413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147695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573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7079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76279" y="3825240"/>
            <a:ext cx="29752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81197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8009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766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97281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55698" y="5059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5978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78858" y="5059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4741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30290" y="5059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6109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978" y="5059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46514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29394" y="5059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091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091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37560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520440" y="57576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60720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943600" y="57576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12152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95032" y="57576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25840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808720" y="57576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1125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994136" y="57576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091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874520"/>
            <a:ext cx="405536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916" y="2830068"/>
            <a:ext cx="405536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0916" y="4149852"/>
            <a:ext cx="405536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37560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0440" y="530809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760720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3600" y="530809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2152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95032" y="530809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625840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08720" y="530809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125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994136" y="530809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6304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874520"/>
            <a:ext cx="405536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1888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4184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1888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4184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1888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4184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1888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4184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250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916" y="2996184"/>
            <a:ext cx="405536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0916" y="4117848"/>
            <a:ext cx="405536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95216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751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95216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751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95216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7512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95216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751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83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37560" y="534009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0440" y="527608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60720" y="534009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43600" y="527608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12152" y="534009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95032" y="527608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25840" y="534009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08720" y="527608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811256" y="534009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94136" y="527608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903476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916" y="2598420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916" y="3293364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916" y="3988308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0916" y="4683252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37560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0440" y="54132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60720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43600" y="54132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12152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95032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5840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808720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81125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94136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66316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916" y="2461260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0916" y="3156204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0916" y="3851148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0916" y="4546092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" y="5241036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37560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520440" y="58704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60720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43600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12152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5032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625840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8720" y="58704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81125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94136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166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470916" y="1828800"/>
            <a:ext cx="5852160" cy="4023360"/>
            <a:chOff x="47091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58064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308023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76348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44672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212996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51007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38337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25666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35997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37359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412019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35997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47305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59975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35997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405684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24689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35997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34635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47305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35997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50030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24689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35997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21964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40970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67287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91743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91743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307095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104684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52125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584635" y="349397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59377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74301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75215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90139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91053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405977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406891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62001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02892" y="587044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7520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8084" y="587044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6814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51020" y="587044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11552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94432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9125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4136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63712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46592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4341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26296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98080" y="1673352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996184"/>
            <a:ext cx="21031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31720" y="26791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23360" y="2587752"/>
            <a:ext cx="768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96512" y="2587752"/>
            <a:ext cx="1137514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96512" y="2679192"/>
            <a:ext cx="11338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30368" y="2587752"/>
            <a:ext cx="161300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30368" y="2679192"/>
            <a:ext cx="1609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2587752"/>
            <a:ext cx="84124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839712" y="2679192"/>
            <a:ext cx="841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054450" y="25237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67328" y="22951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98080" y="26700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31720" y="4032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023360" y="3941064"/>
            <a:ext cx="11449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34196" y="3941064"/>
            <a:ext cx="22533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55869" y="3941064"/>
            <a:ext cx="1666203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55869" y="4032504"/>
            <a:ext cx="16625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18415" y="3941064"/>
            <a:ext cx="118591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018415" y="4032504"/>
            <a:ext cx="11822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00669" y="3941064"/>
            <a:ext cx="480291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20775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73292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86170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39546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245033" y="3867912"/>
            <a:ext cx="25436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0679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98080" y="4023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91640" y="51297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874520" y="50657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4800" y="51297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297680" y="50657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66232" y="51297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49112" y="50657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9920" y="51297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62800" y="50657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65336" y="51297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8216" y="50657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15400" y="1691640"/>
            <a:ext cx="36576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98280" y="1645920"/>
            <a:ext cx="2743200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1819656"/>
            <a:ext cx="118872" cy="118872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02436" y="1673352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Fortalecer la difusión de la misión y los propósitos institucionales, especialmente entre estudiantes y egresados, cuyo conocimiento alcanza 77 % y 78 %.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62356" y="3441192"/>
            <a:ext cx="118872" cy="118872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02436" y="3294888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los servicios de tutoría académica: su valoración entre estudiantes bajó de 84 % en 2021 a 53 % en 2026.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62356" y="5062728"/>
            <a:ext cx="118872" cy="118872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4916424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la suficiencia de los recursos presupuestales asignados a la Unidad, que el personal administrativo valora en 80 %.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30444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13324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014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93028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71597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1597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62323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8713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56348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374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66076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536442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36442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56496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799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6374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66076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226564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50813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50813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46915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36456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66076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26564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331354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31354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60393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60393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273473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863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66076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436751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19631" y="58521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22167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805047" y="5852160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44821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27701" y="585216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59449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2329" y="5852160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839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419719" y="5852160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0040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54552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37432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3425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17136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313432"/>
            <a:ext cx="271720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340864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313432"/>
            <a:ext cx="5056467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340864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313432"/>
            <a:ext cx="140355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340864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65081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971800"/>
            <a:ext cx="16879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999232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971800"/>
            <a:ext cx="3185056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999232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971800"/>
            <a:ext cx="178149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999232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971800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999232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7945" y="4370832"/>
            <a:ext cx="290434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7945" y="4398264"/>
            <a:ext cx="29006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48632" y="4370832"/>
            <a:ext cx="412076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48632" y="4398264"/>
            <a:ext cx="4117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65737" y="4370832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65737" y="4398264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88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61767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87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44351" y="5029200"/>
            <a:ext cx="5707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107858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11445" y="5029200"/>
            <a:ext cx="425686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11445" y="5056632"/>
            <a:ext cx="4253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64652" y="5029200"/>
            <a:ext cx="302816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64652" y="5056632"/>
            <a:ext cx="30245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89155" y="5029200"/>
            <a:ext cx="122870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89155" y="5056632"/>
            <a:ext cx="1228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7091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997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3532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118208" y="56235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58488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1368" y="56235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09920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92800" y="56235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23608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06488" y="56235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409024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91904" y="56235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83016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21163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21163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85156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85156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6904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9384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5226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9660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2089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72886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956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73468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8086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83196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80772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76966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76966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24372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24372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46172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8262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5114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3383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8869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71764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25919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73468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8086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83196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81506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7928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17149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17149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63219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63219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96242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8628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51507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4233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73468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8086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83196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41327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59901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59901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41783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41783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03431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03431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45431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5882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73468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88086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283196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6329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6176" y="5925312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69464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752344" y="5925312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94919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32072" y="5925312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130800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13680" y="5925312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03884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221728" y="5925312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659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9478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630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969182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90799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267712"/>
            <a:ext cx="271720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267712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267712"/>
            <a:ext cx="5056467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267712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6508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871216"/>
            <a:ext cx="168792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871216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871216"/>
            <a:ext cx="3185056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871216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871216"/>
            <a:ext cx="178149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871216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306803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489683" y="329184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92219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75099" y="3291840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14873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97753" y="329184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29501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12381" y="3291840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06891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9771" y="3291840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50256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733136" y="6099048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1014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93028" y="6099048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62821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45701" y="5221224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2271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05593" y="5221224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953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953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4023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4023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949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949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80540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80540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73148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73148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316732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316732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609340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609340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52924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52924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145532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145532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962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962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841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841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767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767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67508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67508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67508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67508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67508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67508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830064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830064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122672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22672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67508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67508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8094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8094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73548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73548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8094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8094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73548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73548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5574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78454" y="548640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5546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138346" y="548640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41236" y="51389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116" y="50749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51389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03820" y="50749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306803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489683" y="607161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92219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75099" y="607161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14873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7753" y="607161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129501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12381" y="607161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106891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289771" y="607161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36237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19117" y="5916168"/>
            <a:ext cx="20955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60337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143217" y="5916168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54322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37202" y="5916168"/>
            <a:ext cx="639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2224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05120" y="5916168"/>
            <a:ext cx="258089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29365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7361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0471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78467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1577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9573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2683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0679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5378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178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9051" y="2608783"/>
            <a:ext cx="108663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79323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65959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321991" y="223570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94107" y="27294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72460" y="3459175"/>
            <a:ext cx="543318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06050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62732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77516" y="3086100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062082" y="35798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3566" y="4309567"/>
            <a:ext cx="543318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7156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43838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58622" y="3936492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3188" y="44302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70157" y="5159959"/>
            <a:ext cx="126774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2817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0429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5213" y="47868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528066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6930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2188" y="5870448"/>
            <a:ext cx="26898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8776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70648" y="5870448"/>
            <a:ext cx="1963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0644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8640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6160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65685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3681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5320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120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156689" y="2459736"/>
            <a:ext cx="187520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37817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1302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31895" y="3026664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302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63105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56853" y="3593592"/>
            <a:ext cx="375041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3798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1302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31730" y="4160520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162940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12858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81812" y="4727448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302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162940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31730" y="5294376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62940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12858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8508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7960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5066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3540" y="5870448"/>
            <a:ext cx="15275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425196" y="1691639"/>
              <a:ext cx="5760720" cy="41148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2981599" y="3374967"/>
              <a:ext cx="647912" cy="748145"/>
            </a:xfrm>
            <a:custGeom>
              <a:avLst/>
              <a:pathLst>
                <a:path w="647912" h="748145">
                  <a:moveTo>
                    <a:pt x="323956" y="0"/>
                  </a:moveTo>
                  <a:lnTo>
                    <a:pt x="647912" y="187036"/>
                  </a:lnTo>
                  <a:lnTo>
                    <a:pt x="647912" y="561109"/>
                  </a:lnTo>
                  <a:lnTo>
                    <a:pt x="323956" y="748145"/>
                  </a:lnTo>
                  <a:lnTo>
                    <a:pt x="0" y="561109"/>
                  </a:lnTo>
                  <a:lnTo>
                    <a:pt x="0" y="187036"/>
                  </a:lnTo>
                  <a:lnTo>
                    <a:pt x="323956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657643" y="3000894"/>
              <a:ext cx="1295825" cy="1496290"/>
            </a:xfrm>
            <a:custGeom>
              <a:avLst/>
              <a:pathLst>
                <a:path w="1295825" h="1496290">
                  <a:moveTo>
                    <a:pt x="647912" y="0"/>
                  </a:moveTo>
                  <a:lnTo>
                    <a:pt x="1295825" y="374072"/>
                  </a:lnTo>
                  <a:lnTo>
                    <a:pt x="1295825" y="1122218"/>
                  </a:lnTo>
                  <a:lnTo>
                    <a:pt x="647912" y="1496290"/>
                  </a:lnTo>
                  <a:lnTo>
                    <a:pt x="0" y="1122218"/>
                  </a:lnTo>
                  <a:lnTo>
                    <a:pt x="0" y="374072"/>
                  </a:lnTo>
                  <a:lnTo>
                    <a:pt x="64791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333686" y="2626821"/>
              <a:ext cx="1943738" cy="2244436"/>
            </a:xfrm>
            <a:custGeom>
              <a:avLst/>
              <a:pathLst>
                <a:path w="1943738" h="2244436">
                  <a:moveTo>
                    <a:pt x="971869" y="0"/>
                  </a:moveTo>
                  <a:lnTo>
                    <a:pt x="1943738" y="561109"/>
                  </a:lnTo>
                  <a:lnTo>
                    <a:pt x="1943738" y="1683327"/>
                  </a:lnTo>
                  <a:lnTo>
                    <a:pt x="971869" y="2244436"/>
                  </a:lnTo>
                  <a:lnTo>
                    <a:pt x="0" y="1683327"/>
                  </a:lnTo>
                  <a:lnTo>
                    <a:pt x="0" y="561109"/>
                  </a:lnTo>
                  <a:lnTo>
                    <a:pt x="97186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009730" y="2252749"/>
              <a:ext cx="2591651" cy="2992581"/>
            </a:xfrm>
            <a:custGeom>
              <a:avLst/>
              <a:pathLst>
                <a:path w="2591651" h="2992581">
                  <a:moveTo>
                    <a:pt x="1295825" y="0"/>
                  </a:moveTo>
                  <a:lnTo>
                    <a:pt x="2591651" y="748145"/>
                  </a:lnTo>
                  <a:lnTo>
                    <a:pt x="2591651" y="2244436"/>
                  </a:lnTo>
                  <a:lnTo>
                    <a:pt x="1295825" y="2992581"/>
                  </a:lnTo>
                  <a:lnTo>
                    <a:pt x="0" y="2244436"/>
                  </a:lnTo>
                  <a:lnTo>
                    <a:pt x="0" y="748145"/>
                  </a:lnTo>
                  <a:lnTo>
                    <a:pt x="12958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398477" y="2402378"/>
              <a:ext cx="1943738" cy="2543694"/>
            </a:xfrm>
            <a:custGeom>
              <a:avLst/>
              <a:pathLst>
                <a:path w="1943738" h="2543694">
                  <a:moveTo>
                    <a:pt x="907078" y="0"/>
                  </a:moveTo>
                  <a:lnTo>
                    <a:pt x="1943738" y="748145"/>
                  </a:lnTo>
                  <a:lnTo>
                    <a:pt x="1684573" y="1795549"/>
                  </a:lnTo>
                  <a:lnTo>
                    <a:pt x="907078" y="2543694"/>
                  </a:lnTo>
                  <a:lnTo>
                    <a:pt x="0" y="1870363"/>
                  </a:lnTo>
                  <a:lnTo>
                    <a:pt x="129582" y="89777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268895" y="2552007"/>
              <a:ext cx="1943738" cy="2319250"/>
            </a:xfrm>
            <a:custGeom>
              <a:avLst/>
              <a:pathLst>
                <a:path w="1943738" h="2319250">
                  <a:moveTo>
                    <a:pt x="1036660" y="0"/>
                  </a:moveTo>
                  <a:lnTo>
                    <a:pt x="1749365" y="785552"/>
                  </a:lnTo>
                  <a:lnTo>
                    <a:pt x="1943738" y="1720734"/>
                  </a:lnTo>
                  <a:lnTo>
                    <a:pt x="1036660" y="2319250"/>
                  </a:lnTo>
                  <a:lnTo>
                    <a:pt x="0" y="1795549"/>
                  </a:lnTo>
                  <a:lnTo>
                    <a:pt x="129582" y="673330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139312" y="2402378"/>
              <a:ext cx="2332486" cy="2319250"/>
            </a:xfrm>
            <a:custGeom>
              <a:avLst/>
              <a:pathLst>
                <a:path w="2332486" h="2319250">
                  <a:moveTo>
                    <a:pt x="1166243" y="0"/>
                  </a:moveTo>
                  <a:lnTo>
                    <a:pt x="2332486" y="673330"/>
                  </a:lnTo>
                  <a:lnTo>
                    <a:pt x="2073321" y="1870363"/>
                  </a:lnTo>
                  <a:lnTo>
                    <a:pt x="1166243" y="2319250"/>
                  </a:lnTo>
                  <a:lnTo>
                    <a:pt x="0" y="2019992"/>
                  </a:lnTo>
                  <a:lnTo>
                    <a:pt x="194373" y="785552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36535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305195" y="31135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4046030" y="416090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909051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361456" y="423572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491038" y="3263131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5149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981238" y="33005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175612" y="4235720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83423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231873" y="431053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361456" y="318831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36535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34777" y="3038687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175612" y="423572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684607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102291" y="4385349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296665" y="3150909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01500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860547" y="285292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860547" y="449848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36855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20848" y="4528771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395261" y="2824647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98203" y="339501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507347" y="341684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60925" y="3113174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70069" y="31350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823646" y="2831331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832790" y="285316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986368" y="2549489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995512" y="2571317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21028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03908" y="5870448"/>
            <a:ext cx="873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2338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906268" y="5870448"/>
            <a:ext cx="10916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368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26560" y="5870448"/>
            <a:ext cx="9464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536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08246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990946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73826" y="5870448"/>
            <a:ext cx="15275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471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29982" y="5870448"/>
            <a:ext cx="13822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939796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935781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1766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2775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923735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91972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915705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1169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07674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35781" y="1444752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27750" y="1444752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26060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58084" y="2304288"/>
            <a:ext cx="959409" cy="877824"/>
          </a:xfrm>
          <a:prstGeom prst="rect">
            <a:avLst/>
          </a:prstGeom>
          <a:solidFill>
            <a:srgbClr val="597097">
              <a:alpha val="100000"/>
            </a:srgbClr>
          </a:solidFill>
          <a:ln w="3175" cap="rnd" cmpd="sng">
            <a:solidFill>
              <a:srgbClr val="59709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39796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54069" y="2304288"/>
            <a:ext cx="959409" cy="87782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35781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50054" y="23042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31766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46038" y="2304288"/>
            <a:ext cx="959409" cy="87782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2775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42023" y="23042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23735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938008" y="23042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1972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33993" y="2304288"/>
            <a:ext cx="959409" cy="87782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5705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29978" y="2304288"/>
            <a:ext cx="959409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91169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25962" y="2304288"/>
            <a:ext cx="959409" cy="87782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907674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5204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58084" y="32186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939796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954069" y="3218688"/>
            <a:ext cx="959409" cy="87782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935781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50054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31766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946038" y="3218688"/>
            <a:ext cx="959409" cy="877824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2775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42023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23735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38008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91972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933993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15705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29978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91169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925962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907674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4348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958084" y="41330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39796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954069" y="4133088"/>
            <a:ext cx="959409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935781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50054" y="4133088"/>
            <a:ext cx="959409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1766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946038" y="4133088"/>
            <a:ext cx="959409" cy="87782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2775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42023" y="41330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23735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38008" y="41330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91972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3993" y="41330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915705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29978" y="41330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169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4133088"/>
            <a:ext cx="959409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07674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926637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918606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311396" y="5532120"/>
            <a:ext cx="18745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94276" y="5532120"/>
            <a:ext cx="187452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677156" y="5532120"/>
            <a:ext cx="187452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860036" y="5532120"/>
            <a:ext cx="187452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42916" y="5532120"/>
            <a:ext cx="187452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532120"/>
            <a:ext cx="187452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532120"/>
            <a:ext cx="187452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91556" y="5532120"/>
            <a:ext cx="187452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4436" y="5532120"/>
            <a:ext cx="187452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957316" y="5532120"/>
            <a:ext cx="187452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140196" y="5532120"/>
            <a:ext cx="187452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323076" y="5532120"/>
            <a:ext cx="187452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505956" y="5532120"/>
            <a:ext cx="187452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688836" y="5532120"/>
            <a:ext cx="187452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71716" y="5532120"/>
            <a:ext cx="187452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054596" y="5532120"/>
            <a:ext cx="187452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37476" y="5532120"/>
            <a:ext cx="187452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420356" y="5532120"/>
            <a:ext cx="187452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603236" y="5532120"/>
            <a:ext cx="187452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786116" y="5532120"/>
            <a:ext cx="18745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808476" y="547725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014716" y="54772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311396" y="5230368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promedio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225796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21270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16745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1911096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5196" y="2552007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4036" y="190943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4084" y="1892808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25796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39558" y="1892808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1270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35033" y="1892808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16745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74036" y="2235292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44084" y="2218667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25796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39558" y="2218667"/>
            <a:ext cx="2158898" cy="289283"/>
          </a:xfrm>
          <a:prstGeom prst="rect">
            <a:avLst/>
          </a:prstGeom>
          <a:solidFill>
            <a:srgbClr val="8496B3">
              <a:alpha val="100000"/>
            </a:srgbClr>
          </a:solidFill>
          <a:ln w="3175" cap="rnd" cmpd="sng">
            <a:solidFill>
              <a:srgbClr val="8496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1270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35033" y="2218667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16745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561151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4084" y="2544526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25796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39558" y="2544526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1270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35033" y="2544526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16745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574036" y="2887010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084" y="2870385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25796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39558" y="2870385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21270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5033" y="2870385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16745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74036" y="3212869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44084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25796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39558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21270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35033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16745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503815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540391"/>
            <a:ext cx="45720" cy="2527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5196" y="352958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74036" y="3538728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244084" y="3522103"/>
            <a:ext cx="2158898" cy="289283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25796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39558" y="3522103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1270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635033" y="3522103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16745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829673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3866249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5196" y="4507161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74036" y="3864587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44084" y="3847961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25796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39558" y="3847961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21270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35033" y="3847961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16745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4036" y="4190446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44084" y="4173820"/>
            <a:ext cx="2158898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25796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39558" y="4173820"/>
            <a:ext cx="2158898" cy="289283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21270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635033" y="4173820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16745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74036" y="4516305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4084" y="4499679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25796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39558" y="4499679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21270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635033" y="4499679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16745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4842164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244084" y="4825538"/>
            <a:ext cx="2158898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25796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39558" y="4825538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21270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635033" y="4825538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16745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574036" y="516802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244084" y="5151397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25796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439558" y="5151397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21270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35033" y="5151397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16745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545896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756916" y="5943600"/>
            <a:ext cx="105156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57500" y="5943600"/>
            <a:ext cx="105156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958084" y="5943600"/>
            <a:ext cx="105156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058668" y="5943600"/>
            <a:ext cx="105156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9252" y="5943600"/>
            <a:ext cx="105156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259836" y="5943600"/>
            <a:ext cx="105156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360420" y="5943600"/>
            <a:ext cx="105156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461004" y="5943600"/>
            <a:ext cx="105156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561588" y="5943600"/>
            <a:ext cx="105156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662172" y="5943600"/>
            <a:ext cx="105156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762756" y="5943600"/>
            <a:ext cx="105156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863340" y="5943600"/>
            <a:ext cx="105156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63924" y="5943600"/>
            <a:ext cx="105156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64508" y="5943600"/>
            <a:ext cx="105156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65092" y="5943600"/>
            <a:ext cx="105156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65676" y="5943600"/>
            <a:ext cx="105156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366260" y="5943600"/>
            <a:ext cx="105156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466844" y="5943600"/>
            <a:ext cx="105156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67428" y="5943600"/>
            <a:ext cx="105156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668012" y="5943600"/>
            <a:ext cx="105156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253996" y="58887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814316" y="58887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836676" y="5888736"/>
            <a:ext cx="1371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02636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14281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94241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5885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85845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897490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77450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89095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169055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80699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60659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10028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290572"/>
            <a:ext cx="751237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08202" y="23271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2674620"/>
            <a:ext cx="7735199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31027" y="2711196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689604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22676" y="3470148"/>
            <a:ext cx="7798863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94691" y="3506724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3854196"/>
            <a:ext cx="7639702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835530" y="3890772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69180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649724"/>
            <a:ext cx="767153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867362" y="4686300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22676" y="5033772"/>
            <a:ext cx="7767031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62859" y="50703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71408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96966" y="5870448"/>
            <a:ext cx="13096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52310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5190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4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4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6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8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0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2" name=""/>
          <p:cNvSpPr>
            <a:spLocks noGrp="1"/>
          </p:cNvSpPr>
          <p:nvPr>
            </p:nvPr>
        </p:nvSpPr>
        <p:spPr>
          <a:xfrm>
            <a:off x="2740914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3794" y="5870448"/>
            <a:ext cx="13096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791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62018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FORTALEZAS Y ASPECTOS POR REFORZAR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670652" cy="2226564"/>
          </a:xfrm>
          <a:prstGeom prst="rect">
            <a:avLst/>
          </a:prstGeom>
          <a:solidFill>
            <a:srgbClr val="E4EEDA">
              <a:alpha val="100000"/>
            </a:srgbClr>
          </a:solidFill>
          <a:ln w="3175" cap="rnd" cmpd="sng">
            <a:solidFill>
              <a:srgbClr val="E4EED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08760"/>
            <a:ext cx="64008" cy="2226564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16636" y="1618488"/>
            <a:ext cx="5304892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Fortalezas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6636" y="1911096"/>
            <a:ext cx="53048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 o más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258568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52848" y="2258568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6636" y="2587752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52848" y="258775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6636" y="2916936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52848" y="2916936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6636" y="3246120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52848" y="32461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33008" y="1508760"/>
            <a:ext cx="5670652" cy="222656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33008" y="1508760"/>
            <a:ext cx="64008" cy="22265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61608" y="1618488"/>
            <a:ext cx="5304892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Oportunidades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61608" y="1911096"/>
            <a:ext cx="53048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97 %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61608" y="2258568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97819" y="2258568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61608" y="2587752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897819" y="258775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918204"/>
            <a:ext cx="5670652" cy="2226564"/>
          </a:xfrm>
          <a:prstGeom prst="rect">
            <a:avLst/>
          </a:prstGeom>
          <a:solidFill>
            <a:srgbClr val="FFF4D6">
              <a:alpha val="100000"/>
            </a:srgbClr>
          </a:solidFill>
          <a:ln w="3175" cap="rnd" cmpd="sng">
            <a:solidFill>
              <a:srgbClr val="FFF4D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918204"/>
            <a:ext cx="64008" cy="2226564"/>
          </a:xfrm>
          <a:prstGeom prst="rect">
            <a:avLst/>
          </a:prstGeom>
          <a:solidFill>
            <a:srgbClr val="B8860B">
              <a:alpha val="100000"/>
            </a:srgbClr>
          </a:solidFill>
          <a:ln w="3175" cap="rnd" cmpd="sng">
            <a:solidFill>
              <a:srgbClr val="B8860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6636" y="4027932"/>
            <a:ext cx="5304892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Aspectos por vigilar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6636" y="4320540"/>
            <a:ext cx="53048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95 %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6636" y="4668012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52848" y="466801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6636" y="4997196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2848" y="4997196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6636" y="5326380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52848" y="53263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6636" y="5655564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52848" y="5655564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33008" y="3918204"/>
            <a:ext cx="5670652" cy="2226564"/>
          </a:xfrm>
          <a:prstGeom prst="rect">
            <a:avLst/>
          </a:prstGeom>
          <a:solidFill>
            <a:srgbClr val="F9E0D2">
              <a:alpha val="100000"/>
            </a:srgbClr>
          </a:solidFill>
          <a:ln w="3175" cap="rnd" cmpd="sng">
            <a:solidFill>
              <a:srgbClr val="F9E0D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33008" y="3918204"/>
            <a:ext cx="64008" cy="22265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61608" y="4027932"/>
            <a:ext cx="5304892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Debilidades relativas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61608" y="4320540"/>
            <a:ext cx="53048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94 %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61608" y="4668012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97819" y="466801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562356" y="1508760"/>
            <a:ext cx="7863840" cy="4526280"/>
            <a:chOff x="562356" y="1508760"/>
            <a:chExt cx="7863840" cy="4526280"/>
          </a:xfrm>
        </p:grpSpPr>
        <p:sp>
          <p:nvSpPr>
            <p:cNvPr id="4" name="rc3"/>
            <p:cNvSpPr/>
            <p:nvPr/>
          </p:nvSpPr>
          <p:spPr>
            <a:xfrm>
              <a:off x="1338445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376402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957193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3070707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3060260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3036512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3080727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3097982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3168905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3129965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3162902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3234832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357261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3406108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3515743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3583471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3685228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3703403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3721794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3687087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754370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3816952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3772300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3807493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3668916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3558339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3583189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3651316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3653154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564975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3436994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3663809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760081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775269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3890177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863697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3858924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3921046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3969063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998065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4040832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4090411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4002996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4028330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996616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4108385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4076096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4131332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4195528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4028326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4120578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4214296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4244864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4352234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4410267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4364133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4274300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4545525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4546865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4624230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4661512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4698283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4728728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4716730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4706663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4728519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4707017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4839713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4872395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4850870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4899566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4919593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4942707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4956135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5112522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5035801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4929622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4968788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5010433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5060896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5033739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989941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5072818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966770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937613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953034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892853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847049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887654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4847328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902942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925257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4857468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4935127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4960112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4860640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4842937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4872830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4901592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4923553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953481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4125886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4254803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4352467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4441030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301888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321568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3762210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624829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715983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715774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803674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622216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516953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2504369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602605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641853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677413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715774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2804827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2824525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978865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895546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848964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768401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720547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678003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597212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630112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700920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614108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562075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543383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564622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2695814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762424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2688003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761360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882270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2942215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2950327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042347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081859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170205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145456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080661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3020782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2969798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2750009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3015969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2070614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2063524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2003675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1989445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060299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1971006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2064136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1970202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1978922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1990344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2081108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2120882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2059052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1991354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980547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2026599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084443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121594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124246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2059018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1948851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1971997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2051318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2124549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2123907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2123568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2033197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2011416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1986619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2049598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174790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2125675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2050837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020349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1985361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011179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050473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120957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2029181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2028083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2974624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3011889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2918198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3040161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3025791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3053218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3108364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3115972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3113219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3053354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3196176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3216978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3238932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3314879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3293116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3215682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3154922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3176025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3207856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3136713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3063843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3020847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2963688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2884254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2859014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2736722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2870697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2933683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2967523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2979316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3043173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3076676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3104208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3150930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3125851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3156864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3273906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3134434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3074751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2994848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2987958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2916725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2962820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2935046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2894806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2871192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2817020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2776972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2825872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2732275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2834105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884119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953632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3010186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3066691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3144926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3208446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3227925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3200930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3343185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3206992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3270512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3214985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3093446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3173475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3179971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3186543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3111280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3153066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3077835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3027339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926331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967191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932767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887914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827871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793107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854657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927049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2974110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3047954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3027117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3062719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3110432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3184965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3113401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3103217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957724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910470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2839498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2807752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761770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639947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2744823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2772089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2711241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2649019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2571352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2614101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2672827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2634270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2759169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2860007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2815191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2903822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2927488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819826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764193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678471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2641232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2691871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2684543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2760035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2827606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2928963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2946263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3042334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3025856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3019906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2956839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3017423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963010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801857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842204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810465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743919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685031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692065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2752270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2832113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906733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994824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3110300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3032781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2842896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2727959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795361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762799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727271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685224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676756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720592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736070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810415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926334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3031839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3134311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3197332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3266200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3297131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3275044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3380270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3210187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3511361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3513775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3244309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3588085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3505573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3181722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3352856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3329207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3191832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3279048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3275043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3435743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3571378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3614827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3581589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3492612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3156353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3272364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3414007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3336668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3329454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3289943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3314203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3375003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3397772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3445534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3493123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773144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905952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875027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966960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705053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3382117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3348015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3296283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3278737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3283278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3344149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3399050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3138762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3063131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3178635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3249004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3233177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3567283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3232712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3359302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3403064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3393746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3481992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3453389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3422397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3474175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3448981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3439421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3483587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3491585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3344786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3345986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3319066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3286479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3250810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3229770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3210626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3277671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3372304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3339960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3306000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3242375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3171533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3149146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3140630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3125467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3227733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3350209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3331246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3237292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3300324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3298236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3183662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3117268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3117256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3183727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3176269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3283703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3384623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3401805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3404544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3355071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3360414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3290836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3280781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3179815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3151106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3101785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3123287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3190383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3308896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3357590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3339739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3200870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3115828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3118627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3166336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3175966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3395743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1901162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1872257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1797594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1866366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1933990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1921770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1880787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1836860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1844310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1787840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1876064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1869668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1801903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1700708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1659442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1678895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1614908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1608979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1670424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1751759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1777243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1848669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1933073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1820939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1733210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1697178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1792047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1850141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1912412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1931619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1888284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1818249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1740453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1652851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1605829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1632964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1654006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1698567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1734099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1786128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1835677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1913799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1862308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1923863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1909785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1956656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1959184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2040021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2080177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2148258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2144483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2247451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2261073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304072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2269945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2214520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2176120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2181516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2157221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2140221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2075531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1962997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2003659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1993646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1955032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1880504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1855007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1912222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1944081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1985727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2065096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2147322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2199498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2260233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2286530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2351210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373962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1492794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1766223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1651065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1746616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1580135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2957144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488747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1948867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2588733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3088439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1492814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rc540"/>
            <p:cNvSpPr/>
            <p:nvPr/>
          </p:nvSpPr>
          <p:spPr>
            <a:xfrm>
              <a:off x="6302959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2" name="tx541"/>
            <p:cNvSpPr/>
            <p:nvPr/>
          </p:nvSpPr>
          <p:spPr>
            <a:xfrm>
              <a:off x="6381104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3" name="tx542"/>
            <p:cNvSpPr/>
            <p:nvPr/>
          </p:nvSpPr>
          <p:spPr>
            <a:xfrm>
              <a:off x="6381104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4" name="tx543"/>
            <p:cNvSpPr/>
            <p:nvPr/>
          </p:nvSpPr>
          <p:spPr>
            <a:xfrm>
              <a:off x="6381104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5" name="pg544"/>
            <p:cNvSpPr/>
            <p:nvPr/>
          </p:nvSpPr>
          <p:spPr>
            <a:xfrm>
              <a:off x="6364505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6364505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6364505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6364505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6364505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6364505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tx550"/>
            <p:cNvSpPr/>
            <p:nvPr/>
          </p:nvSpPr>
          <p:spPr>
            <a:xfrm>
              <a:off x="6541853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2" name="tx551"/>
            <p:cNvSpPr/>
            <p:nvPr/>
          </p:nvSpPr>
          <p:spPr>
            <a:xfrm>
              <a:off x="6541853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3" name="tx552"/>
            <p:cNvSpPr/>
            <p:nvPr/>
          </p:nvSpPr>
          <p:spPr>
            <a:xfrm>
              <a:off x="6541853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4" name="tx553"/>
            <p:cNvSpPr/>
            <p:nvPr/>
          </p:nvSpPr>
          <p:spPr>
            <a:xfrm>
              <a:off x="6541853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5" name="tx554"/>
            <p:cNvSpPr/>
            <p:nvPr/>
          </p:nvSpPr>
          <p:spPr>
            <a:xfrm>
              <a:off x="6541853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6" name="tx555"/>
            <p:cNvSpPr/>
            <p:nvPr/>
          </p:nvSpPr>
          <p:spPr>
            <a:xfrm>
              <a:off x="6541853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7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8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3023616"/>
            <a:ext cx="269748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3122676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311323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0916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410383"/>
            <a:ext cx="269748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0916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311323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0916" y="4176345"/>
            <a:ext cx="269748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11268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94148" y="582472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966460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49340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9396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42276" y="582472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63154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82392" y="3200400"/>
            <a:ext cx="1980888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82392" y="3383280"/>
            <a:ext cx="19772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59622" y="3200400"/>
            <a:ext cx="1261895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59622" y="3383280"/>
            <a:ext cx="12582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97157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10036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33832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73300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56180" y="577900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9646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79340" y="577900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7892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30772" y="577900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1580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44460" y="577900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212263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0916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943193"/>
            <a:ext cx="405536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916" y="2777267"/>
            <a:ext cx="405536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0916" y="3611341"/>
            <a:ext cx="405536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0916" y="4445415"/>
            <a:ext cx="405536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6590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48784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0034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983224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478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17664" y="5336713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7298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5864" y="5336713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82912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765792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903476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0916" y="2598420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0916" y="3293364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0916" y="3988308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0916" y="4683252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492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797808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32485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07736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478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217664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34847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531352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533888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16768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0916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2608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3892296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075176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02224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85104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12152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495032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625840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808720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25652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439400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0916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37560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20440" y="5843016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2673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09616" y="5843016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59892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781800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1260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095488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54328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26168" y="5843016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0916" y="2289048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0916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88734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1614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68438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51318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481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31022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7386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05184" y="5239512"/>
            <a:ext cx="33543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51032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36960" y="5239512"/>
            <a:ext cx="1515083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36960" y="5257800"/>
            <a:ext cx="15114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448385" y="5239512"/>
            <a:ext cx="1736267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448385" y="5257800"/>
            <a:ext cx="1732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80995" y="5239512"/>
            <a:ext cx="368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628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75712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19394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108131" y="5166360"/>
            <a:ext cx="91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166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166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661404" y="2121408"/>
            <a:ext cx="427820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76187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61404" y="2542032"/>
            <a:ext cx="398315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81138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66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61404" y="2962656"/>
            <a:ext cx="383563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3361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66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61404" y="3383280"/>
            <a:ext cx="309801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95992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661404" y="3803904"/>
            <a:ext cx="221286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10846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61404" y="4224528"/>
            <a:ext cx="221286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10846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66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661404" y="4645152"/>
            <a:ext cx="221286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10846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66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61404" y="5065776"/>
            <a:ext cx="191781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1579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66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661404" y="5486400"/>
            <a:ext cx="132771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2569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66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661404" y="5907024"/>
            <a:ext cx="59009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88077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562356" y="1508760"/>
            <a:ext cx="11066983" cy="4636008"/>
            <a:chOff x="56235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109481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9481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09481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109481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63773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63773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63773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63773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63773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418064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418064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418064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418064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418064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418064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418064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72356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72356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72356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72356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72356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72356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72356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726647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726647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726647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726647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726647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726647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51884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51884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51884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51884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306176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306176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306176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306176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306176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60467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60467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60467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60467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60467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60467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60467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614759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614759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614759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614759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614759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614759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614759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69050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69050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69050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69050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69050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69050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38817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93109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47400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601692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55983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87286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87286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87286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87286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87286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87286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87286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915291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915291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915291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915291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915291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915291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915291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798064"/>
            <a:ext cx="405536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337560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20440" y="438912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60720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43600" y="438912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312152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95032" y="438912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25840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8720" y="438912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811256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94136" y="438912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562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930042"/>
            <a:ext cx="4055364" cy="14782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504590"/>
            <a:ext cx="332842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868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504590"/>
            <a:ext cx="13203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8688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504590"/>
            <a:ext cx="258226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8688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504590"/>
            <a:ext cx="110093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8688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504590"/>
            <a:ext cx="16459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4058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3143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21198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777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0916" y="3666086"/>
            <a:ext cx="405536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141574"/>
            <a:ext cx="11338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141574"/>
            <a:ext cx="607162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22387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141574"/>
            <a:ext cx="30211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22387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141574"/>
            <a:ext cx="1704442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22387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141574"/>
            <a:ext cx="54864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407756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84896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407756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6842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84896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21472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37560" y="528457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0440" y="522056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760720" y="528457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943600" y="522056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12152" y="528457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5032" y="522056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625840" y="528457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808720" y="522056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1256" y="528457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94136" y="522056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66316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0916" y="2461260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0916" y="3156204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0916" y="3851148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0916" y="4546092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0916" y="5241036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97154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154424" y="5870448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60720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943600" y="587044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23290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415784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54659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729472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77272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360152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91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92324" y="2404872"/>
            <a:ext cx="176168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64835" y="2404872"/>
            <a:ext cx="69370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64835" y="2374011"/>
            <a:ext cx="6900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54878" y="2404872"/>
            <a:ext cx="466144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54878" y="2374011"/>
            <a:ext cx="4657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112667" y="2404872"/>
            <a:ext cx="181502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12667" y="2374011"/>
            <a:ext cx="1811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924029" y="2404872"/>
            <a:ext cx="129383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924029" y="2374011"/>
            <a:ext cx="1293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673093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85971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091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592324" y="2946654"/>
            <a:ext cx="52119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31050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9856" y="2946654"/>
            <a:ext cx="1556254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09856" y="2915793"/>
            <a:ext cx="155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62452" y="2946654"/>
            <a:ext cx="293634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62452" y="2915793"/>
            <a:ext cx="29326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95134" y="2946654"/>
            <a:ext cx="1642509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595134" y="2915793"/>
            <a:ext cx="1638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33986" y="2946654"/>
            <a:ext cx="19838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33986" y="2915793"/>
            <a:ext cx="19838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061183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4063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46599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29479" y="335127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69253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52133" y="335127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83881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66761" y="335127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61271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44151" y="335127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091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92324" y="4768596"/>
            <a:ext cx="5962912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92324" y="4738878"/>
            <a:ext cx="59592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551579" y="4768596"/>
            <a:ext cx="335208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551579" y="4738878"/>
            <a:ext cx="3352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091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92324" y="5129784"/>
            <a:ext cx="661470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592324" y="5100066"/>
            <a:ext cx="66110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203372" y="5129784"/>
            <a:ext cx="270028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203372" y="5100066"/>
            <a:ext cx="27002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091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92324" y="5490972"/>
            <a:ext cx="8197633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92324" y="5461254"/>
            <a:ext cx="81939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86299" y="5490972"/>
            <a:ext cx="1117360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86299" y="5461254"/>
            <a:ext cx="1117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4753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830416" y="580644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0742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0308" y="580644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91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92324" y="2404872"/>
            <a:ext cx="34867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44795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7345" y="2404872"/>
            <a:ext cx="1469999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37345" y="2374011"/>
            <a:ext cx="14663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03686" y="2404872"/>
            <a:ext cx="448893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3686" y="2374011"/>
            <a:ext cx="44852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8965" y="2404872"/>
            <a:ext cx="216004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88965" y="2374011"/>
            <a:ext cx="2156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45348" y="2404872"/>
            <a:ext cx="172511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126117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108131" y="2331720"/>
            <a:ext cx="234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091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92324" y="2946654"/>
            <a:ext cx="26242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51090" y="2946654"/>
            <a:ext cx="121123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51090" y="2915793"/>
            <a:ext cx="1207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58665" y="2946654"/>
            <a:ext cx="474770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58665" y="2915793"/>
            <a:ext cx="47440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02709" y="2946654"/>
            <a:ext cx="2246297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709" y="2915793"/>
            <a:ext cx="22426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45348" y="2946654"/>
            <a:ext cx="172511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16221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429099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26117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08131" y="2873502"/>
            <a:ext cx="234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61183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44063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46599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29479" y="335127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69253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52133" y="335127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3881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66761" y="335127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61271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44151" y="335127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091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92324" y="4860036"/>
            <a:ext cx="43493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87922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023601" y="4860036"/>
            <a:ext cx="129748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23601" y="4829175"/>
            <a:ext cx="1293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317431" y="4860036"/>
            <a:ext cx="379889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17431" y="4829175"/>
            <a:ext cx="37952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112667" y="4860036"/>
            <a:ext cx="181502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12667" y="4829175"/>
            <a:ext cx="1811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924029" y="4860036"/>
            <a:ext cx="129383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24029" y="4829175"/>
            <a:ext cx="1293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091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592324" y="5401818"/>
            <a:ext cx="26242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51090" y="5401818"/>
            <a:ext cx="103872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51090" y="5370957"/>
            <a:ext cx="1035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886154" y="5401818"/>
            <a:ext cx="423017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86154" y="5370957"/>
            <a:ext cx="4226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112667" y="5401818"/>
            <a:ext cx="207378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112667" y="5370957"/>
            <a:ext cx="20701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82795" y="5401818"/>
            <a:ext cx="1035064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82795" y="5370957"/>
            <a:ext cx="1035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716221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429099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061183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44063" y="5806440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91863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74743" y="5806440"/>
            <a:ext cx="11247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45175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28055" y="580644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9803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42683" y="5806440"/>
            <a:ext cx="12633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1799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934679" y="5806440"/>
            <a:ext cx="18874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470916" y="2011680"/>
            <a:ext cx="8229600" cy="3931920"/>
            <a:chOff x="47091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72831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45067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217303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89539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61775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34011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506247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78483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50719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22955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95190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80869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57696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25341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97577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69813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42049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18876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91112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63348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35584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807820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92801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65036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37272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309508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81744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53980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26216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98452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70688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38333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94067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47091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3095244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92608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2608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92608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7154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54424" y="5336713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83996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2284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39140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7428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0508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887968" y="5336713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35768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518648" y="5336713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93536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76416" y="582472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65720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48600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568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68568" y="582472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61632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44512" y="5824728"/>
            <a:ext cx="171907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1551650" y="4099743"/>
              <a:ext cx="7049065" cy="666882"/>
            </a:xfrm>
            <a:custGeom>
              <a:avLst/>
              <a:pathLst>
                <a:path w="7049065" h="666882">
                  <a:moveTo>
                    <a:pt x="0" y="0"/>
                  </a:moveTo>
                  <a:lnTo>
                    <a:pt x="2349688" y="333441"/>
                  </a:lnTo>
                  <a:lnTo>
                    <a:pt x="4699376" y="666882"/>
                  </a:lnTo>
                  <a:lnTo>
                    <a:pt x="7049065" y="500162"/>
                  </a:lnTo>
                </a:path>
              </a:pathLst>
            </a:custGeom>
            <a:ln w="3794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551650" y="2515896"/>
              <a:ext cx="7049065" cy="666882"/>
            </a:xfrm>
            <a:custGeom>
              <a:avLst/>
              <a:pathLst>
                <a:path w="7049065" h="666882">
                  <a:moveTo>
                    <a:pt x="0" y="666882"/>
                  </a:moveTo>
                  <a:lnTo>
                    <a:pt x="2349688" y="333441"/>
                  </a:lnTo>
                  <a:lnTo>
                    <a:pt x="4699376" y="0"/>
                  </a:lnTo>
                  <a:lnTo>
                    <a:pt x="7049065" y="166720"/>
                  </a:lnTo>
                </a:path>
              </a:pathLst>
            </a:custGeom>
            <a:ln w="3794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t5"/>
            <p:cNvSpPr/>
            <p:nvPr/>
          </p:nvSpPr>
          <p:spPr>
            <a:xfrm>
              <a:off x="1506498" y="4054591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6"/>
            <p:cNvSpPr/>
            <p:nvPr/>
          </p:nvSpPr>
          <p:spPr>
            <a:xfrm>
              <a:off x="3856186" y="4388032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7"/>
            <p:cNvSpPr/>
            <p:nvPr/>
          </p:nvSpPr>
          <p:spPr>
            <a:xfrm>
              <a:off x="6205875" y="4721474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8555563" y="4554753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506498" y="3137627"/>
              <a:ext cx="90303" cy="90303"/>
            </a:xfrm>
            <a:prstGeom prst="ellipse">
              <a:avLst/>
            </a:prstGeom>
            <a:solidFill>
              <a:srgbClr val="9DC3E6">
                <a:alpha val="100000"/>
              </a:srgbClr>
            </a:solidFill>
            <a:ln w="9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3856186" y="2804186"/>
              <a:ext cx="90303" cy="90303"/>
            </a:xfrm>
            <a:prstGeom prst="ellipse">
              <a:avLst/>
            </a:prstGeom>
            <a:solidFill>
              <a:srgbClr val="9DC3E6">
                <a:alpha val="100000"/>
              </a:srgbClr>
            </a:solidFill>
            <a:ln w="9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6205875" y="2470744"/>
              <a:ext cx="90303" cy="90303"/>
            </a:xfrm>
            <a:prstGeom prst="ellipse">
              <a:avLst/>
            </a:prstGeom>
            <a:solidFill>
              <a:srgbClr val="9DC3E6">
                <a:alpha val="100000"/>
              </a:srgbClr>
            </a:solidFill>
            <a:ln w="9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8555563" y="2637465"/>
              <a:ext cx="90303" cy="90303"/>
            </a:xfrm>
            <a:prstGeom prst="ellipse">
              <a:avLst/>
            </a:prstGeom>
            <a:solidFill>
              <a:srgbClr val="9DC3E6">
                <a:alpha val="100000"/>
              </a:srgbClr>
            </a:solidFill>
            <a:ln w="9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tx13"/>
            <p:cNvSpPr/>
            <p:nvPr/>
          </p:nvSpPr>
          <p:spPr>
            <a:xfrm>
              <a:off x="1399138" y="387531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3748827" y="420875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6098515" y="454219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448203" y="43754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399138" y="295834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748827" y="262490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6098515" y="229146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8448203" y="245818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8882678" y="4508245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8882678" y="2590957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131315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3681218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5851860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8201549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2)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07108"/>
            <a:ext cx="20116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61100" y="1897380"/>
            <a:ext cx="420624" cy="420624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2372868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038733" y="1897380"/>
            <a:ext cx="420624" cy="42062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60229" y="2372868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16366" y="1897380"/>
            <a:ext cx="420624" cy="420624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4837862" y="2372868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393999" y="1897380"/>
            <a:ext cx="420624" cy="42062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6015495" y="2372868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571632" y="1897380"/>
            <a:ext cx="420624" cy="420624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7193128" y="2372868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49265" y="1897380"/>
            <a:ext cx="420624" cy="42062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370761" y="2372868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926898" y="1897380"/>
            <a:ext cx="420624" cy="42062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548393" y="2372868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11104531" y="1897380"/>
            <a:ext cx="420624" cy="42062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10726026" y="2372868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552444"/>
            <a:ext cx="20116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2861100" y="3442716"/>
            <a:ext cx="420624" cy="420624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482596" y="3918204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4038733" y="3442716"/>
            <a:ext cx="420624" cy="420624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3660229" y="3918204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5216366" y="3442716"/>
            <a:ext cx="420624" cy="420624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837862" y="3918204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393999" y="3442716"/>
            <a:ext cx="420624" cy="420624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015495" y="3918204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7571632" y="3442716"/>
            <a:ext cx="420624" cy="420624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7193128" y="3918204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8749265" y="3442716"/>
            <a:ext cx="420624" cy="420624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8370761" y="3918204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9926898" y="3442716"/>
            <a:ext cx="420624" cy="420624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9548393" y="3918204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11104531" y="3442716"/>
            <a:ext cx="420624" cy="420624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10726026" y="3918204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5097780"/>
            <a:ext cx="20116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2861100" y="4988052"/>
            <a:ext cx="420624" cy="42062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2482596" y="5463540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4038733" y="4988052"/>
            <a:ext cx="420624" cy="42062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3660229" y="5463540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5216366" y="4988052"/>
            <a:ext cx="420624" cy="42062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4837862" y="5463540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6393999" y="4988052"/>
            <a:ext cx="420624" cy="420624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6015495" y="5463540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7571632" y="4988052"/>
            <a:ext cx="420624" cy="42062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193128" y="5463540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8749265" y="4988052"/>
            <a:ext cx="420624" cy="420624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8370761" y="5463540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9926898" y="4988052"/>
            <a:ext cx="420624" cy="42062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9548393" y="5463540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52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11104531" y="4988052"/>
            <a:ext cx="420624" cy="420624"/>
          </a:xfrm>
          <a:prstGeom prst="rect">
            <a:avLst/>
          </a:prstGeom>
        </p:spPr>
      </p:pic>
      <p:sp>
        <p:nvSpPr>
          <p:cNvPr id="53" name=""/>
          <p:cNvSpPr>
            <a:spLocks noGrp="1"/>
          </p:cNvSpPr>
          <p:nvPr>
            </p:nvPr>
        </p:nvSpPr>
        <p:spPr>
          <a:xfrm>
            <a:off x="10726026" y="5463540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que usa la app. Trazo de 1.75, sin relleno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2)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07108"/>
            <a:ext cx="20116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61100" y="1897380"/>
            <a:ext cx="420624" cy="420624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2372868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038733" y="1897380"/>
            <a:ext cx="420624" cy="42062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60229" y="2372868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16366" y="1897380"/>
            <a:ext cx="420624" cy="420624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4837862" y="2372868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Centro de salud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393999" y="1897380"/>
            <a:ext cx="420624" cy="42062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6015495" y="2372868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571632" y="1897380"/>
            <a:ext cx="420624" cy="420624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7193128" y="2372868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49265" y="1897380"/>
            <a:ext cx="420624" cy="42062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370761" y="2372868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926898" y="1897380"/>
            <a:ext cx="420624" cy="42062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548393" y="2372868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11104531" y="1897380"/>
            <a:ext cx="420624" cy="42062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10726026" y="2372868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552444"/>
            <a:ext cx="20116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2861100" y="3442716"/>
            <a:ext cx="420624" cy="420624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482596" y="3918204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4038733" y="3442716"/>
            <a:ext cx="420624" cy="420624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3660229" y="3918204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5216366" y="3442716"/>
            <a:ext cx="420624" cy="420624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837862" y="3918204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393999" y="3442716"/>
            <a:ext cx="420624" cy="420624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015495" y="3918204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7571632" y="3442716"/>
            <a:ext cx="420624" cy="420624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7193128" y="3918204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8749265" y="3442716"/>
            <a:ext cx="420624" cy="420624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8370761" y="3918204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9926898" y="3442716"/>
            <a:ext cx="420624" cy="420624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9548393" y="3918204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11104531" y="3442716"/>
            <a:ext cx="420624" cy="420624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10726026" y="3918204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5097780"/>
            <a:ext cx="20116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2861100" y="4988052"/>
            <a:ext cx="420624" cy="42062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2482596" y="5463540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4038733" y="4988052"/>
            <a:ext cx="420624" cy="42062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3660229" y="5463540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5216366" y="4988052"/>
            <a:ext cx="420624" cy="42062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4837862" y="5463540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6393999" y="4988052"/>
            <a:ext cx="420624" cy="420624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6015495" y="5463540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7571632" y="4988052"/>
            <a:ext cx="420624" cy="42062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193128" y="5463540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8749265" y="4988052"/>
            <a:ext cx="420624" cy="420624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8370761" y="5463540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9926898" y="4988052"/>
            <a:ext cx="420624" cy="42062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9548393" y="5463540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2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11104531" y="4988052"/>
            <a:ext cx="420624" cy="420624"/>
          </a:xfrm>
          <a:prstGeom prst="rect">
            <a:avLst/>
          </a:prstGeom>
        </p:spPr>
      </p:pic>
      <p:sp>
        <p:nvSpPr>
          <p:cNvPr id="53" name=""/>
          <p:cNvSpPr>
            <a:spLocks noGrp="1"/>
          </p:cNvSpPr>
          <p:nvPr>
            </p:nvPr>
        </p:nvSpPr>
        <p:spPr>
          <a:xfrm>
            <a:off x="10726026" y="5463540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que usa la app. Trazo de 1.75, sin relleno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navy,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navy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navy,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Navy sobre fondo claro y blanco sobre círculo navy.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un tema no tiene ícono en el banco, se busca en Lucide con el mismo trazo antes de usar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514600"/>
            <a:ext cx="3567074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28" name=""/>
          <p:cNvGrpSpPr/>
          <p:nvPr/>
        </p:nvGrpSpPr>
        <p:grpSpPr>
          <a:xfrm>
            <a:off x="8336585" y="2103120"/>
            <a:ext cx="3567074" cy="411480"/>
            <a:chOff x="8336585" y="2103120"/>
            <a:chExt cx="3567074" cy="411480"/>
          </a:xfrm>
        </p:grpSpPr>
        <p:sp>
          <p:nvSpPr>
            <p:cNvPr id="29" name="rc3"/>
            <p:cNvSpPr/>
            <p:nvPr/>
          </p:nvSpPr>
          <p:spPr>
            <a:xfrm>
              <a:off x="8336584" y="2103120"/>
              <a:ext cx="3567074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0" name="pg4"/>
            <p:cNvSpPr/>
            <p:nvPr/>
          </p:nvSpPr>
          <p:spPr>
            <a:xfrm>
              <a:off x="8336584" y="2103120"/>
              <a:ext cx="3567074" cy="411480"/>
            </a:xfrm>
            <a:custGeom>
              <a:avLst/>
              <a:pathLst>
                <a:path w="3567074" h="411480">
                  <a:moveTo>
                    <a:pt x="0" y="0"/>
                  </a:moveTo>
                  <a:lnTo>
                    <a:pt x="1248476" y="0"/>
                  </a:lnTo>
                  <a:lnTo>
                    <a:pt x="3567074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" name="pl5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6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7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8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9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10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11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2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2026-10-07T14:23:45Z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