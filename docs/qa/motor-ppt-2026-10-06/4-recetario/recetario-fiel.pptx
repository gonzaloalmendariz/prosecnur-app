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gráficos, las dimensiones y las diferencias significativas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para el índice, de 5 a 13 capítulos, separadores de capítulo y subcapítulo, y cuatro cierres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780276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Centro marca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Centro marca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Centro marca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Centro marca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Centro marca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Centro marca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Centro marca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Centro marca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63156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146036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40864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40864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40864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4587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71800"/>
            <a:ext cx="163032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99232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71800"/>
            <a:ext cx="3076243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99232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71800"/>
            <a:ext cx="172069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99232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71800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99232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97819" y="3840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370832"/>
            <a:ext cx="280513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398264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370832"/>
            <a:ext cx="397994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398264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370832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39826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7750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029200"/>
            <a:ext cx="5513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029200"/>
            <a:ext cx="4111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056632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029200"/>
            <a:ext cx="292471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056632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029200"/>
            <a:ext cx="118667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056632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63156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26771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26771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4587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871216"/>
            <a:ext cx="163032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87121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871216"/>
            <a:ext cx="307624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87121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871216"/>
            <a:ext cx="172069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87121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Centro marca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897819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57800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57800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342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404872"/>
            <a:ext cx="68272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374011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404872"/>
            <a:ext cx="458738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374011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404872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374011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404872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374011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1296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946654"/>
            <a:ext cx="153156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15793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946654"/>
            <a:ext cx="288970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15793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946654"/>
            <a:ext cx="161644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15793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946654"/>
            <a:ext cx="195232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15793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4319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404872"/>
            <a:ext cx="144668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374011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404872"/>
            <a:ext cx="441761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374011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404872"/>
            <a:ext cx="212575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374011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404872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3317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946654"/>
            <a:ext cx="119203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15793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946654"/>
            <a:ext cx="467226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15793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946654"/>
            <a:ext cx="221063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15793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946654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873502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4329684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280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860036"/>
            <a:ext cx="127691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860036"/>
            <a:ext cx="373854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829175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860036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829175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860036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401818"/>
            <a:ext cx="10222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401818"/>
            <a:ext cx="416296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70957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401818"/>
            <a:ext cx="2040868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70957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401818"/>
            <a:ext cx="101860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Centro marca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Centro marca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Centro marca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Centro marca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Centro marca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Centro marca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Centro marca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2026-10-08T11:09:50Z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