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5684368" y="4736592"/>
            <a:ext cx="822960" cy="457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868680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1207008"/>
            <a:ext cx="926561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consolidado, setiembre de 2026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1645920"/>
            <a:ext cx="82296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4828032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 a los docentes, estudiantes, egresados y personal administrativo que respondieron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